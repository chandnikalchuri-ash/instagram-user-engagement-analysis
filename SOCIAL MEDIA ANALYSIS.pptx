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2" r:id="rId6"/>
    <p:sldId id="260" r:id="rId7"/>
    <p:sldId id="273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EC0"/>
    <a:srgbClr val="008E4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1110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F9C91B-B993-4DE0-8F11-E520BA6BE7C5}" type="doc">
      <dgm:prSet loTypeId="urn:microsoft.com/office/officeart/2005/8/layout/hierarchy2" loCatId="hierarchy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529BD35-1B54-4750-97B4-4B2BECE18968}">
      <dgm:prSet phldrT="[Text]"/>
      <dgm:spPr/>
      <dgm:t>
        <a:bodyPr/>
        <a:lstStyle/>
        <a:p>
          <a:r>
            <a:rPr lang="en-US" b="1" dirty="0" smtClean="0"/>
            <a:t>[Users]</a:t>
          </a:r>
          <a:endParaRPr lang="en-US" b="1" dirty="0"/>
        </a:p>
      </dgm:t>
    </dgm:pt>
    <dgm:pt modelId="{A315C86A-7C71-4776-8B6B-E383EAB6902F}" type="parTrans" cxnId="{3995205F-0627-443B-9712-347F5E2D61A5}">
      <dgm:prSet/>
      <dgm:spPr/>
      <dgm:t>
        <a:bodyPr/>
        <a:lstStyle/>
        <a:p>
          <a:endParaRPr lang="en-US"/>
        </a:p>
      </dgm:t>
    </dgm:pt>
    <dgm:pt modelId="{D60FA357-F240-478A-884F-AF574958949D}" type="sibTrans" cxnId="{3995205F-0627-443B-9712-347F5E2D61A5}">
      <dgm:prSet/>
      <dgm:spPr/>
      <dgm:t>
        <a:bodyPr/>
        <a:lstStyle/>
        <a:p>
          <a:endParaRPr lang="en-US"/>
        </a:p>
      </dgm:t>
    </dgm:pt>
    <dgm:pt modelId="{DC899232-0675-4100-B1F9-1986FB1AE045}">
      <dgm:prSet phldrT="[Text]"/>
      <dgm:spPr/>
      <dgm:t>
        <a:bodyPr/>
        <a:lstStyle/>
        <a:p>
          <a:r>
            <a:rPr lang="en-US" b="1" dirty="0" smtClean="0"/>
            <a:t>[Photos]</a:t>
          </a:r>
          <a:endParaRPr lang="en-US" b="1" dirty="0"/>
        </a:p>
      </dgm:t>
    </dgm:pt>
    <dgm:pt modelId="{55E83D85-D94F-4FD1-BA04-0F56E7F2F173}" type="parTrans" cxnId="{DED62869-CBE3-4AF4-AF7A-CA1CD7823A1E}">
      <dgm:prSet/>
      <dgm:spPr/>
      <dgm:t>
        <a:bodyPr/>
        <a:lstStyle/>
        <a:p>
          <a:endParaRPr lang="en-US"/>
        </a:p>
      </dgm:t>
    </dgm:pt>
    <dgm:pt modelId="{B2C3634F-0F30-4F6C-8C0F-B9D36F778154}" type="sibTrans" cxnId="{DED62869-CBE3-4AF4-AF7A-CA1CD7823A1E}">
      <dgm:prSet/>
      <dgm:spPr/>
      <dgm:t>
        <a:bodyPr/>
        <a:lstStyle/>
        <a:p>
          <a:endParaRPr lang="en-US"/>
        </a:p>
      </dgm:t>
    </dgm:pt>
    <dgm:pt modelId="{713DA717-E037-4466-80BB-DF18946472CB}">
      <dgm:prSet phldrT="[Text]"/>
      <dgm:spPr/>
      <dgm:t>
        <a:bodyPr/>
        <a:lstStyle/>
        <a:p>
          <a:r>
            <a:rPr lang="en-US" b="1" dirty="0" smtClean="0"/>
            <a:t>[Likes]</a:t>
          </a:r>
          <a:endParaRPr lang="en-US" b="1" dirty="0"/>
        </a:p>
      </dgm:t>
    </dgm:pt>
    <dgm:pt modelId="{B9D01EF4-8394-4A74-A936-001AA0741CD0}" type="parTrans" cxnId="{027D073D-2E99-4581-9F65-51BBEE8C5BF6}">
      <dgm:prSet/>
      <dgm:spPr/>
      <dgm:t>
        <a:bodyPr/>
        <a:lstStyle/>
        <a:p>
          <a:endParaRPr lang="en-US"/>
        </a:p>
      </dgm:t>
    </dgm:pt>
    <dgm:pt modelId="{8B407B4D-7131-490D-822A-3D159B962F2E}" type="sibTrans" cxnId="{027D073D-2E99-4581-9F65-51BBEE8C5BF6}">
      <dgm:prSet/>
      <dgm:spPr/>
      <dgm:t>
        <a:bodyPr/>
        <a:lstStyle/>
        <a:p>
          <a:endParaRPr lang="en-US"/>
        </a:p>
      </dgm:t>
    </dgm:pt>
    <dgm:pt modelId="{2C57C4EE-A615-462C-83D0-41967CBD9510}">
      <dgm:prSet phldrT="[Text]"/>
      <dgm:spPr/>
      <dgm:t>
        <a:bodyPr/>
        <a:lstStyle/>
        <a:p>
          <a:r>
            <a:rPr lang="en-US" b="1" dirty="0" smtClean="0"/>
            <a:t>[Comments]</a:t>
          </a:r>
          <a:endParaRPr lang="en-US" b="1" dirty="0"/>
        </a:p>
      </dgm:t>
    </dgm:pt>
    <dgm:pt modelId="{52BE951C-E895-44C7-B15B-BEEEA98D851C}" type="parTrans" cxnId="{6690495D-5281-4171-9108-937FFC284732}">
      <dgm:prSet/>
      <dgm:spPr/>
      <dgm:t>
        <a:bodyPr/>
        <a:lstStyle/>
        <a:p>
          <a:endParaRPr lang="en-US"/>
        </a:p>
      </dgm:t>
    </dgm:pt>
    <dgm:pt modelId="{461BB7F9-8C7D-46F4-AE4D-E41AA1BB39D4}" type="sibTrans" cxnId="{6690495D-5281-4171-9108-937FFC284732}">
      <dgm:prSet/>
      <dgm:spPr/>
      <dgm:t>
        <a:bodyPr/>
        <a:lstStyle/>
        <a:p>
          <a:endParaRPr lang="en-US"/>
        </a:p>
      </dgm:t>
    </dgm:pt>
    <dgm:pt modelId="{5C2040C6-7139-433B-80F5-7840F64BF7CD}">
      <dgm:prSet phldrT="[Text]"/>
      <dgm:spPr/>
      <dgm:t>
        <a:bodyPr/>
        <a:lstStyle/>
        <a:p>
          <a:r>
            <a:rPr lang="en-US" b="1" dirty="0" smtClean="0"/>
            <a:t>[Follows]</a:t>
          </a:r>
          <a:endParaRPr lang="en-US" b="1" dirty="0"/>
        </a:p>
      </dgm:t>
    </dgm:pt>
    <dgm:pt modelId="{02A6F510-5B05-43E0-92BF-9379949E364E}" type="parTrans" cxnId="{6D240369-C011-400D-BA86-DBC2610F0646}">
      <dgm:prSet/>
      <dgm:spPr/>
      <dgm:t>
        <a:bodyPr/>
        <a:lstStyle/>
        <a:p>
          <a:endParaRPr lang="en-US"/>
        </a:p>
      </dgm:t>
    </dgm:pt>
    <dgm:pt modelId="{9CF305A9-BD15-4120-914D-C16EED699CF3}" type="sibTrans" cxnId="{6D240369-C011-400D-BA86-DBC2610F0646}">
      <dgm:prSet/>
      <dgm:spPr/>
      <dgm:t>
        <a:bodyPr/>
        <a:lstStyle/>
        <a:p>
          <a:endParaRPr lang="en-US"/>
        </a:p>
      </dgm:t>
    </dgm:pt>
    <dgm:pt modelId="{D53450D9-3A98-4EE1-B1EE-3C76AB3B938B}">
      <dgm:prSet phldrT="[Text]"/>
      <dgm:spPr/>
      <dgm:t>
        <a:bodyPr/>
        <a:lstStyle/>
        <a:p>
          <a:r>
            <a:rPr lang="en-US" b="1" dirty="0" smtClean="0"/>
            <a:t>[Tags</a:t>
          </a:r>
          <a:r>
            <a:rPr lang="en-US" dirty="0" smtClean="0"/>
            <a:t>]</a:t>
          </a:r>
          <a:endParaRPr lang="en-US" dirty="0"/>
        </a:p>
      </dgm:t>
    </dgm:pt>
    <dgm:pt modelId="{AB20A62D-2A4A-4F80-AA7C-4D9571742FCE}" type="parTrans" cxnId="{E7E6D942-7575-4826-876F-08388D004CB0}">
      <dgm:prSet/>
      <dgm:spPr/>
      <dgm:t>
        <a:bodyPr/>
        <a:lstStyle/>
        <a:p>
          <a:endParaRPr lang="en-US"/>
        </a:p>
      </dgm:t>
    </dgm:pt>
    <dgm:pt modelId="{F83A89BB-1389-4C23-ABB2-5ADFEB5713A9}" type="sibTrans" cxnId="{E7E6D942-7575-4826-876F-08388D004CB0}">
      <dgm:prSet/>
      <dgm:spPr/>
      <dgm:t>
        <a:bodyPr/>
        <a:lstStyle/>
        <a:p>
          <a:endParaRPr lang="en-US"/>
        </a:p>
      </dgm:t>
    </dgm:pt>
    <dgm:pt modelId="{7D9E8429-2557-4FDB-8CA3-EE1BB2FD7EB4}">
      <dgm:prSet phldrT="[Text]"/>
      <dgm:spPr/>
      <dgm:t>
        <a:bodyPr/>
        <a:lstStyle/>
        <a:p>
          <a:r>
            <a:rPr lang="en-US" b="1" dirty="0" smtClean="0"/>
            <a:t>[</a:t>
          </a:r>
          <a:r>
            <a:rPr lang="en-US" b="1" dirty="0" err="1" smtClean="0"/>
            <a:t>Photo_Tags</a:t>
          </a:r>
          <a:r>
            <a:rPr lang="en-US" b="1" dirty="0" smtClean="0"/>
            <a:t>]</a:t>
          </a:r>
          <a:endParaRPr lang="en-US" b="1" dirty="0"/>
        </a:p>
      </dgm:t>
    </dgm:pt>
    <dgm:pt modelId="{858ADD86-3571-4B9B-9109-0B6851C8CBBC}" type="parTrans" cxnId="{EF32800C-B6B9-4FED-880A-AEF5BCF52457}">
      <dgm:prSet/>
      <dgm:spPr/>
      <dgm:t>
        <a:bodyPr/>
        <a:lstStyle/>
        <a:p>
          <a:endParaRPr lang="en-US"/>
        </a:p>
      </dgm:t>
    </dgm:pt>
    <dgm:pt modelId="{D360ECCD-EFB7-4A6E-8A54-A792D747AB98}" type="sibTrans" cxnId="{EF32800C-B6B9-4FED-880A-AEF5BCF52457}">
      <dgm:prSet/>
      <dgm:spPr/>
      <dgm:t>
        <a:bodyPr/>
        <a:lstStyle/>
        <a:p>
          <a:endParaRPr lang="en-US"/>
        </a:p>
      </dgm:t>
    </dgm:pt>
    <dgm:pt modelId="{913517A9-D48F-4DFB-AC14-621D40DA1B0C}" type="pres">
      <dgm:prSet presAssocID="{53F9C91B-B993-4DE0-8F11-E520BA6BE7C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D9DF35-C453-474E-B065-CA0BF9F30E52}" type="pres">
      <dgm:prSet presAssocID="{0529BD35-1B54-4750-97B4-4B2BECE18968}" presName="root1" presStyleCnt="0"/>
      <dgm:spPr/>
    </dgm:pt>
    <dgm:pt modelId="{F358D2A4-56D4-48AE-AD7F-008F355DCCDD}" type="pres">
      <dgm:prSet presAssocID="{0529BD35-1B54-4750-97B4-4B2BECE18968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B75594E-01B9-48D6-943B-B53BFB33A88B}" type="pres">
      <dgm:prSet presAssocID="{0529BD35-1B54-4750-97B4-4B2BECE18968}" presName="level2hierChild" presStyleCnt="0"/>
      <dgm:spPr/>
    </dgm:pt>
    <dgm:pt modelId="{3D0F785D-3930-47F6-9B8F-952DC5B8ED0B}" type="pres">
      <dgm:prSet presAssocID="{55E83D85-D94F-4FD1-BA04-0F56E7F2F173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304C462E-78F4-4EAD-AEA0-D479AE3DAEF2}" type="pres">
      <dgm:prSet presAssocID="{55E83D85-D94F-4FD1-BA04-0F56E7F2F173}" presName="connTx" presStyleLbl="parChTrans1D2" presStyleIdx="0" presStyleCnt="2"/>
      <dgm:spPr/>
      <dgm:t>
        <a:bodyPr/>
        <a:lstStyle/>
        <a:p>
          <a:endParaRPr lang="en-US"/>
        </a:p>
      </dgm:t>
    </dgm:pt>
    <dgm:pt modelId="{1C8DA353-0255-4AA1-9336-9A5A6D951E47}" type="pres">
      <dgm:prSet presAssocID="{DC899232-0675-4100-B1F9-1986FB1AE045}" presName="root2" presStyleCnt="0"/>
      <dgm:spPr/>
    </dgm:pt>
    <dgm:pt modelId="{9D527FE1-7D19-4CE2-BB8A-DD3B49AD4503}" type="pres">
      <dgm:prSet presAssocID="{DC899232-0675-4100-B1F9-1986FB1AE045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D72B8AA-48CA-4765-87FA-42055601BD3A}" type="pres">
      <dgm:prSet presAssocID="{DC899232-0675-4100-B1F9-1986FB1AE045}" presName="level3hierChild" presStyleCnt="0"/>
      <dgm:spPr/>
    </dgm:pt>
    <dgm:pt modelId="{4E256FC6-56AE-4284-B940-0A42C7184431}" type="pres">
      <dgm:prSet presAssocID="{B9D01EF4-8394-4A74-A936-001AA0741CD0}" presName="conn2-1" presStyleLbl="parChTrans1D3" presStyleIdx="0" presStyleCnt="4"/>
      <dgm:spPr/>
      <dgm:t>
        <a:bodyPr/>
        <a:lstStyle/>
        <a:p>
          <a:endParaRPr lang="en-US"/>
        </a:p>
      </dgm:t>
    </dgm:pt>
    <dgm:pt modelId="{487F4382-6EAF-49B0-9CF2-E56F1A1A62EE}" type="pres">
      <dgm:prSet presAssocID="{B9D01EF4-8394-4A74-A936-001AA0741CD0}" presName="connTx" presStyleLbl="parChTrans1D3" presStyleIdx="0" presStyleCnt="4"/>
      <dgm:spPr/>
      <dgm:t>
        <a:bodyPr/>
        <a:lstStyle/>
        <a:p>
          <a:endParaRPr lang="en-US"/>
        </a:p>
      </dgm:t>
    </dgm:pt>
    <dgm:pt modelId="{692D7B57-3D44-4FB0-96F8-0FD7CE83AE1A}" type="pres">
      <dgm:prSet presAssocID="{713DA717-E037-4466-80BB-DF18946472CB}" presName="root2" presStyleCnt="0"/>
      <dgm:spPr/>
    </dgm:pt>
    <dgm:pt modelId="{BD386440-2FC0-4F7F-A9A8-F8C101EE5000}" type="pres">
      <dgm:prSet presAssocID="{713DA717-E037-4466-80BB-DF18946472CB}" presName="LevelTwoTextNode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88DDD2B-BA83-4E07-BD95-2B62D2374F2E}" type="pres">
      <dgm:prSet presAssocID="{713DA717-E037-4466-80BB-DF18946472CB}" presName="level3hierChild" presStyleCnt="0"/>
      <dgm:spPr/>
    </dgm:pt>
    <dgm:pt modelId="{CC021CD2-DCF0-4FA4-99C6-4AF5FFB2C54F}" type="pres">
      <dgm:prSet presAssocID="{52BE951C-E895-44C7-B15B-BEEEA98D851C}" presName="conn2-1" presStyleLbl="parChTrans1D3" presStyleIdx="1" presStyleCnt="4"/>
      <dgm:spPr/>
      <dgm:t>
        <a:bodyPr/>
        <a:lstStyle/>
        <a:p>
          <a:endParaRPr lang="en-US"/>
        </a:p>
      </dgm:t>
    </dgm:pt>
    <dgm:pt modelId="{7DA44334-981C-4CAF-BB41-57939AA75190}" type="pres">
      <dgm:prSet presAssocID="{52BE951C-E895-44C7-B15B-BEEEA98D851C}" presName="connTx" presStyleLbl="parChTrans1D3" presStyleIdx="1" presStyleCnt="4"/>
      <dgm:spPr/>
      <dgm:t>
        <a:bodyPr/>
        <a:lstStyle/>
        <a:p>
          <a:endParaRPr lang="en-US"/>
        </a:p>
      </dgm:t>
    </dgm:pt>
    <dgm:pt modelId="{230033CB-3E1C-4D79-9AA5-DA64239AD206}" type="pres">
      <dgm:prSet presAssocID="{2C57C4EE-A615-462C-83D0-41967CBD9510}" presName="root2" presStyleCnt="0"/>
      <dgm:spPr/>
    </dgm:pt>
    <dgm:pt modelId="{1DE1283D-F7A2-4668-A855-1A9F034E697C}" type="pres">
      <dgm:prSet presAssocID="{2C57C4EE-A615-462C-83D0-41967CBD9510}" presName="LevelTwoTextNode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D7013DA-C29D-46E3-B71A-66F2F38E7496}" type="pres">
      <dgm:prSet presAssocID="{2C57C4EE-A615-462C-83D0-41967CBD9510}" presName="level3hierChild" presStyleCnt="0"/>
      <dgm:spPr/>
    </dgm:pt>
    <dgm:pt modelId="{C3E05D6D-52EA-4BB8-99EB-DC232137C02F}" type="pres">
      <dgm:prSet presAssocID="{02A6F510-5B05-43E0-92BF-9379949E364E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92FEE512-1C82-48F7-B4CC-19BA235BD289}" type="pres">
      <dgm:prSet presAssocID="{02A6F510-5B05-43E0-92BF-9379949E364E}" presName="connTx" presStyleLbl="parChTrans1D2" presStyleIdx="1" presStyleCnt="2"/>
      <dgm:spPr/>
      <dgm:t>
        <a:bodyPr/>
        <a:lstStyle/>
        <a:p>
          <a:endParaRPr lang="en-US"/>
        </a:p>
      </dgm:t>
    </dgm:pt>
    <dgm:pt modelId="{40E3A70F-3CA7-43C4-B2B1-0F955FC79F17}" type="pres">
      <dgm:prSet presAssocID="{5C2040C6-7139-433B-80F5-7840F64BF7CD}" presName="root2" presStyleCnt="0"/>
      <dgm:spPr/>
    </dgm:pt>
    <dgm:pt modelId="{9F81FE59-27DF-45F7-90DD-8BC714622A5F}" type="pres">
      <dgm:prSet presAssocID="{5C2040C6-7139-433B-80F5-7840F64BF7CD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7BE29F6-CA9E-4D7E-83A2-DD13695EB7C1}" type="pres">
      <dgm:prSet presAssocID="{5C2040C6-7139-433B-80F5-7840F64BF7CD}" presName="level3hierChild" presStyleCnt="0"/>
      <dgm:spPr/>
    </dgm:pt>
    <dgm:pt modelId="{A2AF56F5-07E5-4802-AA9F-D3F9AD2C9E58}" type="pres">
      <dgm:prSet presAssocID="{AB20A62D-2A4A-4F80-AA7C-4D9571742FCE}" presName="conn2-1" presStyleLbl="parChTrans1D3" presStyleIdx="2" presStyleCnt="4"/>
      <dgm:spPr/>
      <dgm:t>
        <a:bodyPr/>
        <a:lstStyle/>
        <a:p>
          <a:endParaRPr lang="en-US"/>
        </a:p>
      </dgm:t>
    </dgm:pt>
    <dgm:pt modelId="{193ECB3A-3308-4115-A222-8D2DE27E036B}" type="pres">
      <dgm:prSet presAssocID="{AB20A62D-2A4A-4F80-AA7C-4D9571742FCE}" presName="connTx" presStyleLbl="parChTrans1D3" presStyleIdx="2" presStyleCnt="4"/>
      <dgm:spPr/>
      <dgm:t>
        <a:bodyPr/>
        <a:lstStyle/>
        <a:p>
          <a:endParaRPr lang="en-US"/>
        </a:p>
      </dgm:t>
    </dgm:pt>
    <dgm:pt modelId="{43666C1D-58BD-4DF8-BFB8-1B98D2719BE1}" type="pres">
      <dgm:prSet presAssocID="{D53450D9-3A98-4EE1-B1EE-3C76AB3B938B}" presName="root2" presStyleCnt="0"/>
      <dgm:spPr/>
    </dgm:pt>
    <dgm:pt modelId="{FA15F234-35DF-4513-8736-26D8C7F6BDC8}" type="pres">
      <dgm:prSet presAssocID="{D53450D9-3A98-4EE1-B1EE-3C76AB3B938B}" presName="LevelTwoTextNod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910C53D-261E-4B69-940D-49F89974DC3B}" type="pres">
      <dgm:prSet presAssocID="{D53450D9-3A98-4EE1-B1EE-3C76AB3B938B}" presName="level3hierChild" presStyleCnt="0"/>
      <dgm:spPr/>
    </dgm:pt>
    <dgm:pt modelId="{C1AC9444-590D-421A-AD44-77DDA93947E0}" type="pres">
      <dgm:prSet presAssocID="{858ADD86-3571-4B9B-9109-0B6851C8CBBC}" presName="conn2-1" presStyleLbl="parChTrans1D3" presStyleIdx="3" presStyleCnt="4"/>
      <dgm:spPr/>
      <dgm:t>
        <a:bodyPr/>
        <a:lstStyle/>
        <a:p>
          <a:endParaRPr lang="en-US"/>
        </a:p>
      </dgm:t>
    </dgm:pt>
    <dgm:pt modelId="{B145FA23-8893-4746-9B85-5916A2836430}" type="pres">
      <dgm:prSet presAssocID="{858ADD86-3571-4B9B-9109-0B6851C8CBBC}" presName="connTx" presStyleLbl="parChTrans1D3" presStyleIdx="3" presStyleCnt="4"/>
      <dgm:spPr/>
      <dgm:t>
        <a:bodyPr/>
        <a:lstStyle/>
        <a:p>
          <a:endParaRPr lang="en-US"/>
        </a:p>
      </dgm:t>
    </dgm:pt>
    <dgm:pt modelId="{9A619279-EE78-4E6B-95A9-E74DB58E96FA}" type="pres">
      <dgm:prSet presAssocID="{7D9E8429-2557-4FDB-8CA3-EE1BB2FD7EB4}" presName="root2" presStyleCnt="0"/>
      <dgm:spPr/>
    </dgm:pt>
    <dgm:pt modelId="{FC430D8F-D2CA-4E38-8650-16677C09EEA8}" type="pres">
      <dgm:prSet presAssocID="{7D9E8429-2557-4FDB-8CA3-EE1BB2FD7EB4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0296767-A3C9-4397-A7CD-4477F223130D}" type="pres">
      <dgm:prSet presAssocID="{7D9E8429-2557-4FDB-8CA3-EE1BB2FD7EB4}" presName="level3hierChild" presStyleCnt="0"/>
      <dgm:spPr/>
    </dgm:pt>
  </dgm:ptLst>
  <dgm:cxnLst>
    <dgm:cxn modelId="{09D50271-7170-4168-889D-4B0F10C748F1}" type="presOf" srcId="{858ADD86-3571-4B9B-9109-0B6851C8CBBC}" destId="{C1AC9444-590D-421A-AD44-77DDA93947E0}" srcOrd="0" destOrd="0" presId="urn:microsoft.com/office/officeart/2005/8/layout/hierarchy2"/>
    <dgm:cxn modelId="{F6C40223-CF8B-485E-9863-8E432B0C6562}" type="presOf" srcId="{02A6F510-5B05-43E0-92BF-9379949E364E}" destId="{C3E05D6D-52EA-4BB8-99EB-DC232137C02F}" srcOrd="0" destOrd="0" presId="urn:microsoft.com/office/officeart/2005/8/layout/hierarchy2"/>
    <dgm:cxn modelId="{E7E6D942-7575-4826-876F-08388D004CB0}" srcId="{5C2040C6-7139-433B-80F5-7840F64BF7CD}" destId="{D53450D9-3A98-4EE1-B1EE-3C76AB3B938B}" srcOrd="0" destOrd="0" parTransId="{AB20A62D-2A4A-4F80-AA7C-4D9571742FCE}" sibTransId="{F83A89BB-1389-4C23-ABB2-5ADFEB5713A9}"/>
    <dgm:cxn modelId="{3C48B95E-EC1A-4313-85BD-02506E6623BE}" type="presOf" srcId="{D53450D9-3A98-4EE1-B1EE-3C76AB3B938B}" destId="{FA15F234-35DF-4513-8736-26D8C7F6BDC8}" srcOrd="0" destOrd="0" presId="urn:microsoft.com/office/officeart/2005/8/layout/hierarchy2"/>
    <dgm:cxn modelId="{027D073D-2E99-4581-9F65-51BBEE8C5BF6}" srcId="{DC899232-0675-4100-B1F9-1986FB1AE045}" destId="{713DA717-E037-4466-80BB-DF18946472CB}" srcOrd="0" destOrd="0" parTransId="{B9D01EF4-8394-4A74-A936-001AA0741CD0}" sibTransId="{8B407B4D-7131-490D-822A-3D159B962F2E}"/>
    <dgm:cxn modelId="{6690495D-5281-4171-9108-937FFC284732}" srcId="{DC899232-0675-4100-B1F9-1986FB1AE045}" destId="{2C57C4EE-A615-462C-83D0-41967CBD9510}" srcOrd="1" destOrd="0" parTransId="{52BE951C-E895-44C7-B15B-BEEEA98D851C}" sibTransId="{461BB7F9-8C7D-46F4-AE4D-E41AA1BB39D4}"/>
    <dgm:cxn modelId="{F934A1FC-6F46-41FF-B913-17937092E928}" type="presOf" srcId="{5C2040C6-7139-433B-80F5-7840F64BF7CD}" destId="{9F81FE59-27DF-45F7-90DD-8BC714622A5F}" srcOrd="0" destOrd="0" presId="urn:microsoft.com/office/officeart/2005/8/layout/hierarchy2"/>
    <dgm:cxn modelId="{1745E242-2BED-4FFB-BB2B-545DD6D482C0}" type="presOf" srcId="{52BE951C-E895-44C7-B15B-BEEEA98D851C}" destId="{7DA44334-981C-4CAF-BB41-57939AA75190}" srcOrd="1" destOrd="0" presId="urn:microsoft.com/office/officeart/2005/8/layout/hierarchy2"/>
    <dgm:cxn modelId="{D4DB9E42-0550-44CE-A308-03F86EE16719}" type="presOf" srcId="{55E83D85-D94F-4FD1-BA04-0F56E7F2F173}" destId="{304C462E-78F4-4EAD-AEA0-D479AE3DAEF2}" srcOrd="1" destOrd="0" presId="urn:microsoft.com/office/officeart/2005/8/layout/hierarchy2"/>
    <dgm:cxn modelId="{EF32800C-B6B9-4FED-880A-AEF5BCF52457}" srcId="{5C2040C6-7139-433B-80F5-7840F64BF7CD}" destId="{7D9E8429-2557-4FDB-8CA3-EE1BB2FD7EB4}" srcOrd="1" destOrd="0" parTransId="{858ADD86-3571-4B9B-9109-0B6851C8CBBC}" sibTransId="{D360ECCD-EFB7-4A6E-8A54-A792D747AB98}"/>
    <dgm:cxn modelId="{E2AE57F5-630E-4750-9E73-3E2D70A1BF08}" type="presOf" srcId="{55E83D85-D94F-4FD1-BA04-0F56E7F2F173}" destId="{3D0F785D-3930-47F6-9B8F-952DC5B8ED0B}" srcOrd="0" destOrd="0" presId="urn:microsoft.com/office/officeart/2005/8/layout/hierarchy2"/>
    <dgm:cxn modelId="{581DC47D-A49C-4828-8184-E77836C6A878}" type="presOf" srcId="{52BE951C-E895-44C7-B15B-BEEEA98D851C}" destId="{CC021CD2-DCF0-4FA4-99C6-4AF5FFB2C54F}" srcOrd="0" destOrd="0" presId="urn:microsoft.com/office/officeart/2005/8/layout/hierarchy2"/>
    <dgm:cxn modelId="{96E8C569-F037-4F82-BD25-144746DAF586}" type="presOf" srcId="{DC899232-0675-4100-B1F9-1986FB1AE045}" destId="{9D527FE1-7D19-4CE2-BB8A-DD3B49AD4503}" srcOrd="0" destOrd="0" presId="urn:microsoft.com/office/officeart/2005/8/layout/hierarchy2"/>
    <dgm:cxn modelId="{3995205F-0627-443B-9712-347F5E2D61A5}" srcId="{53F9C91B-B993-4DE0-8F11-E520BA6BE7C5}" destId="{0529BD35-1B54-4750-97B4-4B2BECE18968}" srcOrd="0" destOrd="0" parTransId="{A315C86A-7C71-4776-8B6B-E383EAB6902F}" sibTransId="{D60FA357-F240-478A-884F-AF574958949D}"/>
    <dgm:cxn modelId="{432D4970-29E4-4E3F-A442-547B1AFDEE79}" type="presOf" srcId="{02A6F510-5B05-43E0-92BF-9379949E364E}" destId="{92FEE512-1C82-48F7-B4CC-19BA235BD289}" srcOrd="1" destOrd="0" presId="urn:microsoft.com/office/officeart/2005/8/layout/hierarchy2"/>
    <dgm:cxn modelId="{6D240369-C011-400D-BA86-DBC2610F0646}" srcId="{0529BD35-1B54-4750-97B4-4B2BECE18968}" destId="{5C2040C6-7139-433B-80F5-7840F64BF7CD}" srcOrd="1" destOrd="0" parTransId="{02A6F510-5B05-43E0-92BF-9379949E364E}" sibTransId="{9CF305A9-BD15-4120-914D-C16EED699CF3}"/>
    <dgm:cxn modelId="{55811D2A-7BF8-4B68-9404-20F5397ED31B}" type="presOf" srcId="{53F9C91B-B993-4DE0-8F11-E520BA6BE7C5}" destId="{913517A9-D48F-4DFB-AC14-621D40DA1B0C}" srcOrd="0" destOrd="0" presId="urn:microsoft.com/office/officeart/2005/8/layout/hierarchy2"/>
    <dgm:cxn modelId="{B62DBE80-17D9-487F-9F92-35407E73B5ED}" type="presOf" srcId="{713DA717-E037-4466-80BB-DF18946472CB}" destId="{BD386440-2FC0-4F7F-A9A8-F8C101EE5000}" srcOrd="0" destOrd="0" presId="urn:microsoft.com/office/officeart/2005/8/layout/hierarchy2"/>
    <dgm:cxn modelId="{5B577EF4-DF69-46B9-BDBF-37DE11E2900D}" type="presOf" srcId="{858ADD86-3571-4B9B-9109-0B6851C8CBBC}" destId="{B145FA23-8893-4746-9B85-5916A2836430}" srcOrd="1" destOrd="0" presId="urn:microsoft.com/office/officeart/2005/8/layout/hierarchy2"/>
    <dgm:cxn modelId="{5E83EF6A-2015-49B8-867C-F8968741E437}" type="presOf" srcId="{AB20A62D-2A4A-4F80-AA7C-4D9571742FCE}" destId="{193ECB3A-3308-4115-A222-8D2DE27E036B}" srcOrd="1" destOrd="0" presId="urn:microsoft.com/office/officeart/2005/8/layout/hierarchy2"/>
    <dgm:cxn modelId="{98016D32-2CE7-49AE-8966-9359C8EE2EDF}" type="presOf" srcId="{AB20A62D-2A4A-4F80-AA7C-4D9571742FCE}" destId="{A2AF56F5-07E5-4802-AA9F-D3F9AD2C9E58}" srcOrd="0" destOrd="0" presId="urn:microsoft.com/office/officeart/2005/8/layout/hierarchy2"/>
    <dgm:cxn modelId="{A1E5DBCE-57B5-4282-B528-C15271449C51}" type="presOf" srcId="{7D9E8429-2557-4FDB-8CA3-EE1BB2FD7EB4}" destId="{FC430D8F-D2CA-4E38-8650-16677C09EEA8}" srcOrd="0" destOrd="0" presId="urn:microsoft.com/office/officeart/2005/8/layout/hierarchy2"/>
    <dgm:cxn modelId="{87C44DE1-59C0-41D9-978E-61941F7C5777}" type="presOf" srcId="{2C57C4EE-A615-462C-83D0-41967CBD9510}" destId="{1DE1283D-F7A2-4668-A855-1A9F034E697C}" srcOrd="0" destOrd="0" presId="urn:microsoft.com/office/officeart/2005/8/layout/hierarchy2"/>
    <dgm:cxn modelId="{DED62869-CBE3-4AF4-AF7A-CA1CD7823A1E}" srcId="{0529BD35-1B54-4750-97B4-4B2BECE18968}" destId="{DC899232-0675-4100-B1F9-1986FB1AE045}" srcOrd="0" destOrd="0" parTransId="{55E83D85-D94F-4FD1-BA04-0F56E7F2F173}" sibTransId="{B2C3634F-0F30-4F6C-8C0F-B9D36F778154}"/>
    <dgm:cxn modelId="{1F5D1DF6-DFE2-4969-9624-B1BC5B7E9005}" type="presOf" srcId="{0529BD35-1B54-4750-97B4-4B2BECE18968}" destId="{F358D2A4-56D4-48AE-AD7F-008F355DCCDD}" srcOrd="0" destOrd="0" presId="urn:microsoft.com/office/officeart/2005/8/layout/hierarchy2"/>
    <dgm:cxn modelId="{4E526557-4790-48F0-8AB9-D643497211C7}" type="presOf" srcId="{B9D01EF4-8394-4A74-A936-001AA0741CD0}" destId="{4E256FC6-56AE-4284-B940-0A42C7184431}" srcOrd="0" destOrd="0" presId="urn:microsoft.com/office/officeart/2005/8/layout/hierarchy2"/>
    <dgm:cxn modelId="{20B2157B-9728-45CB-B678-11561BE7BAB5}" type="presOf" srcId="{B9D01EF4-8394-4A74-A936-001AA0741CD0}" destId="{487F4382-6EAF-49B0-9CF2-E56F1A1A62EE}" srcOrd="1" destOrd="0" presId="urn:microsoft.com/office/officeart/2005/8/layout/hierarchy2"/>
    <dgm:cxn modelId="{672F83B2-B016-4523-884E-261A08FD56E3}" type="presParOf" srcId="{913517A9-D48F-4DFB-AC14-621D40DA1B0C}" destId="{99D9DF35-C453-474E-B065-CA0BF9F30E52}" srcOrd="0" destOrd="0" presId="urn:microsoft.com/office/officeart/2005/8/layout/hierarchy2"/>
    <dgm:cxn modelId="{29A2B9C1-F553-4686-8A35-E11CFB679508}" type="presParOf" srcId="{99D9DF35-C453-474E-B065-CA0BF9F30E52}" destId="{F358D2A4-56D4-48AE-AD7F-008F355DCCDD}" srcOrd="0" destOrd="0" presId="urn:microsoft.com/office/officeart/2005/8/layout/hierarchy2"/>
    <dgm:cxn modelId="{8CF0B040-608B-42F5-B5CF-EB7EA6C6206D}" type="presParOf" srcId="{99D9DF35-C453-474E-B065-CA0BF9F30E52}" destId="{2B75594E-01B9-48D6-943B-B53BFB33A88B}" srcOrd="1" destOrd="0" presId="urn:microsoft.com/office/officeart/2005/8/layout/hierarchy2"/>
    <dgm:cxn modelId="{2337E92A-15F2-405E-8A3C-6076A0B2B864}" type="presParOf" srcId="{2B75594E-01B9-48D6-943B-B53BFB33A88B}" destId="{3D0F785D-3930-47F6-9B8F-952DC5B8ED0B}" srcOrd="0" destOrd="0" presId="urn:microsoft.com/office/officeart/2005/8/layout/hierarchy2"/>
    <dgm:cxn modelId="{CC53E4AC-2F4B-4888-BA30-DA1C30CA527E}" type="presParOf" srcId="{3D0F785D-3930-47F6-9B8F-952DC5B8ED0B}" destId="{304C462E-78F4-4EAD-AEA0-D479AE3DAEF2}" srcOrd="0" destOrd="0" presId="urn:microsoft.com/office/officeart/2005/8/layout/hierarchy2"/>
    <dgm:cxn modelId="{B9496CB3-4A8B-4DB9-8E3D-52F9F0C7054D}" type="presParOf" srcId="{2B75594E-01B9-48D6-943B-B53BFB33A88B}" destId="{1C8DA353-0255-4AA1-9336-9A5A6D951E47}" srcOrd="1" destOrd="0" presId="urn:microsoft.com/office/officeart/2005/8/layout/hierarchy2"/>
    <dgm:cxn modelId="{39308A07-FF50-4A1A-A5C6-8D1647CF7A01}" type="presParOf" srcId="{1C8DA353-0255-4AA1-9336-9A5A6D951E47}" destId="{9D527FE1-7D19-4CE2-BB8A-DD3B49AD4503}" srcOrd="0" destOrd="0" presId="urn:microsoft.com/office/officeart/2005/8/layout/hierarchy2"/>
    <dgm:cxn modelId="{5636CB81-8F33-4EF9-9BAC-C6B890E418D4}" type="presParOf" srcId="{1C8DA353-0255-4AA1-9336-9A5A6D951E47}" destId="{FD72B8AA-48CA-4765-87FA-42055601BD3A}" srcOrd="1" destOrd="0" presId="urn:microsoft.com/office/officeart/2005/8/layout/hierarchy2"/>
    <dgm:cxn modelId="{3030E817-84AC-421E-B9D0-EFA932B6971F}" type="presParOf" srcId="{FD72B8AA-48CA-4765-87FA-42055601BD3A}" destId="{4E256FC6-56AE-4284-B940-0A42C7184431}" srcOrd="0" destOrd="0" presId="urn:microsoft.com/office/officeart/2005/8/layout/hierarchy2"/>
    <dgm:cxn modelId="{3122D08F-39DE-486F-B3B1-02220A1308FB}" type="presParOf" srcId="{4E256FC6-56AE-4284-B940-0A42C7184431}" destId="{487F4382-6EAF-49B0-9CF2-E56F1A1A62EE}" srcOrd="0" destOrd="0" presId="urn:microsoft.com/office/officeart/2005/8/layout/hierarchy2"/>
    <dgm:cxn modelId="{74D87E20-0EF4-4070-A592-3FBE79675A36}" type="presParOf" srcId="{FD72B8AA-48CA-4765-87FA-42055601BD3A}" destId="{692D7B57-3D44-4FB0-96F8-0FD7CE83AE1A}" srcOrd="1" destOrd="0" presId="urn:microsoft.com/office/officeart/2005/8/layout/hierarchy2"/>
    <dgm:cxn modelId="{03560F1A-40EC-4EAD-B9D1-26332FF564F9}" type="presParOf" srcId="{692D7B57-3D44-4FB0-96F8-0FD7CE83AE1A}" destId="{BD386440-2FC0-4F7F-A9A8-F8C101EE5000}" srcOrd="0" destOrd="0" presId="urn:microsoft.com/office/officeart/2005/8/layout/hierarchy2"/>
    <dgm:cxn modelId="{22E8D957-697C-4831-AF75-2599A0A82E95}" type="presParOf" srcId="{692D7B57-3D44-4FB0-96F8-0FD7CE83AE1A}" destId="{288DDD2B-BA83-4E07-BD95-2B62D2374F2E}" srcOrd="1" destOrd="0" presId="urn:microsoft.com/office/officeart/2005/8/layout/hierarchy2"/>
    <dgm:cxn modelId="{B0EB2E43-6A70-4746-A3F1-8E16022DD163}" type="presParOf" srcId="{FD72B8AA-48CA-4765-87FA-42055601BD3A}" destId="{CC021CD2-DCF0-4FA4-99C6-4AF5FFB2C54F}" srcOrd="2" destOrd="0" presId="urn:microsoft.com/office/officeart/2005/8/layout/hierarchy2"/>
    <dgm:cxn modelId="{8FB0E132-3ADE-428E-932E-9CBD81BBB791}" type="presParOf" srcId="{CC021CD2-DCF0-4FA4-99C6-4AF5FFB2C54F}" destId="{7DA44334-981C-4CAF-BB41-57939AA75190}" srcOrd="0" destOrd="0" presId="urn:microsoft.com/office/officeart/2005/8/layout/hierarchy2"/>
    <dgm:cxn modelId="{3E415852-6A44-4ADA-9DF3-0CB0FCE477D3}" type="presParOf" srcId="{FD72B8AA-48CA-4765-87FA-42055601BD3A}" destId="{230033CB-3E1C-4D79-9AA5-DA64239AD206}" srcOrd="3" destOrd="0" presId="urn:microsoft.com/office/officeart/2005/8/layout/hierarchy2"/>
    <dgm:cxn modelId="{C13B91F9-2DCC-4FBF-A1D9-A28729B4BA70}" type="presParOf" srcId="{230033CB-3E1C-4D79-9AA5-DA64239AD206}" destId="{1DE1283D-F7A2-4668-A855-1A9F034E697C}" srcOrd="0" destOrd="0" presId="urn:microsoft.com/office/officeart/2005/8/layout/hierarchy2"/>
    <dgm:cxn modelId="{1F084C26-C79C-4876-A141-B302CB143AA9}" type="presParOf" srcId="{230033CB-3E1C-4D79-9AA5-DA64239AD206}" destId="{0D7013DA-C29D-46E3-B71A-66F2F38E7496}" srcOrd="1" destOrd="0" presId="urn:microsoft.com/office/officeart/2005/8/layout/hierarchy2"/>
    <dgm:cxn modelId="{01CF8055-7913-4EDE-84FA-F0C492FEA730}" type="presParOf" srcId="{2B75594E-01B9-48D6-943B-B53BFB33A88B}" destId="{C3E05D6D-52EA-4BB8-99EB-DC232137C02F}" srcOrd="2" destOrd="0" presId="urn:microsoft.com/office/officeart/2005/8/layout/hierarchy2"/>
    <dgm:cxn modelId="{D5D51D54-DB71-4153-B037-55849F9A2CFD}" type="presParOf" srcId="{C3E05D6D-52EA-4BB8-99EB-DC232137C02F}" destId="{92FEE512-1C82-48F7-B4CC-19BA235BD289}" srcOrd="0" destOrd="0" presId="urn:microsoft.com/office/officeart/2005/8/layout/hierarchy2"/>
    <dgm:cxn modelId="{D8E57785-906E-47D2-BD33-E391DD3749A1}" type="presParOf" srcId="{2B75594E-01B9-48D6-943B-B53BFB33A88B}" destId="{40E3A70F-3CA7-43C4-B2B1-0F955FC79F17}" srcOrd="3" destOrd="0" presId="urn:microsoft.com/office/officeart/2005/8/layout/hierarchy2"/>
    <dgm:cxn modelId="{760475F3-7666-43D9-85F5-8A2DAC5B8382}" type="presParOf" srcId="{40E3A70F-3CA7-43C4-B2B1-0F955FC79F17}" destId="{9F81FE59-27DF-45F7-90DD-8BC714622A5F}" srcOrd="0" destOrd="0" presId="urn:microsoft.com/office/officeart/2005/8/layout/hierarchy2"/>
    <dgm:cxn modelId="{5BA75702-BDBF-4C93-BCA3-025ED52F06DF}" type="presParOf" srcId="{40E3A70F-3CA7-43C4-B2B1-0F955FC79F17}" destId="{B7BE29F6-CA9E-4D7E-83A2-DD13695EB7C1}" srcOrd="1" destOrd="0" presId="urn:microsoft.com/office/officeart/2005/8/layout/hierarchy2"/>
    <dgm:cxn modelId="{AEA1B95E-D0A5-4A91-AF2C-01FBAA86DE41}" type="presParOf" srcId="{B7BE29F6-CA9E-4D7E-83A2-DD13695EB7C1}" destId="{A2AF56F5-07E5-4802-AA9F-D3F9AD2C9E58}" srcOrd="0" destOrd="0" presId="urn:microsoft.com/office/officeart/2005/8/layout/hierarchy2"/>
    <dgm:cxn modelId="{C2A9C446-D03A-4C23-8E99-552A90F088C1}" type="presParOf" srcId="{A2AF56F5-07E5-4802-AA9F-D3F9AD2C9E58}" destId="{193ECB3A-3308-4115-A222-8D2DE27E036B}" srcOrd="0" destOrd="0" presId="urn:microsoft.com/office/officeart/2005/8/layout/hierarchy2"/>
    <dgm:cxn modelId="{6B24F375-4619-4B0D-B6C3-CE363E7FEF5A}" type="presParOf" srcId="{B7BE29F6-CA9E-4D7E-83A2-DD13695EB7C1}" destId="{43666C1D-58BD-4DF8-BFB8-1B98D2719BE1}" srcOrd="1" destOrd="0" presId="urn:microsoft.com/office/officeart/2005/8/layout/hierarchy2"/>
    <dgm:cxn modelId="{F4C90455-D696-4EEC-84D4-EDE8BAF7C2CE}" type="presParOf" srcId="{43666C1D-58BD-4DF8-BFB8-1B98D2719BE1}" destId="{FA15F234-35DF-4513-8736-26D8C7F6BDC8}" srcOrd="0" destOrd="0" presId="urn:microsoft.com/office/officeart/2005/8/layout/hierarchy2"/>
    <dgm:cxn modelId="{EFC531F1-334D-4B4E-A725-83D20003A9EF}" type="presParOf" srcId="{43666C1D-58BD-4DF8-BFB8-1B98D2719BE1}" destId="{B910C53D-261E-4B69-940D-49F89974DC3B}" srcOrd="1" destOrd="0" presId="urn:microsoft.com/office/officeart/2005/8/layout/hierarchy2"/>
    <dgm:cxn modelId="{7084A3B0-CF05-4FD4-BA79-11503195ECF4}" type="presParOf" srcId="{B7BE29F6-CA9E-4D7E-83A2-DD13695EB7C1}" destId="{C1AC9444-590D-421A-AD44-77DDA93947E0}" srcOrd="2" destOrd="0" presId="urn:microsoft.com/office/officeart/2005/8/layout/hierarchy2"/>
    <dgm:cxn modelId="{D2329F5C-CFD1-4C84-9687-A691597FF763}" type="presParOf" srcId="{C1AC9444-590D-421A-AD44-77DDA93947E0}" destId="{B145FA23-8893-4746-9B85-5916A2836430}" srcOrd="0" destOrd="0" presId="urn:microsoft.com/office/officeart/2005/8/layout/hierarchy2"/>
    <dgm:cxn modelId="{31FE1549-A203-4F58-8DEB-F15C5BC41C6C}" type="presParOf" srcId="{B7BE29F6-CA9E-4D7E-83A2-DD13695EB7C1}" destId="{9A619279-EE78-4E6B-95A9-E74DB58E96FA}" srcOrd="3" destOrd="0" presId="urn:microsoft.com/office/officeart/2005/8/layout/hierarchy2"/>
    <dgm:cxn modelId="{45688DEF-C0FB-4234-8215-497ED6F43116}" type="presParOf" srcId="{9A619279-EE78-4E6B-95A9-E74DB58E96FA}" destId="{FC430D8F-D2CA-4E38-8650-16677C09EEA8}" srcOrd="0" destOrd="0" presId="urn:microsoft.com/office/officeart/2005/8/layout/hierarchy2"/>
    <dgm:cxn modelId="{6A35347C-5D24-457B-87CD-2DE022805B0A}" type="presParOf" srcId="{9A619279-EE78-4E6B-95A9-E74DB58E96FA}" destId="{A0296767-A3C9-4397-A7CD-4477F223130D}" srcOrd="1" destOrd="0" presId="urn:microsoft.com/office/officeart/2005/8/layout/hierarchy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CCC20C-7423-4070-AFA4-E5351E9E1159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AF58D77-6254-400D-B17E-E61B87313CA8}">
      <dgm:prSet phldrT="[Text]" custT="1"/>
      <dgm:spPr/>
      <dgm:t>
        <a:bodyPr/>
        <a:lstStyle/>
        <a:p>
          <a:r>
            <a:rPr lang="en-US" sz="2800" b="1" dirty="0" smtClean="0"/>
            <a:t>[SQL  Techniques]</a:t>
          </a:r>
          <a:endParaRPr lang="en-US" sz="2800" b="1" dirty="0"/>
        </a:p>
      </dgm:t>
    </dgm:pt>
    <dgm:pt modelId="{84403553-48BF-46DC-BBD4-D40C246D4E27}" type="parTrans" cxnId="{15C19272-74AB-4C85-8B26-66C1BF191426}">
      <dgm:prSet/>
      <dgm:spPr/>
      <dgm:t>
        <a:bodyPr/>
        <a:lstStyle/>
        <a:p>
          <a:endParaRPr lang="en-US"/>
        </a:p>
      </dgm:t>
    </dgm:pt>
    <dgm:pt modelId="{27EEB346-52AA-401F-95EF-BD16C7035B1B}" type="sibTrans" cxnId="{15C19272-74AB-4C85-8B26-66C1BF191426}">
      <dgm:prSet/>
      <dgm:spPr/>
      <dgm:t>
        <a:bodyPr/>
        <a:lstStyle/>
        <a:p>
          <a:endParaRPr lang="en-US"/>
        </a:p>
      </dgm:t>
    </dgm:pt>
    <dgm:pt modelId="{851FAD72-B201-4264-A8C7-DC2412E7BF1A}">
      <dgm:prSet/>
      <dgm:spPr/>
      <dgm:t>
        <a:bodyPr/>
        <a:lstStyle/>
        <a:p>
          <a:r>
            <a:rPr lang="en-US" b="1" dirty="0" smtClean="0">
              <a:latin typeface="Arial" pitchFamily="34" charset="0"/>
              <a:cs typeface="Arial" pitchFamily="34" charset="0"/>
            </a:rPr>
            <a:t>CTE</a:t>
          </a:r>
          <a:r>
            <a:rPr lang="en-US" dirty="0" smtClean="0">
              <a:latin typeface="Arial" pitchFamily="34" charset="0"/>
              <a:cs typeface="Arial" pitchFamily="34" charset="0"/>
            </a:rPr>
            <a:t> (Common Table Expressions) </a:t>
          </a:r>
          <a:endParaRPr lang="en-US" dirty="0"/>
        </a:p>
      </dgm:t>
    </dgm:pt>
    <dgm:pt modelId="{FF0A6FD9-8B1B-4FBE-A336-1980FF5C5CCF}" type="parTrans" cxnId="{44B9F792-54D8-490C-BE75-F09CD9D97D64}">
      <dgm:prSet/>
      <dgm:spPr/>
      <dgm:t>
        <a:bodyPr/>
        <a:lstStyle/>
        <a:p>
          <a:endParaRPr lang="en-US"/>
        </a:p>
      </dgm:t>
    </dgm:pt>
    <dgm:pt modelId="{7170DE6D-84EE-46FC-96DC-9A04A94D6A29}" type="sibTrans" cxnId="{44B9F792-54D8-490C-BE75-F09CD9D97D64}">
      <dgm:prSet/>
      <dgm:spPr/>
      <dgm:t>
        <a:bodyPr/>
        <a:lstStyle/>
        <a:p>
          <a:endParaRPr lang="en-US"/>
        </a:p>
      </dgm:t>
    </dgm:pt>
    <dgm:pt modelId="{2AC6E103-0748-4765-B7C5-86AED425D78D}">
      <dgm:prSet/>
      <dgm:spPr/>
      <dgm:t>
        <a:bodyPr/>
        <a:lstStyle/>
        <a:p>
          <a:r>
            <a:rPr lang="en-US" b="1" smtClean="0">
              <a:latin typeface="Arial" pitchFamily="34" charset="0"/>
              <a:cs typeface="Arial" pitchFamily="34" charset="0"/>
            </a:rPr>
            <a:t>JOIN</a:t>
          </a:r>
          <a:r>
            <a:rPr lang="en-US" smtClean="0">
              <a:latin typeface="Arial" pitchFamily="34" charset="0"/>
              <a:cs typeface="Arial" pitchFamily="34" charset="0"/>
            </a:rPr>
            <a:t> </a:t>
          </a:r>
          <a:r>
            <a:rPr lang="en-US" b="1" smtClean="0">
              <a:latin typeface="Arial" pitchFamily="34" charset="0"/>
              <a:cs typeface="Arial" pitchFamily="34" charset="0"/>
            </a:rPr>
            <a:t>operations</a:t>
          </a:r>
          <a:r>
            <a:rPr lang="en-US" smtClean="0">
              <a:latin typeface="Arial" pitchFamily="34" charset="0"/>
              <a:cs typeface="Arial" pitchFamily="34" charset="0"/>
            </a:rPr>
            <a:t> (INNER, LEFT JOIN) </a:t>
          </a:r>
          <a:endParaRPr lang="en-US" dirty="0" smtClean="0">
            <a:latin typeface="Arial" pitchFamily="34" charset="0"/>
            <a:cs typeface="Arial" pitchFamily="34" charset="0"/>
          </a:endParaRPr>
        </a:p>
      </dgm:t>
    </dgm:pt>
    <dgm:pt modelId="{F0B66AD5-12F1-4E3D-B8AF-E5FF095D2901}" type="parTrans" cxnId="{27C5C8B8-D93E-4CA5-9425-C99B4667FA13}">
      <dgm:prSet/>
      <dgm:spPr/>
      <dgm:t>
        <a:bodyPr/>
        <a:lstStyle/>
        <a:p>
          <a:endParaRPr lang="en-US"/>
        </a:p>
      </dgm:t>
    </dgm:pt>
    <dgm:pt modelId="{3AFEFB6F-EFEC-4B4A-B7FE-4406578C311A}" type="sibTrans" cxnId="{27C5C8B8-D93E-4CA5-9425-C99B4667FA13}">
      <dgm:prSet/>
      <dgm:spPr/>
      <dgm:t>
        <a:bodyPr/>
        <a:lstStyle/>
        <a:p>
          <a:endParaRPr lang="en-US"/>
        </a:p>
      </dgm:t>
    </dgm:pt>
    <dgm:pt modelId="{741378AA-5D65-448A-AAFC-96127CF1EFC3}">
      <dgm:prSet/>
      <dgm:spPr/>
      <dgm:t>
        <a:bodyPr/>
        <a:lstStyle/>
        <a:p>
          <a:r>
            <a:rPr lang="en-US" b="1" smtClean="0">
              <a:latin typeface="Arial" pitchFamily="34" charset="0"/>
              <a:cs typeface="Arial" pitchFamily="34" charset="0"/>
            </a:rPr>
            <a:t>GROUP BY </a:t>
          </a:r>
          <a:r>
            <a:rPr lang="en-US" smtClean="0">
              <a:latin typeface="Arial" pitchFamily="34" charset="0"/>
              <a:cs typeface="Arial" pitchFamily="34" charset="0"/>
            </a:rPr>
            <a:t>for aggregation </a:t>
          </a:r>
          <a:endParaRPr lang="en-US" dirty="0" smtClean="0">
            <a:latin typeface="Arial" pitchFamily="34" charset="0"/>
            <a:cs typeface="Arial" pitchFamily="34" charset="0"/>
          </a:endParaRPr>
        </a:p>
      </dgm:t>
    </dgm:pt>
    <dgm:pt modelId="{4B7A9DBD-0EAE-419F-8476-7C0DB82589C3}" type="parTrans" cxnId="{B1FBE42F-9A9E-487D-B741-E7ECF66F4E9C}">
      <dgm:prSet/>
      <dgm:spPr/>
      <dgm:t>
        <a:bodyPr/>
        <a:lstStyle/>
        <a:p>
          <a:endParaRPr lang="en-US"/>
        </a:p>
      </dgm:t>
    </dgm:pt>
    <dgm:pt modelId="{5D6FF3FE-ACFD-41DF-B258-73DA16F1EAB0}" type="sibTrans" cxnId="{B1FBE42F-9A9E-487D-B741-E7ECF66F4E9C}">
      <dgm:prSet/>
      <dgm:spPr/>
      <dgm:t>
        <a:bodyPr/>
        <a:lstStyle/>
        <a:p>
          <a:endParaRPr lang="en-US"/>
        </a:p>
      </dgm:t>
    </dgm:pt>
    <dgm:pt modelId="{F6354ADC-1725-4346-9C98-DB1F862B29DD}">
      <dgm:prSet/>
      <dgm:spPr/>
      <dgm:t>
        <a:bodyPr/>
        <a:lstStyle/>
        <a:p>
          <a:r>
            <a:rPr lang="en-US" b="1" smtClean="0">
              <a:latin typeface="Arial" pitchFamily="34" charset="0"/>
              <a:cs typeface="Arial" pitchFamily="34" charset="0"/>
            </a:rPr>
            <a:t>Window Functions </a:t>
          </a:r>
          <a:r>
            <a:rPr lang="en-US" smtClean="0">
              <a:latin typeface="Arial" pitchFamily="34" charset="0"/>
              <a:cs typeface="Arial" pitchFamily="34" charset="0"/>
            </a:rPr>
            <a:t>(RANKING)</a:t>
          </a:r>
          <a:endParaRPr lang="en-US" dirty="0" smtClean="0">
            <a:latin typeface="Arial" pitchFamily="34" charset="0"/>
            <a:cs typeface="Arial" pitchFamily="34" charset="0"/>
          </a:endParaRPr>
        </a:p>
      </dgm:t>
    </dgm:pt>
    <dgm:pt modelId="{E3BA2037-61D1-4BA7-89F2-B3AEF35E29FD}" type="parTrans" cxnId="{ABF5627D-E4E4-4FBB-9EDB-B326B68502C1}">
      <dgm:prSet/>
      <dgm:spPr/>
      <dgm:t>
        <a:bodyPr/>
        <a:lstStyle/>
        <a:p>
          <a:endParaRPr lang="en-US"/>
        </a:p>
      </dgm:t>
    </dgm:pt>
    <dgm:pt modelId="{323A2375-8E03-4857-B2EC-B2DC9C12143C}" type="sibTrans" cxnId="{ABF5627D-E4E4-4FBB-9EDB-B326B68502C1}">
      <dgm:prSet/>
      <dgm:spPr/>
      <dgm:t>
        <a:bodyPr/>
        <a:lstStyle/>
        <a:p>
          <a:endParaRPr lang="en-US"/>
        </a:p>
      </dgm:t>
    </dgm:pt>
    <dgm:pt modelId="{16E8A46C-3054-4179-AFF7-AB2AA0F634C5}" type="pres">
      <dgm:prSet presAssocID="{82CCC20C-7423-4070-AFA4-E5351E9E115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F6A7A39-9DE5-4A87-ACFC-1A13819AA372}" type="pres">
      <dgm:prSet presAssocID="{8AF58D77-6254-400D-B17E-E61B87313CA8}" presName="parentLin" presStyleCnt="0"/>
      <dgm:spPr/>
    </dgm:pt>
    <dgm:pt modelId="{A1632E89-A636-488C-88B9-5E8DB7ED021A}" type="pres">
      <dgm:prSet presAssocID="{8AF58D77-6254-400D-B17E-E61B87313CA8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AB758741-8305-48DD-A1DA-2AB7ABD67B26}" type="pres">
      <dgm:prSet presAssocID="{8AF58D77-6254-400D-B17E-E61B87313CA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AC6B38-88CA-4EB5-B9D7-F6D30507B10B}" type="pres">
      <dgm:prSet presAssocID="{8AF58D77-6254-400D-B17E-E61B87313CA8}" presName="negativeSpace" presStyleCnt="0"/>
      <dgm:spPr/>
    </dgm:pt>
    <dgm:pt modelId="{F508B90B-5481-469F-B004-D6957C72133C}" type="pres">
      <dgm:prSet presAssocID="{8AF58D77-6254-400D-B17E-E61B87313CA8}" presName="childText" presStyleLbl="conFgAcc1" presStyleIdx="0" presStyleCnt="1" custScaleY="1011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39B23CE-1EF7-42C5-90EE-55B721D906A4}" type="presOf" srcId="{8AF58D77-6254-400D-B17E-E61B87313CA8}" destId="{AB758741-8305-48DD-A1DA-2AB7ABD67B26}" srcOrd="1" destOrd="0" presId="urn:microsoft.com/office/officeart/2005/8/layout/list1"/>
    <dgm:cxn modelId="{59B3AFF8-F085-4787-B391-9A82C564FD7D}" type="presOf" srcId="{741378AA-5D65-448A-AAFC-96127CF1EFC3}" destId="{F508B90B-5481-469F-B004-D6957C72133C}" srcOrd="0" destOrd="2" presId="urn:microsoft.com/office/officeart/2005/8/layout/list1"/>
    <dgm:cxn modelId="{75EF6000-A35D-43E0-8EC6-A192DD23AA98}" type="presOf" srcId="{F6354ADC-1725-4346-9C98-DB1F862B29DD}" destId="{F508B90B-5481-469F-B004-D6957C72133C}" srcOrd="0" destOrd="3" presId="urn:microsoft.com/office/officeart/2005/8/layout/list1"/>
    <dgm:cxn modelId="{3A84B90E-1447-443A-9010-A87E5ED72DD2}" type="presOf" srcId="{82CCC20C-7423-4070-AFA4-E5351E9E1159}" destId="{16E8A46C-3054-4179-AFF7-AB2AA0F634C5}" srcOrd="0" destOrd="0" presId="urn:microsoft.com/office/officeart/2005/8/layout/list1"/>
    <dgm:cxn modelId="{C71FE799-2CA7-4B01-8D9E-14B3E61E8046}" type="presOf" srcId="{2AC6E103-0748-4765-B7C5-86AED425D78D}" destId="{F508B90B-5481-469F-B004-D6957C72133C}" srcOrd="0" destOrd="1" presId="urn:microsoft.com/office/officeart/2005/8/layout/list1"/>
    <dgm:cxn modelId="{F79A1F50-15C4-4C06-B919-9C4890597302}" type="presOf" srcId="{851FAD72-B201-4264-A8C7-DC2412E7BF1A}" destId="{F508B90B-5481-469F-B004-D6957C72133C}" srcOrd="0" destOrd="0" presId="urn:microsoft.com/office/officeart/2005/8/layout/list1"/>
    <dgm:cxn modelId="{ABF5627D-E4E4-4FBB-9EDB-B326B68502C1}" srcId="{8AF58D77-6254-400D-B17E-E61B87313CA8}" destId="{F6354ADC-1725-4346-9C98-DB1F862B29DD}" srcOrd="3" destOrd="0" parTransId="{E3BA2037-61D1-4BA7-89F2-B3AEF35E29FD}" sibTransId="{323A2375-8E03-4857-B2EC-B2DC9C12143C}"/>
    <dgm:cxn modelId="{27C5C8B8-D93E-4CA5-9425-C99B4667FA13}" srcId="{8AF58D77-6254-400D-B17E-E61B87313CA8}" destId="{2AC6E103-0748-4765-B7C5-86AED425D78D}" srcOrd="1" destOrd="0" parTransId="{F0B66AD5-12F1-4E3D-B8AF-E5FF095D2901}" sibTransId="{3AFEFB6F-EFEC-4B4A-B7FE-4406578C311A}"/>
    <dgm:cxn modelId="{15C19272-74AB-4C85-8B26-66C1BF191426}" srcId="{82CCC20C-7423-4070-AFA4-E5351E9E1159}" destId="{8AF58D77-6254-400D-B17E-E61B87313CA8}" srcOrd="0" destOrd="0" parTransId="{84403553-48BF-46DC-BBD4-D40C246D4E27}" sibTransId="{27EEB346-52AA-401F-95EF-BD16C7035B1B}"/>
    <dgm:cxn modelId="{B1FBE42F-9A9E-487D-B741-E7ECF66F4E9C}" srcId="{8AF58D77-6254-400D-B17E-E61B87313CA8}" destId="{741378AA-5D65-448A-AAFC-96127CF1EFC3}" srcOrd="2" destOrd="0" parTransId="{4B7A9DBD-0EAE-419F-8476-7C0DB82589C3}" sibTransId="{5D6FF3FE-ACFD-41DF-B258-73DA16F1EAB0}"/>
    <dgm:cxn modelId="{BD91A30F-DB4A-4A9E-B9F7-918E5E9557C1}" type="presOf" srcId="{8AF58D77-6254-400D-B17E-E61B87313CA8}" destId="{A1632E89-A636-488C-88B9-5E8DB7ED021A}" srcOrd="0" destOrd="0" presId="urn:microsoft.com/office/officeart/2005/8/layout/list1"/>
    <dgm:cxn modelId="{44B9F792-54D8-490C-BE75-F09CD9D97D64}" srcId="{8AF58D77-6254-400D-B17E-E61B87313CA8}" destId="{851FAD72-B201-4264-A8C7-DC2412E7BF1A}" srcOrd="0" destOrd="0" parTransId="{FF0A6FD9-8B1B-4FBE-A336-1980FF5C5CCF}" sibTransId="{7170DE6D-84EE-46FC-96DC-9A04A94D6A29}"/>
    <dgm:cxn modelId="{16D38F20-C28F-45DF-88E0-DCBE7C098682}" type="presParOf" srcId="{16E8A46C-3054-4179-AFF7-AB2AA0F634C5}" destId="{5F6A7A39-9DE5-4A87-ACFC-1A13819AA372}" srcOrd="0" destOrd="0" presId="urn:microsoft.com/office/officeart/2005/8/layout/list1"/>
    <dgm:cxn modelId="{C8C6BEEB-5ABB-49A1-BB6B-E8A61765C896}" type="presParOf" srcId="{5F6A7A39-9DE5-4A87-ACFC-1A13819AA372}" destId="{A1632E89-A636-488C-88B9-5E8DB7ED021A}" srcOrd="0" destOrd="0" presId="urn:microsoft.com/office/officeart/2005/8/layout/list1"/>
    <dgm:cxn modelId="{C2A08C06-AFA2-4593-AD90-B30C5588CB29}" type="presParOf" srcId="{5F6A7A39-9DE5-4A87-ACFC-1A13819AA372}" destId="{AB758741-8305-48DD-A1DA-2AB7ABD67B26}" srcOrd="1" destOrd="0" presId="urn:microsoft.com/office/officeart/2005/8/layout/list1"/>
    <dgm:cxn modelId="{39EBD936-59B5-4DE8-9A2A-C75B50EFCD4A}" type="presParOf" srcId="{16E8A46C-3054-4179-AFF7-AB2AA0F634C5}" destId="{5FAC6B38-88CA-4EB5-B9D7-F6D30507B10B}" srcOrd="1" destOrd="0" presId="urn:microsoft.com/office/officeart/2005/8/layout/list1"/>
    <dgm:cxn modelId="{80CADEC0-14F8-4FFC-BB9B-4B2A6AAB8436}" type="presParOf" srcId="{16E8A46C-3054-4179-AFF7-AB2AA0F634C5}" destId="{F508B90B-5481-469F-B004-D6957C72133C}" srcOrd="2" destOrd="0" presId="urn:microsoft.com/office/officeart/2005/8/layout/list1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CCC20C-7423-4070-AFA4-E5351E9E1159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DE80340-9C27-41AB-99CF-24FC1EDAC098}">
      <dgm:prSet phldrT="[Text]" custT="1"/>
      <dgm:spPr/>
      <dgm:t>
        <a:bodyPr/>
        <a:lstStyle/>
        <a:p>
          <a:r>
            <a:rPr lang="en-US" sz="2400" b="1" dirty="0" smtClean="0"/>
            <a:t>[Data  Processing]</a:t>
          </a:r>
          <a:endParaRPr lang="en-US" sz="2400" b="1" dirty="0"/>
        </a:p>
      </dgm:t>
    </dgm:pt>
    <dgm:pt modelId="{1477762B-1FBF-4A78-9DF7-595B5019406A}" type="parTrans" cxnId="{AB6AEF03-3D2B-4581-9C5A-F73F7D5B09CA}">
      <dgm:prSet/>
      <dgm:spPr/>
      <dgm:t>
        <a:bodyPr/>
        <a:lstStyle/>
        <a:p>
          <a:endParaRPr lang="en-US"/>
        </a:p>
      </dgm:t>
    </dgm:pt>
    <dgm:pt modelId="{10B2AF8B-8AEE-4513-9E45-76AF6A9FAC73}" type="sibTrans" cxnId="{AB6AEF03-3D2B-4581-9C5A-F73F7D5B09CA}">
      <dgm:prSet/>
      <dgm:spPr/>
      <dgm:t>
        <a:bodyPr/>
        <a:lstStyle/>
        <a:p>
          <a:endParaRPr lang="en-US"/>
        </a:p>
      </dgm:t>
    </dgm:pt>
    <dgm:pt modelId="{24C1D1ED-8E1A-40B3-804B-D0E1302AFBE1}">
      <dgm:prSet custT="1"/>
      <dgm:spPr/>
      <dgm:t>
        <a:bodyPr/>
        <a:lstStyle/>
        <a:p>
          <a:endParaRPr lang="en-US" sz="1600" dirty="0"/>
        </a:p>
      </dgm:t>
    </dgm:pt>
    <dgm:pt modelId="{628A44DF-9EBD-4260-9D29-B251E5FD74C2}" type="parTrans" cxnId="{6C30DFA9-601C-4008-A3CE-A55FB2408CFE}">
      <dgm:prSet/>
      <dgm:spPr/>
      <dgm:t>
        <a:bodyPr/>
        <a:lstStyle/>
        <a:p>
          <a:endParaRPr lang="en-US"/>
        </a:p>
      </dgm:t>
    </dgm:pt>
    <dgm:pt modelId="{C24273F1-4705-4344-A4E1-F2F338F71DC0}" type="sibTrans" cxnId="{6C30DFA9-601C-4008-A3CE-A55FB2408CFE}">
      <dgm:prSet/>
      <dgm:spPr/>
      <dgm:t>
        <a:bodyPr/>
        <a:lstStyle/>
        <a:p>
          <a:endParaRPr lang="en-US"/>
        </a:p>
      </dgm:t>
    </dgm:pt>
    <dgm:pt modelId="{BE88ED11-4DE3-43E2-8307-15A4949ECDD1}">
      <dgm:prSet custT="1"/>
      <dgm:spPr/>
      <dgm:t>
        <a:bodyPr/>
        <a:lstStyle/>
        <a:p>
          <a:r>
            <a:rPr lang="en-US" sz="2000" dirty="0" smtClean="0">
              <a:latin typeface="Arial" pitchFamily="34" charset="0"/>
              <a:cs typeface="Arial" pitchFamily="34" charset="0"/>
            </a:rPr>
            <a:t>Aggregation of likes, comments, posts </a:t>
          </a:r>
          <a:endParaRPr lang="en-US" sz="2000" dirty="0" smtClean="0">
            <a:latin typeface="Arial" pitchFamily="34" charset="0"/>
            <a:cs typeface="Arial" pitchFamily="34" charset="0"/>
          </a:endParaRPr>
        </a:p>
      </dgm:t>
    </dgm:pt>
    <dgm:pt modelId="{67A6E80F-38AB-4F80-A168-92AB4DE855A2}" type="parTrans" cxnId="{3B1EBF76-BAAC-4E8E-9864-3B9E2C90063D}">
      <dgm:prSet/>
      <dgm:spPr/>
      <dgm:t>
        <a:bodyPr/>
        <a:lstStyle/>
        <a:p>
          <a:endParaRPr lang="en-US"/>
        </a:p>
      </dgm:t>
    </dgm:pt>
    <dgm:pt modelId="{9F0A7128-EDE0-4CF5-A186-57E1738AEEF2}" type="sibTrans" cxnId="{3B1EBF76-BAAC-4E8E-9864-3B9E2C90063D}">
      <dgm:prSet/>
      <dgm:spPr/>
      <dgm:t>
        <a:bodyPr/>
        <a:lstStyle/>
        <a:p>
          <a:endParaRPr lang="en-US"/>
        </a:p>
      </dgm:t>
    </dgm:pt>
    <dgm:pt modelId="{59177EDD-7553-4198-BC00-0B70AD73B17B}">
      <dgm:prSet custT="1"/>
      <dgm:spPr/>
      <dgm:t>
        <a:bodyPr/>
        <a:lstStyle/>
        <a:p>
          <a:r>
            <a:rPr lang="en-US" sz="2000" dirty="0" smtClean="0">
              <a:latin typeface="Arial" pitchFamily="34" charset="0"/>
              <a:cs typeface="Arial" pitchFamily="34" charset="0"/>
            </a:rPr>
            <a:t>Calculation of engagement metrics </a:t>
          </a:r>
          <a:endParaRPr lang="en-US" sz="2000" dirty="0" smtClean="0">
            <a:latin typeface="Arial" pitchFamily="34" charset="0"/>
            <a:cs typeface="Arial" pitchFamily="34" charset="0"/>
          </a:endParaRPr>
        </a:p>
      </dgm:t>
    </dgm:pt>
    <dgm:pt modelId="{B0E30E79-F345-439A-842D-CB2BFB5F7483}" type="parTrans" cxnId="{21C7570A-38CC-43B4-8382-518F05693ECA}">
      <dgm:prSet/>
      <dgm:spPr/>
      <dgm:t>
        <a:bodyPr/>
        <a:lstStyle/>
        <a:p>
          <a:endParaRPr lang="en-US"/>
        </a:p>
      </dgm:t>
    </dgm:pt>
    <dgm:pt modelId="{029BDD23-3130-4CE8-B227-987EBC77EC79}" type="sibTrans" cxnId="{21C7570A-38CC-43B4-8382-518F05693ECA}">
      <dgm:prSet/>
      <dgm:spPr/>
      <dgm:t>
        <a:bodyPr/>
        <a:lstStyle/>
        <a:p>
          <a:endParaRPr lang="en-US"/>
        </a:p>
      </dgm:t>
    </dgm:pt>
    <dgm:pt modelId="{D28973BB-8389-475E-A4F3-BF69EABB0279}">
      <dgm:prSet custT="1"/>
      <dgm:spPr/>
      <dgm:t>
        <a:bodyPr/>
        <a:lstStyle/>
        <a:p>
          <a:r>
            <a:rPr lang="en-US" sz="2000" dirty="0" smtClean="0">
              <a:latin typeface="Arial" pitchFamily="34" charset="0"/>
              <a:cs typeface="Arial" pitchFamily="34" charset="0"/>
            </a:rPr>
            <a:t>Handling </a:t>
          </a:r>
          <a:r>
            <a:rPr lang="en-US" sz="2000" b="1" dirty="0" smtClean="0">
              <a:latin typeface="Arial" pitchFamily="34" charset="0"/>
              <a:cs typeface="Arial" pitchFamily="34" charset="0"/>
            </a:rPr>
            <a:t>NULL</a:t>
          </a:r>
          <a:r>
            <a:rPr lang="en-US" sz="2000" dirty="0" smtClean="0">
              <a:latin typeface="Arial" pitchFamily="34" charset="0"/>
              <a:cs typeface="Arial" pitchFamily="34" charset="0"/>
            </a:rPr>
            <a:t> values using </a:t>
          </a:r>
          <a:r>
            <a:rPr lang="en-US" sz="2000" b="1" dirty="0" smtClean="0">
              <a:latin typeface="Arial" pitchFamily="34" charset="0"/>
              <a:cs typeface="Arial" pitchFamily="34" charset="0"/>
            </a:rPr>
            <a:t>COALESCE</a:t>
          </a:r>
          <a:r>
            <a:rPr lang="en-US" sz="2000" dirty="0" smtClean="0">
              <a:latin typeface="Arial" pitchFamily="34" charset="0"/>
              <a:cs typeface="Arial" pitchFamily="34" charset="0"/>
            </a:rPr>
            <a:t> </a:t>
          </a:r>
          <a:endParaRPr lang="en-US" sz="2000" dirty="0" smtClean="0">
            <a:latin typeface="Arial" pitchFamily="34" charset="0"/>
            <a:cs typeface="Arial" pitchFamily="34" charset="0"/>
          </a:endParaRPr>
        </a:p>
      </dgm:t>
    </dgm:pt>
    <dgm:pt modelId="{8F2AB528-8047-4830-B37A-AC0B9D7904EA}" type="parTrans" cxnId="{8AD445B4-84AC-4F24-A33B-E782616BFA00}">
      <dgm:prSet/>
      <dgm:spPr/>
      <dgm:t>
        <a:bodyPr/>
        <a:lstStyle/>
        <a:p>
          <a:endParaRPr lang="en-US"/>
        </a:p>
      </dgm:t>
    </dgm:pt>
    <dgm:pt modelId="{2F3B0D20-4D22-47DD-8F18-47039AB670DF}" type="sibTrans" cxnId="{8AD445B4-84AC-4F24-A33B-E782616BFA00}">
      <dgm:prSet/>
      <dgm:spPr/>
      <dgm:t>
        <a:bodyPr/>
        <a:lstStyle/>
        <a:p>
          <a:endParaRPr lang="en-US"/>
        </a:p>
      </dgm:t>
    </dgm:pt>
    <dgm:pt modelId="{EE67E6DA-6EE9-4132-A12A-2951DDE5061C}">
      <dgm:prSet custT="1"/>
      <dgm:spPr/>
      <dgm:t>
        <a:bodyPr/>
        <a:lstStyle/>
        <a:p>
          <a:r>
            <a:rPr lang="en-US" sz="2000" dirty="0" smtClean="0">
              <a:latin typeface="Arial" pitchFamily="34" charset="0"/>
              <a:cs typeface="Arial" pitchFamily="34" charset="0"/>
            </a:rPr>
            <a:t>Removing duplicates using </a:t>
          </a:r>
          <a:r>
            <a:rPr lang="en-US" sz="2000" b="1" dirty="0" smtClean="0">
              <a:latin typeface="Arial" pitchFamily="34" charset="0"/>
              <a:cs typeface="Arial" pitchFamily="34" charset="0"/>
            </a:rPr>
            <a:t>DISTINCT</a:t>
          </a:r>
          <a:endParaRPr lang="en-US" sz="2000" b="1" dirty="0" smtClean="0">
            <a:latin typeface="Arial" pitchFamily="34" charset="0"/>
            <a:cs typeface="Arial" pitchFamily="34" charset="0"/>
          </a:endParaRPr>
        </a:p>
      </dgm:t>
    </dgm:pt>
    <dgm:pt modelId="{3978F254-6942-4803-AC96-423B1024C4D5}" type="parTrans" cxnId="{D1CB376C-9505-478A-9276-1BB7553DB0FE}">
      <dgm:prSet/>
      <dgm:spPr/>
      <dgm:t>
        <a:bodyPr/>
        <a:lstStyle/>
        <a:p>
          <a:endParaRPr lang="en-US"/>
        </a:p>
      </dgm:t>
    </dgm:pt>
    <dgm:pt modelId="{7ED1F8A6-7ECB-4F2F-9F39-24528DC924F4}" type="sibTrans" cxnId="{D1CB376C-9505-478A-9276-1BB7553DB0FE}">
      <dgm:prSet/>
      <dgm:spPr/>
      <dgm:t>
        <a:bodyPr/>
        <a:lstStyle/>
        <a:p>
          <a:endParaRPr lang="en-US"/>
        </a:p>
      </dgm:t>
    </dgm:pt>
    <dgm:pt modelId="{16E8A46C-3054-4179-AFF7-AB2AA0F634C5}" type="pres">
      <dgm:prSet presAssocID="{82CCC20C-7423-4070-AFA4-E5351E9E115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3DDECC-163C-48A9-B51E-FB32A314F5CC}" type="pres">
      <dgm:prSet presAssocID="{0DE80340-9C27-41AB-99CF-24FC1EDAC098}" presName="parentLin" presStyleCnt="0"/>
      <dgm:spPr/>
    </dgm:pt>
    <dgm:pt modelId="{728BE948-DEBA-4379-957D-7182673A97A5}" type="pres">
      <dgm:prSet presAssocID="{0DE80340-9C27-41AB-99CF-24FC1EDAC098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D220E816-A7A5-47E7-B109-F3E4928C60BF}" type="pres">
      <dgm:prSet presAssocID="{0DE80340-9C27-41AB-99CF-24FC1EDAC098}" presName="parentText" presStyleLbl="node1" presStyleIdx="0" presStyleCnt="1" custScaleX="123502" custScaleY="34788" custLinFactNeighborX="-22580" custLinFactNeighborY="-3033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54A9F9-BFC8-4E87-A47F-C762D01ABC6C}" type="pres">
      <dgm:prSet presAssocID="{0DE80340-9C27-41AB-99CF-24FC1EDAC098}" presName="negativeSpace" presStyleCnt="0"/>
      <dgm:spPr/>
    </dgm:pt>
    <dgm:pt modelId="{2DE90422-959D-4819-B2B0-7CAB3580639F}" type="pres">
      <dgm:prSet presAssocID="{0DE80340-9C27-41AB-99CF-24FC1EDAC098}" presName="childText" presStyleLbl="conFgAcc1" presStyleIdx="0" presStyleCnt="1" custScaleY="761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2DD375-5E8D-4863-BCC0-791E2A8B9B84}" type="presOf" srcId="{82CCC20C-7423-4070-AFA4-E5351E9E1159}" destId="{16E8A46C-3054-4179-AFF7-AB2AA0F634C5}" srcOrd="0" destOrd="0" presId="urn:microsoft.com/office/officeart/2005/8/layout/list1"/>
    <dgm:cxn modelId="{AB6AEF03-3D2B-4581-9C5A-F73F7D5B09CA}" srcId="{82CCC20C-7423-4070-AFA4-E5351E9E1159}" destId="{0DE80340-9C27-41AB-99CF-24FC1EDAC098}" srcOrd="0" destOrd="0" parTransId="{1477762B-1FBF-4A78-9DF7-595B5019406A}" sibTransId="{10B2AF8B-8AEE-4513-9E45-76AF6A9FAC73}"/>
    <dgm:cxn modelId="{6C30DFA9-601C-4008-A3CE-A55FB2408CFE}" srcId="{0DE80340-9C27-41AB-99CF-24FC1EDAC098}" destId="{24C1D1ED-8E1A-40B3-804B-D0E1302AFBE1}" srcOrd="0" destOrd="0" parTransId="{628A44DF-9EBD-4260-9D29-B251E5FD74C2}" sibTransId="{C24273F1-4705-4344-A4E1-F2F338F71DC0}"/>
    <dgm:cxn modelId="{8AD445B4-84AC-4F24-A33B-E782616BFA00}" srcId="{0DE80340-9C27-41AB-99CF-24FC1EDAC098}" destId="{D28973BB-8389-475E-A4F3-BF69EABB0279}" srcOrd="3" destOrd="0" parTransId="{8F2AB528-8047-4830-B37A-AC0B9D7904EA}" sibTransId="{2F3B0D20-4D22-47DD-8F18-47039AB670DF}"/>
    <dgm:cxn modelId="{7F739356-A8C2-4013-9F2B-E8D9CAA1CE9E}" type="presOf" srcId="{59177EDD-7553-4198-BC00-0B70AD73B17B}" destId="{2DE90422-959D-4819-B2B0-7CAB3580639F}" srcOrd="0" destOrd="2" presId="urn:microsoft.com/office/officeart/2005/8/layout/list1"/>
    <dgm:cxn modelId="{D1CB376C-9505-478A-9276-1BB7553DB0FE}" srcId="{0DE80340-9C27-41AB-99CF-24FC1EDAC098}" destId="{EE67E6DA-6EE9-4132-A12A-2951DDE5061C}" srcOrd="4" destOrd="0" parTransId="{3978F254-6942-4803-AC96-423B1024C4D5}" sibTransId="{7ED1F8A6-7ECB-4F2F-9F39-24528DC924F4}"/>
    <dgm:cxn modelId="{B1A54FFE-B20A-4546-BB6E-66B3F0F1BED9}" type="presOf" srcId="{0DE80340-9C27-41AB-99CF-24FC1EDAC098}" destId="{728BE948-DEBA-4379-957D-7182673A97A5}" srcOrd="0" destOrd="0" presId="urn:microsoft.com/office/officeart/2005/8/layout/list1"/>
    <dgm:cxn modelId="{AB8A4EEA-753B-4F26-955B-5519DFF58D4A}" type="presOf" srcId="{BE88ED11-4DE3-43E2-8307-15A4949ECDD1}" destId="{2DE90422-959D-4819-B2B0-7CAB3580639F}" srcOrd="0" destOrd="1" presId="urn:microsoft.com/office/officeart/2005/8/layout/list1"/>
    <dgm:cxn modelId="{21C7570A-38CC-43B4-8382-518F05693ECA}" srcId="{0DE80340-9C27-41AB-99CF-24FC1EDAC098}" destId="{59177EDD-7553-4198-BC00-0B70AD73B17B}" srcOrd="2" destOrd="0" parTransId="{B0E30E79-F345-439A-842D-CB2BFB5F7483}" sibTransId="{029BDD23-3130-4CE8-B227-987EBC77EC79}"/>
    <dgm:cxn modelId="{EBE683E6-8724-4C87-824D-BC0090D221B9}" type="presOf" srcId="{0DE80340-9C27-41AB-99CF-24FC1EDAC098}" destId="{D220E816-A7A5-47E7-B109-F3E4928C60BF}" srcOrd="1" destOrd="0" presId="urn:microsoft.com/office/officeart/2005/8/layout/list1"/>
    <dgm:cxn modelId="{3B1EBF76-BAAC-4E8E-9864-3B9E2C90063D}" srcId="{0DE80340-9C27-41AB-99CF-24FC1EDAC098}" destId="{BE88ED11-4DE3-43E2-8307-15A4949ECDD1}" srcOrd="1" destOrd="0" parTransId="{67A6E80F-38AB-4F80-A168-92AB4DE855A2}" sibTransId="{9F0A7128-EDE0-4CF5-A186-57E1738AEEF2}"/>
    <dgm:cxn modelId="{575C340C-0A8A-4120-8D77-E4A7EFDB8F2C}" type="presOf" srcId="{D28973BB-8389-475E-A4F3-BF69EABB0279}" destId="{2DE90422-959D-4819-B2B0-7CAB3580639F}" srcOrd="0" destOrd="3" presId="urn:microsoft.com/office/officeart/2005/8/layout/list1"/>
    <dgm:cxn modelId="{E6F56DA8-1E23-48FB-B203-07C66F9DD158}" type="presOf" srcId="{24C1D1ED-8E1A-40B3-804B-D0E1302AFBE1}" destId="{2DE90422-959D-4819-B2B0-7CAB3580639F}" srcOrd="0" destOrd="0" presId="urn:microsoft.com/office/officeart/2005/8/layout/list1"/>
    <dgm:cxn modelId="{A600BF45-FE2A-43AB-8A32-CD400B8645F7}" type="presOf" srcId="{EE67E6DA-6EE9-4132-A12A-2951DDE5061C}" destId="{2DE90422-959D-4819-B2B0-7CAB3580639F}" srcOrd="0" destOrd="4" presId="urn:microsoft.com/office/officeart/2005/8/layout/list1"/>
    <dgm:cxn modelId="{3A94E264-7088-4128-AB05-14B5B1B44C4A}" type="presParOf" srcId="{16E8A46C-3054-4179-AFF7-AB2AA0F634C5}" destId="{E93DDECC-163C-48A9-B51E-FB32A314F5CC}" srcOrd="0" destOrd="0" presId="urn:microsoft.com/office/officeart/2005/8/layout/list1"/>
    <dgm:cxn modelId="{B2F47704-E7AE-455E-A3DF-711BE67D5E12}" type="presParOf" srcId="{E93DDECC-163C-48A9-B51E-FB32A314F5CC}" destId="{728BE948-DEBA-4379-957D-7182673A97A5}" srcOrd="0" destOrd="0" presId="urn:microsoft.com/office/officeart/2005/8/layout/list1"/>
    <dgm:cxn modelId="{82BE19D8-4F15-4A4D-B599-7E6B157E014C}" type="presParOf" srcId="{E93DDECC-163C-48A9-B51E-FB32A314F5CC}" destId="{D220E816-A7A5-47E7-B109-F3E4928C60BF}" srcOrd="1" destOrd="0" presId="urn:microsoft.com/office/officeart/2005/8/layout/list1"/>
    <dgm:cxn modelId="{4A16F023-F084-4FC6-A2F2-F58805275D67}" type="presParOf" srcId="{16E8A46C-3054-4179-AFF7-AB2AA0F634C5}" destId="{AE54A9F9-BFC8-4E87-A47F-C762D01ABC6C}" srcOrd="1" destOrd="0" presId="urn:microsoft.com/office/officeart/2005/8/layout/list1"/>
    <dgm:cxn modelId="{AAC9EDD7-1F6C-48EA-A68B-D9346FC369A3}" type="presParOf" srcId="{16E8A46C-3054-4179-AFF7-AB2AA0F634C5}" destId="{2DE90422-959D-4819-B2B0-7CAB3580639F}" srcOrd="2" destOrd="0" presId="urn:microsoft.com/office/officeart/2005/8/layout/list1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CCC20C-7423-4070-AFA4-E5351E9E1159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8739A4F-1B00-4605-8819-5AFA5203FA41}">
      <dgm:prSet phldrT="[Text]" custT="1"/>
      <dgm:spPr/>
      <dgm:t>
        <a:bodyPr/>
        <a:lstStyle/>
        <a:p>
          <a:r>
            <a:rPr lang="en-US" sz="2000" b="1" dirty="0" smtClean="0"/>
            <a:t>[Analysis Approach]</a:t>
          </a:r>
          <a:endParaRPr lang="en-US" sz="2000" b="1" dirty="0"/>
        </a:p>
      </dgm:t>
    </dgm:pt>
    <dgm:pt modelId="{79826388-7DCE-4FF9-8771-AA3A74B5E10F}" type="parTrans" cxnId="{FF7A47E9-B31A-4348-94A1-40C8C1F6AC92}">
      <dgm:prSet/>
      <dgm:spPr/>
      <dgm:t>
        <a:bodyPr/>
        <a:lstStyle/>
        <a:p>
          <a:endParaRPr lang="en-US"/>
        </a:p>
      </dgm:t>
    </dgm:pt>
    <dgm:pt modelId="{5719FC09-C4D9-417D-ADFF-06F7FAFD28C8}" type="sibTrans" cxnId="{FF7A47E9-B31A-4348-94A1-40C8C1F6AC92}">
      <dgm:prSet/>
      <dgm:spPr/>
      <dgm:t>
        <a:bodyPr/>
        <a:lstStyle/>
        <a:p>
          <a:endParaRPr lang="en-US"/>
        </a:p>
      </dgm:t>
    </dgm:pt>
    <dgm:pt modelId="{B30D2B80-2F14-4A70-A1A4-E79DF67A58AE}">
      <dgm:prSet/>
      <dgm:spPr/>
      <dgm:t>
        <a:bodyPr/>
        <a:lstStyle/>
        <a:p>
          <a:r>
            <a:rPr lang="en-US" b="0" dirty="0" smtClean="0">
              <a:latin typeface="Arial" pitchFamily="34" charset="0"/>
              <a:cs typeface="Arial" pitchFamily="34" charset="0"/>
            </a:rPr>
            <a:t>User segmentation</a:t>
          </a:r>
          <a:endParaRPr lang="en-US" b="0" dirty="0"/>
        </a:p>
      </dgm:t>
    </dgm:pt>
    <dgm:pt modelId="{DDC8A68A-64B0-4E70-9C40-0AEFA652A130}" type="parTrans" cxnId="{047405C7-0088-463C-A89B-BD346F61893D}">
      <dgm:prSet/>
      <dgm:spPr/>
      <dgm:t>
        <a:bodyPr/>
        <a:lstStyle/>
        <a:p>
          <a:endParaRPr lang="en-US"/>
        </a:p>
      </dgm:t>
    </dgm:pt>
    <dgm:pt modelId="{9071470F-EDFF-4510-A7CA-F251640D9613}" type="sibTrans" cxnId="{047405C7-0088-463C-A89B-BD346F61893D}">
      <dgm:prSet/>
      <dgm:spPr/>
      <dgm:t>
        <a:bodyPr/>
        <a:lstStyle/>
        <a:p>
          <a:endParaRPr lang="en-US"/>
        </a:p>
      </dgm:t>
    </dgm:pt>
    <dgm:pt modelId="{820D0112-241D-4A7F-B83E-3F0F167A974F}">
      <dgm:prSet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Engagement calculation </a:t>
          </a:r>
          <a:endParaRPr lang="en-US" dirty="0" smtClean="0">
            <a:latin typeface="Arial" pitchFamily="34" charset="0"/>
            <a:cs typeface="Arial" pitchFamily="34" charset="0"/>
          </a:endParaRPr>
        </a:p>
      </dgm:t>
    </dgm:pt>
    <dgm:pt modelId="{24468531-037F-4199-A50B-5475559FA971}" type="parTrans" cxnId="{9A96BE69-0454-4DF7-B72D-EDA3221005C4}">
      <dgm:prSet/>
      <dgm:spPr/>
      <dgm:t>
        <a:bodyPr/>
        <a:lstStyle/>
        <a:p>
          <a:endParaRPr lang="en-US"/>
        </a:p>
      </dgm:t>
    </dgm:pt>
    <dgm:pt modelId="{1F7D7F0E-B291-4E28-B816-D4909A61945E}" type="sibTrans" cxnId="{9A96BE69-0454-4DF7-B72D-EDA3221005C4}">
      <dgm:prSet/>
      <dgm:spPr/>
      <dgm:t>
        <a:bodyPr/>
        <a:lstStyle/>
        <a:p>
          <a:endParaRPr lang="en-US"/>
        </a:p>
      </dgm:t>
    </dgm:pt>
    <dgm:pt modelId="{62C4F78F-695C-4E9A-A33A-D188C68A6467}">
      <dgm:prSet/>
      <dgm:spPr/>
      <dgm:t>
        <a:bodyPr/>
        <a:lstStyle/>
        <a:p>
          <a:r>
            <a:rPr lang="en-US" dirty="0" err="1" smtClean="0">
              <a:latin typeface="Arial" pitchFamily="34" charset="0"/>
              <a:cs typeface="Arial" pitchFamily="34" charset="0"/>
            </a:rPr>
            <a:t>Hashtag</a:t>
          </a:r>
          <a:r>
            <a:rPr lang="en-US" dirty="0" smtClean="0">
              <a:latin typeface="Arial" pitchFamily="34" charset="0"/>
              <a:cs typeface="Arial" pitchFamily="34" charset="0"/>
            </a:rPr>
            <a:t> analysis </a:t>
          </a:r>
          <a:endParaRPr lang="en-US" dirty="0" smtClean="0">
            <a:latin typeface="Arial" pitchFamily="34" charset="0"/>
            <a:cs typeface="Arial" pitchFamily="34" charset="0"/>
          </a:endParaRPr>
        </a:p>
      </dgm:t>
    </dgm:pt>
    <dgm:pt modelId="{9093F122-8BC6-44B2-AFC5-9D56FC20A9DF}" type="parTrans" cxnId="{F14B7612-7EE2-4DEF-9F4D-2A8E87B67284}">
      <dgm:prSet/>
      <dgm:spPr/>
      <dgm:t>
        <a:bodyPr/>
        <a:lstStyle/>
        <a:p>
          <a:endParaRPr lang="en-US"/>
        </a:p>
      </dgm:t>
    </dgm:pt>
    <dgm:pt modelId="{3A932C24-785B-4D11-8152-58558CBCC005}" type="sibTrans" cxnId="{F14B7612-7EE2-4DEF-9F4D-2A8E87B67284}">
      <dgm:prSet/>
      <dgm:spPr/>
      <dgm:t>
        <a:bodyPr/>
        <a:lstStyle/>
        <a:p>
          <a:endParaRPr lang="en-US"/>
        </a:p>
      </dgm:t>
    </dgm:pt>
    <dgm:pt modelId="{70179179-C360-4E0D-A095-F2AA4EFAE754}">
      <dgm:prSet/>
      <dgm:spPr/>
      <dgm:t>
        <a:bodyPr/>
        <a:lstStyle/>
        <a:p>
          <a:r>
            <a:rPr lang="en-US" dirty="0" smtClean="0">
              <a:latin typeface="Arial" pitchFamily="34" charset="0"/>
              <a:cs typeface="Arial" pitchFamily="34" charset="0"/>
            </a:rPr>
            <a:t>Influencer identification</a:t>
          </a:r>
          <a:endParaRPr lang="en-US" dirty="0" smtClean="0">
            <a:latin typeface="Arial" pitchFamily="34" charset="0"/>
            <a:cs typeface="Arial" pitchFamily="34" charset="0"/>
          </a:endParaRPr>
        </a:p>
      </dgm:t>
    </dgm:pt>
    <dgm:pt modelId="{73BD802D-961C-4586-AB09-A93CD2B62806}" type="parTrans" cxnId="{1163944F-8E95-4216-BBFD-04AAB0E8A223}">
      <dgm:prSet/>
      <dgm:spPr/>
      <dgm:t>
        <a:bodyPr/>
        <a:lstStyle/>
        <a:p>
          <a:endParaRPr lang="en-US"/>
        </a:p>
      </dgm:t>
    </dgm:pt>
    <dgm:pt modelId="{B4F3D42C-9AF9-48DE-846D-17088324BBD9}" type="sibTrans" cxnId="{1163944F-8E95-4216-BBFD-04AAB0E8A223}">
      <dgm:prSet/>
      <dgm:spPr/>
      <dgm:t>
        <a:bodyPr/>
        <a:lstStyle/>
        <a:p>
          <a:endParaRPr lang="en-US"/>
        </a:p>
      </dgm:t>
    </dgm:pt>
    <dgm:pt modelId="{DA76860F-0EFC-4564-93FB-DED8C5CE6917}">
      <dgm:prSet/>
      <dgm:spPr/>
      <dgm:t>
        <a:bodyPr/>
        <a:lstStyle/>
        <a:p>
          <a:endParaRPr lang="en-US"/>
        </a:p>
      </dgm:t>
    </dgm:pt>
    <dgm:pt modelId="{7770FCFC-47D8-4528-8F21-F18C73EB36D7}" type="parTrans" cxnId="{42CE5451-DF0C-4E05-B998-8FDB3E9895AD}">
      <dgm:prSet/>
      <dgm:spPr/>
      <dgm:t>
        <a:bodyPr/>
        <a:lstStyle/>
        <a:p>
          <a:endParaRPr lang="en-US"/>
        </a:p>
      </dgm:t>
    </dgm:pt>
    <dgm:pt modelId="{4B359AA0-E6A6-4A56-85B9-3052EFED829B}" type="sibTrans" cxnId="{42CE5451-DF0C-4E05-B998-8FDB3E9895AD}">
      <dgm:prSet/>
      <dgm:spPr/>
      <dgm:t>
        <a:bodyPr/>
        <a:lstStyle/>
        <a:p>
          <a:endParaRPr lang="en-US"/>
        </a:p>
      </dgm:t>
    </dgm:pt>
    <dgm:pt modelId="{16E8A46C-3054-4179-AFF7-AB2AA0F634C5}" type="pres">
      <dgm:prSet presAssocID="{82CCC20C-7423-4070-AFA4-E5351E9E115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C46D30C-F4ED-468A-90AD-0598EA151D56}" type="pres">
      <dgm:prSet presAssocID="{18739A4F-1B00-4605-8819-5AFA5203FA41}" presName="parentLin" presStyleCnt="0"/>
      <dgm:spPr/>
    </dgm:pt>
    <dgm:pt modelId="{F1F845CF-2FDD-43F6-A201-7A7471483080}" type="pres">
      <dgm:prSet presAssocID="{18739A4F-1B00-4605-8819-5AFA5203FA41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E66FCCE7-7F22-4BCE-BE42-B6EB3A5D2CAF}" type="pres">
      <dgm:prSet presAssocID="{18739A4F-1B00-4605-8819-5AFA5203FA41}" presName="parentText" presStyleLbl="node1" presStyleIdx="0" presStyleCnt="1" custLinFactNeighborX="16129" custLinFactNeighborY="-1837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AABC45-3646-4E3A-A4D0-C33434D4F5A1}" type="pres">
      <dgm:prSet presAssocID="{18739A4F-1B00-4605-8819-5AFA5203FA41}" presName="negativeSpace" presStyleCnt="0"/>
      <dgm:spPr/>
    </dgm:pt>
    <dgm:pt modelId="{BBE79944-316A-45C8-8F0E-9B5CDF108576}" type="pres">
      <dgm:prSet presAssocID="{18739A4F-1B00-4605-8819-5AFA5203FA41}" presName="childText" presStyleLbl="conFgAcc1" presStyleIdx="0" presStyleCnt="1" custScaleY="101394" custLinFactNeighborX="1935" custLinFactNeighborY="-326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DB8C812-039A-422C-BAFC-E05FD16CC8BC}" type="presOf" srcId="{B30D2B80-2F14-4A70-A1A4-E79DF67A58AE}" destId="{BBE79944-316A-45C8-8F0E-9B5CDF108576}" srcOrd="0" destOrd="1" presId="urn:microsoft.com/office/officeart/2005/8/layout/list1"/>
    <dgm:cxn modelId="{A15CDA71-9431-497B-89D5-9D5A3C2B32CF}" type="presOf" srcId="{DA76860F-0EFC-4564-93FB-DED8C5CE6917}" destId="{BBE79944-316A-45C8-8F0E-9B5CDF108576}" srcOrd="0" destOrd="0" presId="urn:microsoft.com/office/officeart/2005/8/layout/list1"/>
    <dgm:cxn modelId="{C473CA16-76AB-4DEC-A256-250FA0A862CC}" type="presOf" srcId="{18739A4F-1B00-4605-8819-5AFA5203FA41}" destId="{E66FCCE7-7F22-4BCE-BE42-B6EB3A5D2CAF}" srcOrd="1" destOrd="0" presId="urn:microsoft.com/office/officeart/2005/8/layout/list1"/>
    <dgm:cxn modelId="{D9F27652-0918-4BD5-B4F6-BB19022AF087}" type="presOf" srcId="{62C4F78F-695C-4E9A-A33A-D188C68A6467}" destId="{BBE79944-316A-45C8-8F0E-9B5CDF108576}" srcOrd="0" destOrd="3" presId="urn:microsoft.com/office/officeart/2005/8/layout/list1"/>
    <dgm:cxn modelId="{047405C7-0088-463C-A89B-BD346F61893D}" srcId="{18739A4F-1B00-4605-8819-5AFA5203FA41}" destId="{B30D2B80-2F14-4A70-A1A4-E79DF67A58AE}" srcOrd="1" destOrd="0" parTransId="{DDC8A68A-64B0-4E70-9C40-0AEFA652A130}" sibTransId="{9071470F-EDFF-4510-A7CA-F251640D9613}"/>
    <dgm:cxn modelId="{1163944F-8E95-4216-BBFD-04AAB0E8A223}" srcId="{18739A4F-1B00-4605-8819-5AFA5203FA41}" destId="{70179179-C360-4E0D-A095-F2AA4EFAE754}" srcOrd="4" destOrd="0" parTransId="{73BD802D-961C-4586-AB09-A93CD2B62806}" sibTransId="{B4F3D42C-9AF9-48DE-846D-17088324BBD9}"/>
    <dgm:cxn modelId="{F14B7612-7EE2-4DEF-9F4D-2A8E87B67284}" srcId="{18739A4F-1B00-4605-8819-5AFA5203FA41}" destId="{62C4F78F-695C-4E9A-A33A-D188C68A6467}" srcOrd="3" destOrd="0" parTransId="{9093F122-8BC6-44B2-AFC5-9D56FC20A9DF}" sibTransId="{3A932C24-785B-4D11-8152-58558CBCC005}"/>
    <dgm:cxn modelId="{69D1DAB7-2E28-4DAD-9421-6F07F5AA8F92}" type="presOf" srcId="{18739A4F-1B00-4605-8819-5AFA5203FA41}" destId="{F1F845CF-2FDD-43F6-A201-7A7471483080}" srcOrd="0" destOrd="0" presId="urn:microsoft.com/office/officeart/2005/8/layout/list1"/>
    <dgm:cxn modelId="{FF7A47E9-B31A-4348-94A1-40C8C1F6AC92}" srcId="{82CCC20C-7423-4070-AFA4-E5351E9E1159}" destId="{18739A4F-1B00-4605-8819-5AFA5203FA41}" srcOrd="0" destOrd="0" parTransId="{79826388-7DCE-4FF9-8771-AA3A74B5E10F}" sibTransId="{5719FC09-C4D9-417D-ADFF-06F7FAFD28C8}"/>
    <dgm:cxn modelId="{0A6BA8A1-139A-425D-B17E-DA55EE89B0BF}" type="presOf" srcId="{70179179-C360-4E0D-A095-F2AA4EFAE754}" destId="{BBE79944-316A-45C8-8F0E-9B5CDF108576}" srcOrd="0" destOrd="4" presId="urn:microsoft.com/office/officeart/2005/8/layout/list1"/>
    <dgm:cxn modelId="{42CE5451-DF0C-4E05-B998-8FDB3E9895AD}" srcId="{18739A4F-1B00-4605-8819-5AFA5203FA41}" destId="{DA76860F-0EFC-4564-93FB-DED8C5CE6917}" srcOrd="0" destOrd="0" parTransId="{7770FCFC-47D8-4528-8F21-F18C73EB36D7}" sibTransId="{4B359AA0-E6A6-4A56-85B9-3052EFED829B}"/>
    <dgm:cxn modelId="{FB0C0510-E2F1-4C76-ADF8-BA12F2E1E8E8}" type="presOf" srcId="{82CCC20C-7423-4070-AFA4-E5351E9E1159}" destId="{16E8A46C-3054-4179-AFF7-AB2AA0F634C5}" srcOrd="0" destOrd="0" presId="urn:microsoft.com/office/officeart/2005/8/layout/list1"/>
    <dgm:cxn modelId="{9A96BE69-0454-4DF7-B72D-EDA3221005C4}" srcId="{18739A4F-1B00-4605-8819-5AFA5203FA41}" destId="{820D0112-241D-4A7F-B83E-3F0F167A974F}" srcOrd="2" destOrd="0" parTransId="{24468531-037F-4199-A50B-5475559FA971}" sibTransId="{1F7D7F0E-B291-4E28-B816-D4909A61945E}"/>
    <dgm:cxn modelId="{EF71A668-E038-4E7B-8885-8C7ABDC946EB}" type="presOf" srcId="{820D0112-241D-4A7F-B83E-3F0F167A974F}" destId="{BBE79944-316A-45C8-8F0E-9B5CDF108576}" srcOrd="0" destOrd="2" presId="urn:microsoft.com/office/officeart/2005/8/layout/list1"/>
    <dgm:cxn modelId="{5F5928C8-2F2C-47AF-90F9-9403C795F42E}" type="presParOf" srcId="{16E8A46C-3054-4179-AFF7-AB2AA0F634C5}" destId="{4C46D30C-F4ED-468A-90AD-0598EA151D56}" srcOrd="0" destOrd="0" presId="urn:microsoft.com/office/officeart/2005/8/layout/list1"/>
    <dgm:cxn modelId="{6CC341FA-00FB-4192-9958-569D2196FCB1}" type="presParOf" srcId="{4C46D30C-F4ED-468A-90AD-0598EA151D56}" destId="{F1F845CF-2FDD-43F6-A201-7A7471483080}" srcOrd="0" destOrd="0" presId="urn:microsoft.com/office/officeart/2005/8/layout/list1"/>
    <dgm:cxn modelId="{BD70D21F-6012-4879-904E-DD29A7C81CF4}" type="presParOf" srcId="{4C46D30C-F4ED-468A-90AD-0598EA151D56}" destId="{E66FCCE7-7F22-4BCE-BE42-B6EB3A5D2CAF}" srcOrd="1" destOrd="0" presId="urn:microsoft.com/office/officeart/2005/8/layout/list1"/>
    <dgm:cxn modelId="{EC2E01C0-C1AE-4689-8829-B0CBDCBB919D}" type="presParOf" srcId="{16E8A46C-3054-4179-AFF7-AB2AA0F634C5}" destId="{BEAABC45-3646-4E3A-A4D0-C33434D4F5A1}" srcOrd="1" destOrd="0" presId="urn:microsoft.com/office/officeart/2005/8/layout/list1"/>
    <dgm:cxn modelId="{E3EFAA01-0BF6-46CA-9CA3-7A234715A99C}" type="presParOf" srcId="{16E8A46C-3054-4179-AFF7-AB2AA0F634C5}" destId="{BBE79944-316A-45C8-8F0E-9B5CDF108576}" srcOrd="2" destOrd="0" presId="urn:microsoft.com/office/officeart/2005/8/layout/lis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7DEBC-4D66-46DE-BD21-1B76A18C44A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E81D4-1A96-4C2C-B704-3D76B6A605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1E81D4-1A96-4C2C-B704-3D76B6A605DE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B3BC63B-106C-4608-9CF8-5F5BADBAF74F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BE78047-30FE-4864-B87C-906557C0EEE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diagramLayout" Target="../diagrams/layout3.xml"/><Relationship Id="rId7" Type="http://schemas.openxmlformats.org/officeDocument/2006/relationships/diagramLayout" Target="../diagrams/layout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4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3.xml"/><Relationship Id="rId10" Type="http://schemas.openxmlformats.org/officeDocument/2006/relationships/image" Target="../media/image9.png"/><Relationship Id="rId4" Type="http://schemas.openxmlformats.org/officeDocument/2006/relationships/diagramQuickStyle" Target="../diagrams/quickStyle3.xml"/><Relationship Id="rId9" Type="http://schemas.openxmlformats.org/officeDocument/2006/relationships/diagramColors" Target="../diagrams/colors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1571612"/>
            <a:ext cx="6429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 MEDIA ANALYSIS</a:t>
            </a:r>
            <a:endParaRPr lang="en-US" sz="40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A5C3890-788C-4613-DCCD-86FCC1542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21210" y="317594"/>
            <a:ext cx="2437069" cy="22745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8794" y="3429000"/>
            <a:ext cx="7000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Instagram</a:t>
            </a: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User Engagement &amp; Marketing Insights </a:t>
            </a:r>
            <a:endParaRPr lang="en-US" sz="24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472" y="5143512"/>
            <a:ext cx="37862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2400" dirty="0" smtClean="0"/>
              <a:t>BY:-   </a:t>
            </a:r>
            <a:r>
              <a:rPr lang="en-US" sz="2400" b="1" i="1" dirty="0" err="1" smtClean="0"/>
              <a:t>Chandni</a:t>
            </a:r>
            <a:r>
              <a:rPr lang="en-US" sz="2400" b="1" i="1" dirty="0" smtClean="0"/>
              <a:t>  </a:t>
            </a:r>
            <a:r>
              <a:rPr lang="en-US" sz="2400" b="1" i="1" dirty="0" err="1" smtClean="0"/>
              <a:t>Kalchuri</a:t>
            </a:r>
            <a:endParaRPr lang="en-US" sz="2400" b="1" i="1" dirty="0" smtClean="0"/>
          </a:p>
          <a:p>
            <a:r>
              <a:rPr lang="en-US" sz="2400" dirty="0" smtClean="0"/>
              <a:t>Date:-    </a:t>
            </a:r>
            <a:r>
              <a:rPr lang="en-US" sz="2400" b="1" i="1" dirty="0" smtClean="0"/>
              <a:t>28/03/2026</a:t>
            </a:r>
          </a:p>
          <a:p>
            <a:r>
              <a:rPr lang="en-US" sz="2400" dirty="0" smtClean="0"/>
              <a:t>“SQL Project:-  </a:t>
            </a:r>
            <a:r>
              <a:rPr lang="en-US" sz="2400" b="1" i="1" dirty="0" smtClean="0"/>
              <a:t>Meta</a:t>
            </a:r>
            <a:r>
              <a:rPr lang="en-US" sz="2400" dirty="0" smtClean="0"/>
              <a:t>” </a:t>
            </a:r>
            <a:endParaRPr lang="en-US" sz="2000" dirty="0"/>
          </a:p>
        </p:txBody>
      </p:sp>
      <p:sp>
        <p:nvSpPr>
          <p:cNvPr id="16386" name="AutoShape 2" descr="Instagram logo Vectors - Download Free High-Quality Vector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88" name="AutoShape 4" descr="Instagram logo Vectors - Download Free High-Quality Vector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392" name="Picture 8" descr="Instagram logo Vectors - Download Free High-Quality Vectors 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24" y="3214686"/>
            <a:ext cx="1025066" cy="10001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 descr="Social Media Analytics Colored Icon In Powerpoint Pptx Png And Editable Eps  Format PPT Slid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4" name="AutoShape 4" descr="Social Media Analytics Colored Icon In Powerpoint Pptx Png And Editable Eps  Format PPT Slid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6" name="AutoShape 6" descr="Social Media Analytics Colored Icon In Powerpoint Pptx Png And Editable Eps Format Slide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8" name="AutoShape 8" descr="Social Media Analytics Colored Icon In Powerpoint Pptx Png And Editable Eps Format Slide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70" name="AutoShape 10" descr="Social Media Analytics Colored Icon In Powerpoint Pptx Png And Editable Eps Format Slide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72" name="AutoShape 12" descr="Social Media Analytics Colored Icon In Powerpoint Pptx Png And Editable Eps Format Slide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375" name="Picture 15" descr="Download HD Guide To Social Media Monitoring - Social Media Monitoring Icon  Transparent PNG Image - NicePNG.co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14290"/>
            <a:ext cx="2039204" cy="1714512"/>
          </a:xfrm>
          <a:prstGeom prst="rect">
            <a:avLst/>
          </a:prstGeom>
          <a:noFill/>
        </p:spPr>
      </p:pic>
      <p:sp>
        <p:nvSpPr>
          <p:cNvPr id="15376" name="Rectangle 16"/>
          <p:cNvSpPr>
            <a:spLocks noChangeArrowheads="1"/>
          </p:cNvSpPr>
          <p:nvPr/>
        </p:nvSpPr>
        <p:spPr bwMode="auto">
          <a:xfrm>
            <a:off x="357158" y="2000240"/>
            <a:ext cx="4071966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1000"/>
              <a:buFont typeface="Arial" pitchFamily="34" charset="0"/>
              <a:buChar char="•"/>
              <a:tabLst/>
            </a:pPr>
            <a:r>
              <a:rPr lang="en-US" sz="1600" dirty="0" smtClean="0">
                <a:latin typeface="Arial" charset="0"/>
                <a:cs typeface="Arial" charset="0"/>
              </a:rPr>
              <a:t>  </a:t>
            </a:r>
            <a:r>
              <a:rPr lang="en-US" sz="2000" dirty="0" err="1" smtClean="0">
                <a:latin typeface="Arial" charset="0"/>
                <a:cs typeface="Arial" charset="0"/>
              </a:rPr>
              <a:t>Instagram</a:t>
            </a:r>
            <a:r>
              <a:rPr lang="en-US" sz="2000" dirty="0" smtClean="0">
                <a:latin typeface="Arial" charset="0"/>
                <a:cs typeface="Arial" charset="0"/>
              </a:rPr>
              <a:t> generate large user interaction data.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1000"/>
              <a:buFont typeface="Arial" pitchFamily="34" charset="0"/>
              <a:buChar char="•"/>
              <a:tabLst/>
            </a:pPr>
            <a:endParaRPr lang="en-US" sz="2000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1000"/>
              <a:buFont typeface="Arial" pitchFamily="34" charset="0"/>
              <a:buChar char="•"/>
              <a:tabLst/>
            </a:pPr>
            <a:r>
              <a:rPr lang="en-US" sz="2000" dirty="0" smtClean="0">
                <a:latin typeface="Arial" charset="0"/>
                <a:cs typeface="Arial" charset="0"/>
              </a:rPr>
              <a:t>  Data helps understand user behavior.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1000"/>
              <a:buFont typeface="Arial" pitchFamily="34" charset="0"/>
              <a:buChar char="•"/>
              <a:tabLst/>
            </a:pPr>
            <a:endParaRPr lang="en-US" sz="2000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1000"/>
              <a:buFont typeface="Arial" pitchFamily="34" charset="0"/>
              <a:buChar char="•"/>
              <a:tabLst/>
            </a:pPr>
            <a:r>
              <a:rPr lang="en-US" sz="2000" dirty="0" smtClean="0">
                <a:latin typeface="Arial" charset="0"/>
                <a:cs typeface="Arial" charset="0"/>
              </a:rPr>
              <a:t>  Enables better marketing decision.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1000"/>
              <a:buFont typeface="Arial" pitchFamily="34" charset="0"/>
              <a:buChar char="•"/>
              <a:tabLst/>
            </a:pPr>
            <a:endParaRPr lang="en-US" sz="2000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1000"/>
              <a:buFont typeface="Arial" pitchFamily="34" charset="0"/>
              <a:buChar char="•"/>
              <a:tabLst/>
            </a:pPr>
            <a:r>
              <a:rPr lang="en-US" sz="2000" dirty="0" smtClean="0">
                <a:latin typeface="Arial" charset="0"/>
                <a:cs typeface="Arial" charset="0"/>
              </a:rPr>
              <a:t>  Improves engagement &amp; growth.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600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600" dirty="0">
              <a:latin typeface="Arial" charset="0"/>
              <a:cs typeface="Arial" charset="0"/>
            </a:endParaRPr>
          </a:p>
        </p:txBody>
      </p:sp>
      <p:sp>
        <p:nvSpPr>
          <p:cNvPr id="15378" name="AutoShape 18" descr="instagram icons. social media notification icon in speech bubble like,  comment, follower, icons, instagram ui app interface icon set. home,  search, reel, shop, profile, share, save. instagram counter Stock Vector |  Ado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80" name="AutoShape 20" descr="instagram icons. social media notification icon in speech bubble like,  comment, follower, icons, instagram ui app interface icon set. home,  search, reel, shop, profile, share, save. instagram counter Stock Vector |  Ado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82" name="AutoShape 22" descr="App Interface Icons and Logo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84" name="AutoShape 24" descr="Instagram UI Icons Set. Instagram Social Network App Interface Icons  Template. Like, Comment, Follow, Live, IGTV, Shop, Editorial Stock Image -  Illustration of frame, nubes: 23887565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86" name="AutoShape 26" descr="Instagram Mobile UI Icon Set – Royalty-Free Vector | VectorSto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88" name="AutoShape 28" descr="instagram icons. social media notification icon in speech bubble like,  comment, follower, icons, instagram ui app interface icon set. home,  search, reel, shop, profile, share, save. instagram counter Stock Vector |  Ado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90" name="AutoShape 30" descr="instagram icons. social media notification icon in speech bubble like,  comment, follower, icons, instagram ui app interface icon set. home,  search, reel, shop, profile, share, save. instagram counter Stock Vector |  Ado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92" name="AutoShape 32" descr="Instagram icons collection set. social media icon like, comment, share, save, follower, icons, Vector instagram ui app interface icon set. story, live, avatar, profile, home, search, reel ic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94" name="AutoShape 34" descr="Instagram icons collection set. social media icon like, comment, share,  save, follower, icons, Vector instagram ui app interface icon set. story,  live, avatar, profile, home, search, reel icons Stock Vector | Ado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96" name="AutoShape 36" descr="Download Free 40+ Accurate Instagram UI Icons for UI/UX Projec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98" name="AutoShape 38" descr="Download Free 40+ Accurate Instagram UI Icons for UI/UX Projec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00" name="AutoShape 40" descr="36 Instagram UI Icons In Figm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402" name="Picture 42" descr="Instagram social network app interface icons and smartphone frame screen  template | Premium Vecto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1857364"/>
            <a:ext cx="4357718" cy="4648232"/>
          </a:xfrm>
          <a:prstGeom prst="rect">
            <a:avLst/>
          </a:prstGeom>
          <a:noFill/>
        </p:spPr>
      </p:pic>
      <p:sp>
        <p:nvSpPr>
          <p:cNvPr id="24" name="Rectangle 23"/>
          <p:cNvSpPr/>
          <p:nvPr/>
        </p:nvSpPr>
        <p:spPr>
          <a:xfrm>
            <a:off x="2786050" y="571480"/>
            <a:ext cx="58579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54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INTRODUCTION</a:t>
            </a:r>
            <a:endParaRPr lang="en-US" sz="54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928670"/>
            <a:ext cx="857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 &amp; OBJECTIVES</a:t>
            </a:r>
            <a:endParaRPr lang="en-US" sz="36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0034" y="1928802"/>
            <a:ext cx="72152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Statement: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Analyze user activity &amp; engagement Patterns.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714348" y="3429000"/>
            <a:ext cx="5786478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   Objectives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+mj-lt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Increase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user engagement.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Identify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high-value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users </a:t>
            </a: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Improve marketing strategies.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4339" name="Picture 3" descr="📈 Chart Increasing Emoji: Meaning &amp; Us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3571876"/>
            <a:ext cx="428628" cy="428628"/>
          </a:xfrm>
          <a:prstGeom prst="rect">
            <a:avLst/>
          </a:prstGeom>
          <a:noFill/>
        </p:spPr>
      </p:pic>
      <p:sp>
        <p:nvSpPr>
          <p:cNvPr id="14341" name="AutoShape 5" descr="Market Research Analysis Icon SV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43" name="Picture 7" descr="Market Research Analysis Icon SVG Vector &amp; PNG Free Download | UXWi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224" y="2071678"/>
            <a:ext cx="500066" cy="5000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5852" y="857232"/>
            <a:ext cx="6572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OVERVIEW</a:t>
            </a:r>
            <a:endParaRPr lang="en-US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3" name="Rectangle 1"/>
          <p:cNvSpPr>
            <a:spLocks noChangeArrowheads="1"/>
          </p:cNvSpPr>
          <p:nvPr/>
        </p:nvSpPr>
        <p:spPr bwMode="auto">
          <a:xfrm>
            <a:off x="642910" y="2214554"/>
            <a:ext cx="3000396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Dataset: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dirty="0" smtClean="0">
                <a:latin typeface="Arial" charset="0"/>
                <a:cs typeface="Arial" charset="0"/>
              </a:rPr>
              <a:t>  </a:t>
            </a:r>
            <a:r>
              <a:rPr lang="en-US" sz="2000" dirty="0" smtClean="0">
                <a:latin typeface="Arial" charset="0"/>
                <a:cs typeface="Arial" charset="0"/>
              </a:rPr>
              <a:t>Users, Posts, Likes, Comments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2000" dirty="0" smtClean="0">
                <a:latin typeface="Arial" charset="0"/>
                <a:cs typeface="Arial" charset="0"/>
              </a:rPr>
              <a:t>  Follows &amp; </a:t>
            </a:r>
            <a:r>
              <a:rPr lang="en-US" sz="2000" dirty="0" err="1" smtClean="0">
                <a:latin typeface="Arial" charset="0"/>
                <a:cs typeface="Arial" charset="0"/>
              </a:rPr>
              <a:t>Hashtags</a:t>
            </a:r>
            <a:endParaRPr lang="en-US" sz="2000" dirty="0" smtClean="0">
              <a:latin typeface="Arial" charset="0"/>
              <a:cs typeface="Arial" charset="0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571472" y="4071942"/>
            <a:ext cx="3000396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Arial" charset="0"/>
                <a:cs typeface="Arial" charset="0"/>
              </a:rPr>
              <a:t>Data Quality: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 smtClean="0">
                <a:latin typeface="Arial" charset="0"/>
                <a:cs typeface="Arial" charset="0"/>
              </a:rPr>
              <a:t>  No </a:t>
            </a:r>
            <a:r>
              <a:rPr lang="en-US" sz="2000" b="1" dirty="0" smtClean="0">
                <a:latin typeface="Arial" charset="0"/>
                <a:cs typeface="Arial" charset="0"/>
              </a:rPr>
              <a:t>NULL</a:t>
            </a:r>
            <a:r>
              <a:rPr lang="en-US" sz="2000" dirty="0" smtClean="0">
                <a:latin typeface="Arial" charset="0"/>
                <a:cs typeface="Arial" charset="0"/>
              </a:rPr>
              <a:t> </a:t>
            </a:r>
            <a:r>
              <a:rPr lang="en-US" sz="2000" dirty="0">
                <a:latin typeface="Arial" charset="0"/>
                <a:cs typeface="Arial" charset="0"/>
              </a:rPr>
              <a:t>values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No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duplicate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records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2000" dirty="0" smtClean="0">
                <a:latin typeface="Arial" charset="0"/>
                <a:cs typeface="Arial" charset="0"/>
              </a:rPr>
              <a:t>  Clean</a:t>
            </a:r>
            <a:r>
              <a:rPr lang="en-US" sz="2000" b="1" dirty="0" smtClean="0">
                <a:latin typeface="Arial" charset="0"/>
                <a:cs typeface="Arial" charset="0"/>
              </a:rPr>
              <a:t> dataset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4000496" y="1571612"/>
          <a:ext cx="4857784" cy="407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1670" y="2428868"/>
            <a:ext cx="428628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Tables</a:t>
            </a:r>
            <a:r>
              <a:rPr lang="en-US" sz="3600" b="1" dirty="0" smtClean="0"/>
              <a:t>:</a:t>
            </a: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 smtClean="0"/>
              <a:t>• Users </a:t>
            </a:r>
            <a:r>
              <a:rPr lang="en-US" sz="2000" dirty="0" smtClean="0"/>
              <a:t>(id, username, </a:t>
            </a:r>
            <a:r>
              <a:rPr lang="en-US" sz="2000" dirty="0" err="1" smtClean="0"/>
              <a:t>created_at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b="1" dirty="0" smtClean="0"/>
              <a:t>• Photos </a:t>
            </a:r>
            <a:r>
              <a:rPr lang="en-US" sz="2000" dirty="0" smtClean="0"/>
              <a:t>(id, </a:t>
            </a:r>
            <a:r>
              <a:rPr lang="en-US" sz="2000" dirty="0" err="1" smtClean="0"/>
              <a:t>user_id</a:t>
            </a:r>
            <a:r>
              <a:rPr lang="en-US" sz="2000" dirty="0" smtClean="0"/>
              <a:t>, </a:t>
            </a:r>
            <a:r>
              <a:rPr lang="en-US" sz="2000" dirty="0" err="1" smtClean="0"/>
              <a:t>image_url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b="1" dirty="0" smtClean="0"/>
              <a:t>• Likes </a:t>
            </a:r>
            <a:r>
              <a:rPr lang="en-US" sz="2000" dirty="0" smtClean="0"/>
              <a:t>(</a:t>
            </a:r>
            <a:r>
              <a:rPr lang="en-US" sz="2000" dirty="0" err="1" smtClean="0"/>
              <a:t>user_id</a:t>
            </a:r>
            <a:r>
              <a:rPr lang="en-US" sz="2000" dirty="0" smtClean="0"/>
              <a:t>, </a:t>
            </a:r>
            <a:r>
              <a:rPr lang="en-US" sz="2000" dirty="0" err="1" smtClean="0"/>
              <a:t>photo_id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b="1" dirty="0" smtClean="0"/>
              <a:t>• Comments </a:t>
            </a:r>
            <a:r>
              <a:rPr lang="en-US" sz="2000" dirty="0" smtClean="0"/>
              <a:t>(id, </a:t>
            </a:r>
            <a:r>
              <a:rPr lang="en-US" sz="2000" dirty="0" err="1" smtClean="0"/>
              <a:t>user_id</a:t>
            </a:r>
            <a:r>
              <a:rPr lang="en-US" sz="2000" dirty="0" smtClean="0"/>
              <a:t>, </a:t>
            </a:r>
            <a:r>
              <a:rPr lang="en-US" sz="2000" dirty="0" err="1" smtClean="0"/>
              <a:t>photo_id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b="1" dirty="0" smtClean="0"/>
              <a:t>• Follows </a:t>
            </a:r>
            <a:r>
              <a:rPr lang="en-US" sz="2000" dirty="0" smtClean="0"/>
              <a:t>(</a:t>
            </a:r>
            <a:r>
              <a:rPr lang="en-US" sz="2000" dirty="0" err="1" smtClean="0"/>
              <a:t>follower_id</a:t>
            </a:r>
            <a:r>
              <a:rPr lang="en-US" sz="2000" dirty="0" smtClean="0"/>
              <a:t>, </a:t>
            </a:r>
            <a:r>
              <a:rPr lang="en-US" sz="2000" dirty="0" err="1" smtClean="0"/>
              <a:t>followee_id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b="1" dirty="0" smtClean="0"/>
              <a:t>• Tags </a:t>
            </a:r>
            <a:r>
              <a:rPr lang="en-US" sz="2000" dirty="0" smtClean="0"/>
              <a:t>(id, </a:t>
            </a:r>
            <a:r>
              <a:rPr lang="en-US" sz="2000" dirty="0" err="1" smtClean="0"/>
              <a:t>tag_name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b="1" dirty="0" smtClean="0"/>
              <a:t>• </a:t>
            </a:r>
            <a:r>
              <a:rPr lang="en-US" sz="2000" b="1" dirty="0" err="1" smtClean="0"/>
              <a:t>Photo_Tags</a:t>
            </a:r>
            <a:r>
              <a:rPr lang="en-US" sz="2000" b="1" dirty="0" smtClean="0"/>
              <a:t> </a:t>
            </a:r>
            <a:r>
              <a:rPr lang="en-US" sz="2000" dirty="0" smtClean="0"/>
              <a:t>(</a:t>
            </a:r>
            <a:r>
              <a:rPr lang="en-US" sz="2000" dirty="0" err="1" smtClean="0"/>
              <a:t>photo_id</a:t>
            </a:r>
            <a:r>
              <a:rPr lang="en-US" sz="2000" dirty="0" smtClean="0"/>
              <a:t>, </a:t>
            </a:r>
            <a:r>
              <a:rPr lang="en-US" sz="2000" dirty="0" err="1" smtClean="0"/>
              <a:t>tag_id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857224" y="1071546"/>
            <a:ext cx="7000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Schema</a:t>
            </a:r>
            <a:endParaRPr lang="en-US" sz="60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57224" y="785794"/>
            <a:ext cx="7429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sz="60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9" name="Diagram 28"/>
          <p:cNvGraphicFramePr/>
          <p:nvPr/>
        </p:nvGraphicFramePr>
        <p:xfrm>
          <a:off x="1571604" y="2285992"/>
          <a:ext cx="5786478" cy="3643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552" name="Picture 24" descr="Mysql - Free logo icon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15074" y="2928933"/>
            <a:ext cx="1071570" cy="9822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/>
          <p:cNvGraphicFramePr/>
          <p:nvPr/>
        </p:nvGraphicFramePr>
        <p:xfrm>
          <a:off x="500034" y="857232"/>
          <a:ext cx="3833850" cy="4500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Diagram 12"/>
          <p:cNvGraphicFramePr/>
          <p:nvPr/>
        </p:nvGraphicFramePr>
        <p:xfrm>
          <a:off x="4714876" y="2714620"/>
          <a:ext cx="4071966" cy="3643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4" name="Picture 30" descr="Analysis - Free business icons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001024" y="3357562"/>
            <a:ext cx="714380" cy="714380"/>
          </a:xfrm>
          <a:prstGeom prst="rect">
            <a:avLst/>
          </a:prstGeom>
          <a:noFill/>
        </p:spPr>
      </p:pic>
      <p:pic>
        <p:nvPicPr>
          <p:cNvPr id="15" name="Picture 26" descr="Data processing - Free icons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428992" y="2000240"/>
            <a:ext cx="714380" cy="6429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4414" y="714356"/>
            <a:ext cx="67151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User Activity Distribution</a:t>
            </a:r>
            <a:endParaRPr lang="en-US" sz="44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2571744"/>
            <a:ext cx="314327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 Users segmented 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into activity levels 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Majority are moderately active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 Few users drive high engagement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1857364"/>
            <a:ext cx="4786346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214678" y="5429264"/>
            <a:ext cx="5715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cs typeface="Times New Roman" pitchFamily="18" charset="0"/>
              </a:rPr>
              <a:t>Figure 1: Distribution of Users by Activity level</a:t>
            </a:r>
            <a:endParaRPr lang="en-US" sz="2400" b="1" i="1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8" y="642918"/>
            <a:ext cx="8572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Top </a:t>
            </a:r>
            <a:r>
              <a:rPr lang="en-US" sz="4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Hashtags</a:t>
            </a:r>
            <a:r>
              <a:rPr lang="en-US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by Average Likes</a:t>
            </a:r>
            <a:endParaRPr lang="en-US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72132" y="2357430"/>
            <a:ext cx="30718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Identifies popular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hashtags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 Improves content  reach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 Helps in targeted campaigns</a:t>
            </a:r>
            <a:endParaRPr lang="en-US" dirty="0"/>
          </a:p>
        </p:txBody>
      </p:sp>
      <p:sp>
        <p:nvSpPr>
          <p:cNvPr id="20482" name="AutoShape 2" descr="data:image/png;base64,iVBORw0KGgoAAAANSUhEUgAABVYAAAMACAYAAADPPjzCAAAAAXNSR0IArs4c6QAAIABJREFUeF7snQd8G0Xah//qzd1OsR3HTu8V0iC9ACEhpNBrgKN/Bxy9E/rR7gIc5eDg4Dh6gOSoIQFCekhPINWxneYSN7mr6/vNrFZerVXWtuzYzrv8TCzt7uzMM7OS9eidd1RzJ/TxIsymUoXbG519KkT5Iq1dXJDrtUSbbHYXnrp+QnSgUylEgAgQASJABIgAESACRIAIEAEiQASIABEgAkTgJBKoW2Y9iVdv2qVN5yf4T1SRWI0MMaKnJbEaGSIdQQSIABEgAkSACBABIkAEiAARIAJEgAgQASJABCQESKxGYTi0RHRnFKpVb58jFUZiNRIh2k8EiAARIAJEgAgQASJABIgAESACRIAIEAEiQAQCCJBYjcKAILGqAKIKoFQACjjRIUSACBABIkAEiAARIAJEgAgQASJABIgAESAC7YIAidUodBOJVQUQoyBWSyrsOFTiwglbIuo0iVCbk6HWxYDl0fW466CylUHrtCJZV47u8R6kJuqhUav5ftqIABEgAkSACBABIkAEiAARIAJEgAgQASJABIiASOCS5zaGhfHJfWMjwiKxGhFR5ANOmlj1LdvlRf36XaogFjGiV2zjqQB25lXjQF06DGlj0T2rFzJSk9Ep0QKzSQedVs2XDnO4PKizOVFircGxwjIcPXIEtoJt6KbOw6BUwKTXQq2OSCJyZ9MRRIAIEAEiQASIABEgAkSACBABIkAEiAARIAIdmgCTriRWgVaJVmxRseoFRHHq9QIerxf8X4/wrEqlhkarg8lsRnlZCWJM+gYDO6JObKNiNbugGtsqeqPrkJkYPjATfTKSkJJogVaj9reRK2WvF1Kh7HJ7UF5Rh+yjpdi1/yjy961Bb9Uu9OmsgUGvgZpCWDv0ix81jggQASJABIgAESACRIAIEAEiQASIABEgAqEIKIlUPRlidexXX/Eqb5w3L6DqoZ5vag+bzk/wn6qaO6FPfbhmkBJbw6E1V6xKxSlrQih5ajCZERsbj8TkTujUJRWpaRlIy8hCarfu/PdLzh2DWHPHEKsr9jhRlzkfE8eOwMj+qYi1GOF0ueFyeTgfZpWFjhe7X7DDrL+ZONVq1dBpNaipc2Dn/nys37If7ryvMTKlGEmxxgA529SBSOcRASJABIgAEWhLBH7YWoj3VuYFVGnh9Cycc1rXqFaTzRJ58Yv9mDU6FcN61P9RJr+I0uPE895ensN/vf7snlGtb7jC2DW3Z1vx3LVDEGvStch1d+Za8exn+/xlTxve2d9G1mdHS2ojtllaxgMX9efcWd1/2nEioM7SslukMW2wUCnDYJyiUWXGesPeUiy6fCC6d7I0KLKqzon73t2NEb0T/H3ZGmOruW0TXzOSYvSK74FgrzNmgyYkm+bWUfr6kJFijvrrWbTqR+UQASJABIhA+yLQVsUqoyiXqNGWquwa7VKsBpenXng8POCS2UDodHroDWbExsnlaSZSu2VyeZqU0jnkaD1rdI92L1ZtDhe+z05ExrgrMH1MH2R0TYDd4eRS1ev1wsNYhVXpglwVflRcrhoMOhQWV2LlxoPI2fYdRph+R2qSEXqtplUimtvXywvVlggQASJABNorAbmkO1Jcg0Uf7sHt5/cJK0Ab214lwlQq/UQRGO46TIj9dqAsomBsbF1P9vGM1bKNx3H+2HTotWqIAm7O2DS/IGL9xrZwAjwYH7mIDlb2yW5/a1w/mJxmbEb3TYrauBfHc6gvKlgdNu0vQ1qysd2MYfb68MIX+3HPgn5+WczG2be/FeDuBf34eA22Kf0yINp9z/qAxGq0qVJ5RIAIEIFTl0C4aFRx38mIWBV7RJSp4mN5BGtze65diVWn2x0gTzVaPYzG0PL0jusWYMXmwGgTpcDau1hlUvWb3K4YMuUqnDWuN4x6HWptDni9Hng9XngYiCB5ZaV8/NHDLHKVRbCqVTxdgsmgg8vj4XJ114YfMVi1ARkpJuh1JFeVji86jggQASJABNo2gVCCidU6mlGgkcQqkzP//C4Hj142EE98tAc3ntszYmTra19nY8H49KDRgG2beuNrx/ppW3a5X14xIfr8kv2494J+IaNmlYhVVhN52Y2vXfs7o7XEan6pDUXltgaRneL94HR7251YffV/h/DoZQP8447Eavsb/1RjIkAEiAARaBqBti5WWataIlJVpNWuxGplrR3Tz53vm7YfOfJ0xqisU1asfrk3DoOnX4+zx/Xm0ak2h1PIJevLJyt4VX8OgOB3D4tUZXtYyKq3PnJVrVbz/Ko6rRYrNhzA7vXfYIhmM9JSLDDoNE27E+ksIkAEiAARIAJtiEAowSSP8pJP5Q02fTzcMXKxKj4+VlIXIJ3ECMpIYlUuDYOlBJALQ2n9pNOQxbpMHJKCj345ynuHTfPPKazxT8eXHh8sCk5J22eM6IIV24uwK68CjZ0GHUxeRYpabYxYlacWCMVKHLry9kojjMOxaIl+YukYItVXGg09NCsegzPjUVRhC/jyoCUiVrvEG/H74YoGKTDE/pTXQ8nYYqwHZMTx1BryMStnwfpLfq9KUx/Ix2G4vgu2j5UvTS0RKq1EuIhVtu9/G/P9rwPi/dgpwRCQ/kKasiTUeJO3hyJW29CbDVWFCBABItABCLR1sUoRq5JBxsRqYyJQT1WxunKvE4njbsecSQM5vZqyMhS88Rwcq9+Fxq2BmrlPDYtABVRa34/KDd35N8B8zm3QGmOhVstX4arPu8oiWdUaFQx6HU8P8M2qP3B08ycYFnsYXZLMlHO1A7wwUhOIABEgAqc6AbnwECNHpflDlYqPcHJELlaZ8Ci22htMH1YqVuVSUS4e5deTS1ZpO9mXpUxSaTQqXDopg0fAyqc87z1aCYtRw/fJZU0kPmJd2AKbYr7NUO0PNR6DCclIqRCUiNVgU7vDsRLFnbSvWRk1NjeXfZFYRLufGK9I9ZWzFsWiXAK2hFhlX1CwTRptzB6LY4j9LpXakcaWyLpXakyDMSuyCHcfhhvXkfqOlc/Oj3bEqnh/jOydyFNbBPtCJNx4k7KVv36RWD3V3+Go/USACJxKBJTkP20uj7YsVinHqqx3Saz6gKgAm92Fp66f0GD85xTWYm/8ZbjkvAmIMetRXWtDwavPo/T9v8Oi1sFoB7QxHuhiAX28F7pEFfRJblgyvKixelDe5xroz10EvV7P86qG2tg+jVoFs8kAh9ONr1ZsBfb+G4O7upAYa+SLXtFGBIgAESACRKC9EpBHobF2SKPBmOh84qO9+POcXgFT7qWChZ0T6RhRXrLFq1he1GBSlZWjVKzKJZi8npHqJxWvYvSfKHZCCSSxj6WyRgkfse1Ky5ePJbnwEvezNn6x9jhuPa930NyWocSqNMKQRW9Kc2MGa4+UVc+uFr7gUrCIYiUs5GOluf2kpL7BxmYwUd1SYvXMgckB94e0zev2lIYUq+HuBbmMFO+dSPdhebWjgRhVei6T6s0Rq/JF8qRjTyz3rvl98dKXB/yvN+EYROp7cbE2yrHaXt+dqN5EgAgQgcYRaCtiVWmt65ZZlR4a8bhQ0/+jnRag3aUCoIhVNjU/uFj1eL1YcjAdMy+8AX0zk1FeWQuX2428CyfCcPwIYl0quLvbodYDKgOgMgEaI6AxAVkjNFDHeJGzRgfn/TthibFAq9XxNAJ8QTCWOoBlDmCPeXJWFZenGo0a8bEm5B0vw4oflyOr6hv0SouD2dAyqwFHvHPoACJABIgAESACUSAgj1iVT8MNFsEqFzHl1U6eH1Ua5So/pmuiiUfYsZySwXJOik1RIlZZHYPlV5UKT2m7pFOf5cik06qZ9GUyhm0iBzZtX76QlvQ6SviIbZeWHyxSNFh3hlslPlKe1UgRq8FYR2LF6hisr9nzSljII36b20+R6psYowsqEpuSY1XkVVbt4F2VFKNvMOalfSgdJ6HGprweSsaWdHxKx5QS/uJYlI9rJeeKkdzRjlgVmYnpGqSRxKHqJY63Zz/bF/RVULxnKWI1Cm8SVAQRIAJEgAj4CURT3kZTrLZWF5FYDUG6PS5e9fuRWlT1+zNmTR6Mmlo77CyvqtuL4nkDkFxjhyPBhbK/r4Ver4NWq/VHpLLo07TvRqBbTzUKdxpw/NINiE9IhMFg8ElVr5Cf1QsweevxePi/XK6qVdBrtYiLMeLH9XtR8ttbGJRUhS5JFh7RShsRIAJEgAgQgfZIIJhgkko/JdJUyTFSsXr4RI1/SrycmRKxys4JFl0oTjO/bU4fvPK/g/68luHkTChJJdaLsVj04R4YdRq/RFMiv6TRdE0Rq8HyTMpZNTVilZUjLkwmZxOJVSTRFUmwMzkXzX5qan2bIlYbe39Lx4kYkfngxf3x3oo8/6JrrS1WGX+2ycc1yyespO+aE7Eqz+Mr5ylGzy+cnsVTAojytLEiX1ouidXGjlo6nggQASJABFqLAInVKJD2r0QfpCxKBeCDEiJi9cv9yZh24f+hW+dYlFcI0apsq7x0MDo7nKiLd6DixY2Ii42D0WDgYpXP2FepYPygB9LT1CjcZ0DBFeuRkJgEo1EQq2LUKvuXCVW32wOX2wu3x8MXtdJoNDxqtai0EqtWfIuuZd+hf2YSLEaKWo3CLUFFEAEiQASIwEkgEEqsilFpbOrwC1/sxz0L+oVMBaDkGGkqgIIyGz5bczSoXG2MWJVP8RVl5txxaVi6Id+/cnmk6FB5PlZ5N8inXcuFWSQ+0raLEbGR6hRsqrq8XtHIsSpvW6R6hdsfap9cxkWzn5pa39ZMBcAkocg5NcmEgrI6f/qFcGI1XNuCjVml/MVxJO37gd1jI97nzU0FEE6simPkurOz8No32f7Xm6aMNxKrJ+GNhC5JBIgAESACjSZAYrXRyBqeQGJVAcQgYrW00oFN2rmYe84k1NkdqLM54fV6eERp7VVDkaq1odrsRvWzW5CUmAizxSyIVcGrwvVKV3TtrEFxjhYnrt2EraUafFmnQVW1UJ/CE2rU5ZfiwfFmTBuQCI9XxaNYuVyFCnq9FjFmA1au3YW67a9hcJoWnRPNlGtVQXfSIUSACBABItD2CERKBcBqLJ+OHiy/Y6Rjgi0mJV2QRiSjVKyGkoqsHvmlNozpl+SPegvVhmUbj+P8sen80ixNgXxaNXueidBgC29JpW5j287Kba4wYmXIF/BSIl5DLYL18rKDAQtrbc+2BqzSLrLSa9UNxoN08apILMQ6RqufIvWtWF9pTt/WXrxKGn3Jpq5LIzLDidVgbZMvXiUds0ruVdb2cONa3u/svoiUGzhS1LA4VkOJ1UiLV8nHVKTxJh+rlGO17b3vUI2IABEgAkQAILEahVFAYlUBxCBidUuuHYZRd+L0Qd1Raq2By+XmwlSrVaP2mqHIiLehyuBG1aNbuVg1mX1iVQUuP6ue6oxOCWpUFltQfvNanPtBDRbOTkXOwRLojWoUVwIGoxu/73Pii6uSoTPo4YEaLpeHC1YmcBPjLdi1/xhy176HnobDyEqNh16rUdAgOoQIEAEiQASIQNsiEGzxKvlq6aIYkS4+I5VDYovkZUmPCRZhJ+ZUlC+WFWpxJCm5UAslMckjlYTSc8Tric+J9QsV/cdSANTahVkx0rYEm17c2LZHEqvSa0vbILKKlF+VnRMpx6pYrth+9lhcyCoUK/Ec6X6zQRMQfRyOhXh+tPopWH3k/SXNl8v2sfHNZJtc9LXU4lWiWA3WZ5HEKqtvMNbB0ksouQ/FFADBxrWS+zxYKgAp32CvHcHKFevKxrN8MTvxy5U5Y9P8X46EG2/hxiqlAmhb7zdUGyJABIgAEagnQGI1CqOBxKoCiEHE6nf7TThtzp1ITbbwRas8LFpVpYJOq0HtDUPQM7UOpV4Pqu/fhsTERFgsZqjVarA0qCxytXrlUzDsWozynn+C+ow78dUfTny2rRLnDdDh/EE6qFVqLD4Shw17ivHR2QaYLbFQqXVwutxwe7y8DJZn9URpFbas+grJ5aswICsJMSa9ggbRIUSACBABIkAEiEC0CESaCh+t67TFciJFq7I6n8p8mtJn0RarTakDnUMEiAARIAJEgAicGgRIrEahnyOJ1cZeIlx5DcqSrbUUa24oBSMuxxTkgEbVQUkDg4jVpTnpmLHgBpj0GlTV2HguVC1bWEqnQfWf+qNfPydOOD2ovmM7EhOTeCoAJlWZfGVS1O1yoqa2Fg67AwajAXq9AXa7DXa7nS90pdUZ8PRuJ3YfLMSrE02IiYmHWqODw+XmUassPNZs1MNmd2L96pXQZH+Mob07ITnOpKRFdAwRIAJEgAgQASIQRQJKcpFG8XJtoqhgeXGDVUyc8s72SaOC20Qj2lAliFMb6gyqChEgAkSACBABItAuCKjmTujDlnoPufGFjlp4iyRWV2zOU1yDGaOy0JjjpQWfNboH2pNY/bpgOKadOw8GnRo2h5NPz2f9xcRp3QOT0DfrOIyxKlgT3PC6AK8TcDsA1cg7oB93Hyy7PgD+dS+sF70C9bgF+OqgDc+srcZd0yy4MN2AH/c6sdNlx/78ajw5TAVLTDw0Oj2PVmVpVtm1DHotz7m6fu161Gx/Haf17crzrNJGBIgAESACRIAIEAEiQASIABEgAkSACBABIkAEOjIBEquS3m1vYvXHiknoN2w0dBpmv72wO1x+2an5/q9IL/gUmf2d0KV74akGXDVAtdWA6lo7vLccQfy93WEfBThWApp38jHklSMYMTAZOw7XYPOViTjvjSO4eEFPbNh/DA/0VsNgioHLq4HN7oLb7YFepxUiXz0eHDt8CAW/PIdR/buia7KlI98z1DYiQASIABEgAkSACBABIkAEiAARIAJEgAgQASIAEqvtWKz+ap+G1B5DUVRSAZNBB6NBixizHjFmA0zOcri+fgienA1I7uaFm0WrulSAxoy4URdBM/l+OH/5EO4PnkTMtDHwXvUf/HTIif/7zwn8ZboO14xLwYe/OfHh5kL8abQOE3qaoTNa4HABVbUOLmfrbE7U2p3olBiDGms+cr5/EqMHpCI1OYZuLSJABIgAESACRIAIEAEiQASIABEgAkSACBABItChCZBYbWdi9frzhvlrnBczE1mDz0BhcQWMei1MRh1fOCrGYoDFpINO44XX7YBK5YVWpYZWq4FarYJGo4bJaOJ5VVk+VZZXVafTw2Qywel0wmG3Q6fX8zyrNbV1qK6uhVelgVelRZ3dg6oaO6rrHKi1ObhcTUmwwHoiD5s/fwxDenVC5wRKBdChXzWocUSACBABIkAEiAARIAJEgAgQASJABIgAESACFLEqHQPtIRXAXe9n+6u8a83XGDRwAA7nl8Kg0/CFpFi0apzFgNgYA8xGHbT536Fbxd8BqACtCi5jJqriFkCVfh7M1g/h/eMt2LvcCE/vy7AhbxmW7fgHJva4FrOGX4Zlvz+HTQc2wmCpgqY6DbOH/wVxhixU17l4xGoNF6sudEmyoKSoAL8fOorhYyajc1p3urWIABEgAkSACBABIkAEiAARIAJEgAgQASJABIhAhyZAEauS7m13YnXdtxg+ZBCO5pdCo1bDbNIhlonVGAPiY02Isxhh+XUcTGOuhNqUDGhjAW0yXLteR0mPN5Gw5Rxohl0K3cZ/oXjyejzwv7Nx3tk2/LLaiYdmrMeiby7CrEmdUVVVi/JKO/bmOnHV8LdgcwI1Nhdq6hxwON1I7RSL3EP7kZ1fgWGjJiKlS3rIm6a6zo5SazXqau3QadU8J6xXsnwa/9Xrhf8pL8seK/yITwr7vP7zGu4TLs8W2Qo8RyxHUr6vptI6RLrj9VoNEmJNSEmywKjXRTqc9hMBIkAEiAARIAJEgAgQASJABIgAESACRIAIdEACJFbbsVjdt+1XDOzVHaXl1Vxwxlj0XKzGxxqRGGfmkav6n0bDPPYywK2C69hm3toy9ZmwpV6E2JKlMOX/G1WJF8De/WqszlmKrUWvYGDCZTh7wJ/wY+4/sCf/F/RNT4DTBWz4owy3jnsPHuhhc3h51CoToymJFmzZ+hsq7HoMHnkGElO6BL1VaursyKuqwow+cegSo4dWE/6OUiI7JU62QWGRzg95brhCAdicHhw+YcPGA+XondEJZpO+A740UJOIABEgAkSACBABIkAEiAARIAJEgAgQASJABMIRILHajsVqcX4e4lWV0BnMKC6v5hGqsRY9EuLMSIw1CQta/TgYprEXw3V8Pw7EPwOdTsdzp7J8qkajkedYdToc0BsM/DHLr2qz2WAwGPhPXV0dnv31bCRoErH/eC1uO+NfUGlMsLm8qKy2Iy7GCItRjWXf/oDk9H7oM2gkYuISgkhOL44UlKHv4HgMidFCrVJwY0rMaATX6S8s4DilJ8mqEknIssNZ9Q+csGFXbi0y05KgYoaZNiJABIgAESACRIAIEAEiQASIABEgAkSACBCBU4ZAuxCr08+dj9S0DKRlZCK1Wyb/PSmlc9BOmjEqCys25zWpA9tbKgCXy4nju1dj2NCBOHy8DCaDlovOhDgTj1w1GrSw/NAPxtNmwZl/EHnpbyMuLo4LVCZXkfc+LKVLUZFwHpB5FVYf+hg/7/8vJvS8GNP7X8UXsPJ6PLj7yzEwueJwpMyJOye8A43ewsVqda2DpwEoKsrH9z9vxODTxiOz1wDoDcYA/l5mKr1e7Nh/HNPP7oZeUEGjjtxFYb2oAmmq4JDIlZAcIS2PadRiuwdLVh1Hn9QYxMYnNqosOpgIEAEiQASIABEgAkSACBABIkAEiAARIAInk0ChtRp5hVa4nFrUVpahhKV7NOlhsmjRPzMVCbG0OHmk/mnzYtXpdsPj8eXhZCvaa/UwGs2IjYtHYnIndOqSGiBd77huwSkjVpmwzNmzCeMG90CptQa1NicS40xcrrKFq9hiVrHfZsIweDI8pcdwuNcnSExMgtks3BjOTTfAdPqdUG2+B8X9/oOX1k/H2P6DsHr7UTw0YynMFgt0Wh1u/u9wqKvNXCTeNeFd6I0xXKyyvK6dk8z4dvlKlNaqMGTkmejUtRtU6kBryuSsx+vBzgOFmDqzG/p6AKc7UHsGlaDy3KthRrM0J6t4WGPEqpIoVenlWRNLAHzz03H0TjUhNi6xQbsj3Xy0nwgQASJABIgAESACRIAIEAEiQASIABEgAieDwI68QhwvdGD2qHgMz4pHvEGoRYUd2JFXgc9/3Yt+WWkY0pMWKA/XP21erNZLMt+SRT5b5mELHHm9AdJVp9NDbwgtXcNFurLrtLeIVVbnmqoKuEv2YGD/fjhaUMbzfcaY9LCY9Hwxq7ilSdB26Qmtx47cIasaiFXL0NOBlc/gyOkb8Nq22RjRozeqamqx63AhnE4vXC4vrAUq2Go9qNOp8Og5/4HBEAM3NOiaEgNreRne/+xb9Bo4Er0HDIclNr7BeGNi1e12YVf2CZ9Y9cLh9h0Wxn42XGIq8JxI4rTBoliNeKVqULbsCa1GhaMqYOXK4+jZxYC4+CSoNRGSxjbi+nQoESACRIAIEAEiQASIABEgAkSACBABIkAEWoIAk6pJXgfOn9gdO/YBq/YxmSpcaXgWMLl/BbKy4vHBit3Qa00YPbh3S1SjQ5TZbsRqONqigBNFmiBdAY9H2KNSqaHR6mAwmREbK490zUJqt+486vWSc8cg1txwIaKI2TODHKDiWTijuKkAm92Fu97PDijU43bjaPYOTBjWHQ4nUFZRy/OssmhVCxOrX8RDEx+POnUCYr1V0OgN8JqS4FGZoBl6EaD1wLvhLRwe+jPe2DEHA9OzUFFpR7nVicoqB6pqnDh+vBY1NS7EdDXj7sn/gkZnQafkeHRKMOOt9z9FtduAQSPGoUt6JjQabYNGszoysbr7UDGmzeyG3m4mViNpUV+UcgiEkcQnO016TLCI1mBFh65V4B6dRoVstQprVhxHz856xCYkBW17FEcAFUUEiAARIAJEgAgQASJABIgAESACRIAIEIFmEWDT/7fuK8PDF3bH0o3Aez8ACycDcyeDR60ergAWf8IEawUmj43HI//ZiOmn9UX3zknNum60Tn7/6WtCFnX1Q/9u0mWkZUrLCPW89CIdQqw2oCZ1miy9p0+xcdkaQrqazGaUl5XwaE/5FlGRnkSxyupqq6tByaHNOP+s8ThSUAq7w4lYi4G3Jea7TMDrgt6ohdpggcoYD21KNyAmEUjoD+jdqF77BUqG/YA1uR9jdc5XsDtcsDs8cLu8cLJcqnVeGLVazB49Ef3MC5GQlIgBvdLwy5oN+P7X7eg/ZBR69B0MkyU26CJOTKyyfLC/55TUi1WXklQA9cdE0rDBpvKHW8gqUnnyMcCPl5xk0Knwh0aFTT8eR49OOi5WtVpdk25gOokIEAEiQASIABEgAkSACBABIkAEiAARIAKtQWDjvmMY1ycWsMVjEReowN9vBJZtAhetc8cCk4cDcxdV4I65rEZWbMouw1ljRrRG9UJeI5xQzeo/nJ83acHtTa7jr1+8zM/N27cDTK6y6ykpt+OL1XBIfaJMOuU82OrubV2ssqn25aVFiHcXYNIZI5F9+ARvNc+1WvM19OvvgLu2FoAWapUDXksi3C49NFobXJZUWA0LoB98LWJiYuB0ulBbWwu3W5ir7/YwuermsrXW5oJWp0f/3unIzy/Eq//+Euk9+qPvoJFITO4Scio8i1Z1u1x+sdrL7YFDKlZD5lI9iIfO34Ber1+Fa9JFsXkQD8/dgF7/uArXdAuMSpV3db1sDZlUoP6URuRzZScZdSrs1GqwdfkxLlZj4hKg0/sSkjT6Nj6IN27cj9H/nI3TGn2u0hPYNdah2+MLcV5Xpee0xHGsHsvwi7/oFFzZonU6We0+WdcVwco5A73mXotnZ7bmN4wnm0Fjx29DZhhzPj67tk+EgtpyOxu2acrNd+Nm4W+ORmyt8RrViOooPHTruy/it5Gy9u74Bhd9nYKXH0nG0hZ/3VVYUTqMCBA6Hn4HAAAgAElEQVQBIkAEiAARIAJEgAi0IoElK7Lx9LW9sXgpsGojkNCVTf0H3lsFWG0VmNsf+Pvt8Zj3eAUSjHlYfNMwXLP4E9x+2UXwqhSsRN5CbRHFZ7DimVBl+5sjVlm5UrmqRKqyc05tsaqws9u6WGXNYBGhRcdy0C/FgxHDBqDgRAVPRqDXqeB22uFw2MAELJONojxW+RrGIi1NJpNvUSuWV5UtGCYcy/51uNyoszu5ZO2cFIfS0jIs/teniEtOR9/Bp6FzakZYqSgVq9NndkNPtwd2Z+SYUa9XlKhXcokqbNk+sXolFrLnZMUETP+PcImwu4PslD5l0quwQ6vBNp9YZbll9QajwhElP6w1pEVbkT+yejDJ8QZwX4tJ5ZPV7pN1XXFsnezrs3q0hTo05paU17cMXz/5Lj5IjyRX23I7W/t+awzvVjiWvb5s6xcgx4PK1laoCl2CCBABIkAEiAARIAJEgAi0FQJvLNuNT+8agnmPA3lWNg1aqBn7leVWXXxTPF+8auH9OwAjkPvxJJx+2WK89PhtJ1msvo9JC65ugPHXL4TnoyFWpXKV/a5E1JJYVTCy24NYZc1w2G0oPJqNXslunDlqGCprbHC7PdCoARVPgeCBmi1nz/PO8v/zf9lzGo0GarWGS1e2KBj7YZsgVgXJyhbGyj6Uhzc/+AqWhC58sarUbj2gN5qCpgAQ0TLpy9IBsFQATKz2cHngcHr47nBy0+vNxsPzNqD3P67EQhaxyjfhuV7ic95sPDL/G3zF9yXj7levxNX8WPb8BmAisHR1KQZffiVuPPoB/rwawMRZ2Hm7mHg5G48t+BZL2Sns+duE5yNpX5NejZ16Dbb9IESsmmPiYDCaFIymYIdIxapPhMxNwQdL9/GDpZGGBd+/h9uXlgDoL5GRkqg0f4SdUA7GAL8cB3odK8Eh36VbP3JR2ma5hBLbfgbymcQ6JhwbWMf69vWaOx7dl+6TRN4Ga3u467F9PmEWcC1wiXbsPF90mz+qbSxSuSAUo2ylEbbB2sKigs/Escfqo3JPDu9wsi98e4Qx098X0ecbQ5tKeJ9cUPAuntsE1EdyhmLAIqOl+4IxF6Jng4/pJt5KzTotGLNIbSgNiMAW+loYS8HHcrMq2ISTQ91vYnS8/P5JDnEfsOhOacR7w/uOCcslqWJUdBChKxOcTWhME06Rf2kV5LXWHzHfXtrUBAx0ChEgAkSACBABIkAEiAARkBD462e78cODQzDlAcBqZUK1gsvV4f2Br+6Lx7JfK3DHmztgtVmRwMXq+Vysvvj4bcDJjFj99n1MmhVErPqe/zXE/sZ2PitH3IJdT14eiVUFhNuLWGUylMnVE/mHYXadwLxzJnCD6nK6mEOFWsVEqiBTRanKd/BNUIni9HkmYdkzQoQroFWr8eOq9fjfig1I7pLBc6qyxaqMJktYqcrKbChW3f6IVXnuUml3eHEQj8z71idNpXuYQL2CC9RfF7+MN7tfiY/mJwG/fY+hnyTj65dGIxPZeHTBtzhw+ZX4eGw2Lv3zBvS973YsSv8Nl91WipuXzMQEAGteeRkrx92Ox0eV4j93fw/ceTmuTAsyKGSm1WRQY7dei60tIlaX4RdRkAZEdMolgVDP+ggsJq/+B1wvSq1lOOKf/t1WouoC68Gl2hYm8ZjAFLfAdkqFjSDh4E8fELzt0v6L1O76a6WxsgvO5NFt7DqvYA6fOh8gjBoIV7lsEh9Huq6CF55mHSKVp0JB4hTw8O2Rjxnf4xEH8MBja9GdTSPvuhEPPFaCC3iUsVKxKu8TMfVF8DHdrKY3+eRgfSYIYb9wDzpGI0nslk7zEa7B4e+3YPfP6dvr74P6scIEcv1Yj3QednyDB74uAU4Pcg81uX+admJAhGpABGsgm/bUpqaRoLOIABEgAkSACBABIkAEiIBAYPHSPXj/zwOx6L0KnlMVNharCtwxNwG3XxyPxHk7ffGrVkzun4D37h+Oi+/9Cvffs/CkItz50/sYNq2hWGXPi1uw/Y2ptLQspWWSWFVAuL2IVdYUJledDjvKSgphPb4f40f0wuABvbkk9biFKNGGclUUqpLForxevzA9fDQfX377M3Lzy5DWvRe69+yPlM5pESNVRbRSsTpjZjdkOplYFeoi3wIXnGJRpxvRyydRhWOz8aj/Ocl+LkOZTN2Inq9ejqvT2O+b0OuVy3FVWjYeu6Dh71emZmPRhd9hmaQS5993GxadHqFeAMx6NXYbJGLVEguDyaxgNAU7JFIUlSg0gk1NDiXQwgmvJlYzKqfJ6yuJvOUSWYjSBcTI0EjiTpqvtV4e1lc1hPQKdi1sxANvA7c90hdbAgS1UnkqvVZbEKvBcupG4qmkreHaGWZf0P5VOt0+KoMvQiEKxKqiMQowsdhwLLdGG+TXkN1vATljQ7x2MHEe9j4Ic55PuOPd95A/sj/Wfy2/n04CA4lMDUwDIB+rQV5LJF8itKk2nQSMdEkiQASIABEgAkSACBCBjkNg1bZ9mDIslUer3rHYCvYfi1idPDyBR60u/iTPL1sX3zEcWQnAx+s24NLzLoRXpVEEItxCU2xhqKZsO9dJ7U1gCcPOPL8pRQacs/On+vKHTTsf8sehLkBiVQH69iRWxeYwmVlZXoqi43nQOkoxYmAPLliNBr2CFoMvXnUgOw9rNm3HHwePISYhBWkZPdG1WxbiEpL5IlbBFvoKVng4seoXqUFzmkokqj+KNBuPLPDJVi5Phd+v8onVx5hYfcUnVkWZmpqNxy7chJ4vC5J1UZDfA6JUI+UBEMWqsbXFqkBXiNpM8aUCCCXw2rJYDSL8QkaCNkYEBht9QfiEvJYv4vc8UQiJaQCUyEZ2bRKrIRkUigsGBWMqH9OKXqJa4KAgY6VQEp2rdIyGjWpugWqHLVLaJnn0bajXjkj3QYTzrj8Tx94uxVz+BcV6pF2fgiVc1Eqj0luTgxjJL9ZLrIeS+1V+bltpU2vyo2sRASJABIgAESACRIAIdDQCx0srsGP3EfzfhUOw9IfDWMREKoBFl2Th9oszkThTEIx3XJKFhXOz8NSrv+KMcUPQI7OHYhQtLUEVV0ThgdL6SiVtqOelxZJYVQC5PYpV1iy2WJXNVouK8hIUFxyDreoEOsUZkJHaCZ1TEhETY4FBr+ME2AJT1dW1KCmzIu9oAQ4dKUB5lQ1xiSk8OrVT125ISOrEp/6rNcq+oRDRet1OXv6uQ6U8x2qWww2bU0g10GATcxHw5AS+qFMegSpG1QrRp4I8BVa/8greyLgCH81LAjb/gOGfJuN/L4xCd4gy9TJclXZIkKmLL8OVaYfw+EXi7+X44J7/YvmZV+CDuYmBVQkjV9kui0GN3406ngqgZyctzDGx0BstCkZTsEOURqyK50qn/AuyZP3p8hXf26FYFXMw8mi/Et90f1n7wu0LSj+EWA16LUHwLS1IwZHUM3gaALaFnjovE1UBdWurEavh2qNUYoeRdaEYMLEagrnQbdIx3cTbqNmnBWu/JDWCdBp5uL4OeVyzK9iEAmRtkopiX67hhq8dvvQi6C+5Dxr2ebDzeAqNLfCnAAh2PzWhEc0+RV4vocD23aZmQ6ECiAARIAJEgAgQASJABE5pAr/uPAS4tFh4TiZWbTyMpRut2LFPSAkwvH8C5o5N4BGs/1iyFia9CVOnTD2leYVrPIlVBUOjvYpVsWlMatptdaipqkCltRSV1jLUVlfy51xOB9weNz9Uo9ZAo9NBrzciJjYesQlJiItPAlvx3mi2+Be3UoAs4BCPy8EXwdp1qATTuFh1cbHKNolH9Z9T7zTZwlL1ElU4IBuP8khUJkzZ40N47AJxOn8y/vJy/fNSmbrIL1OlYhVA/mZcecdG7OFl98XfPz2L516NtJkNGi5WhcWrtLDExEFvbOlUAJIpuNIpvVyWrPUtTiVOrW8o9pggZAsPnZzFlESi4SJsfVNxx/THlE0l9QtUSdsXbl/Agl7S60mm+HJuqF9wSF5egDALVoZ08SrZlG9ZWSeXdzixK53KrWQxLvlCVLKypdPeAxiEmGrd4Bix31nf9Il067Xg/hBT3IcHGQdh+1qyoJV8fLVg7YMX3XAcBOQ1DvraIY5r8csNVnIwQSt/zam/H8R8vmJKBP/jVm+/74K8nftwhn+hqg7QppPFkq5LBIgAESACRIAIEAEi0CEI2F0ebNy5D8ePlWHW+AyeSzU+Pp63raKigkvWzzfuRZIZmDppBqBuXIBdh4CksBEkVhWAau9iVWwii2Bl0/LZAlcsD6s4RZ/lZWUbm9rPolE1Gi10egP0BiN0bMq/Wq2AUuhDpKkApjKxahfEaqiFqwKDRb18Xa1ws/NDluM7qeG5YZ5RkAZAiFjV4A+TIFazWMSqJZZH89LWsgSCL3YVvWu2dPnRqymVRASIABEgAkSACBABIkAEiAARIAJEoHkEjp8oxubf/8CW/SWwFRxDSnICvCYjenQ1YsywYeiR0Z2kagTEJFYVjMGOIlYVNLVFDpGK1Skzu6GH3YU6hxAlK9/kEazhcrCycyXLbfmLkpYRPodrmObKKiL3rRajlsRqi4yWhoUKOWVLfDtkEaNRq4NvEaVjLVV+1CpKBREBIkAEiAARIAJEgAgQASJABIgAEYg+Aa+4yLgXULhIVfQr0f5KJLGqoM9IrCqAFOYQuVhlEat19nqxGiAtgy5iFczAClo1WIBpULEaaGF5gcGDUyXPBv+VnxvDxKqZIlabNzLobCJABIgAESACRIAIEAEiQASIABEgAkSACLRfAiRWFfQdiVUFkBSK1cksFYDNKUSshhGXYnGNijj15QSQCtNQaQJCilWZbQ2VGSDGqMEes15IBZAiLF5FqQCaN07obCJABIgAESACRIAIEAEiQASIABEgAkSACLQnAiRWFfQWiVUFkCKIVbfTjQMF5ZgwpSsybIGpAIItYCUtLphcDRltKsvHGimVQCTBGiobK0sFkG3SYfe6InQyeBETF0ditXnDhM4mAkSACBABIkAEiAARIAJEgAgQASJABIhAuyJAYlVBd5FYVQApzCEOhx0FJdWITTNgcDcz4m1OOFyCsvRP5leSAkBJhKssr0C4NANh16mKELlq1KlRYtbh8AkbCvYUontaZx61ShsRIAJEgAgQASJABIgAESACRIAIEAEiQASIwKlBgMSqgn5ua2LV4XShpLwGpZW1cDqDLwKloFmtdogpRousPvHom2KAyeGCS5JfVZCrQTYFElU8KzDiVbKclcJp/T7D669EWOEqOUpr0MJq1CKvoA45e4oAGFqNKV2ICBABIkAEiAARIAJEgAgQASJABIgAESACRKB1CXROjEGn5BgYdFp+4TYvVitsXtS4TVDpzTCbLTAajTAYDPxHr9fzH51OB41Gw3/UanW9+vJ64fF44Ha74XK54HQ64XA4YLfb/T82mw11dbXwOmsRo7EjwdxQo7YlsXrLP/9AUVk1+nXRIi1RD4O+vr2tO5ToakSACBABIkAEiAARIAJNIVBd52rKaXQOESACRIAIEAEiQASIwEkmUFbtxob9leiZkYwYs7Fti9VjVjecmji/TGUSVS5V2XNarZb/MKnKflQqFbxeL/+Ri1UmV5lYlQtW9hyTrCbUoFuSYJ3FrS2J1Yue24y+ndVI72SEm7fxJI8oujwRIAJEgAgQASJABIhAowg42SKetBEBIkAEiAARIAJEgAi0OwImgxbFFQ7syLMjMz2p7YrVshoXimqFqFQmTVlUqvgv+118LEaqitGqTKqKmyhWRbkqRq6K0atMskp/xOdTY1xIjq2Xq21JrE69/xfMG9cJKjaB3uuFtbIKNbV17W4gUoXbJgGL2YTEuIa5YstpnLXNDqNatRoBujdaDTVdiAi0GQIted+7PPTNeJvp6ChUxGw0Ij624d9PFVVVqLXZonAFKoIItCwBGsMty7cjlE5jpCP0IrWBEQg1lhtDR6fXQKNW4fP1xRjeJ63titW9+XZ4tSY+vV+MSBV/l8pUUaiKkapysSqXq9IIViZSRdkqla5aODAw3ejn2pbE6pT7V+GC8SnwOD0or6hEbV0dendPhU4TsZaNGSd07ClKYG9uPswmExLj4/wEaJydooOBmh1AgO4NGhBE4NQj0JL3vZvEaocaUHty8mEyMbla//dTRVUl6ups6JWRCoOO/k7vUB3eARtDY7gDdmqUm0RjJMpAqbiTRiDYWG5sZQw6NdQ6Db7eVIqebTlidUteHQwGoz93KpOroYSqKFW7d++OIUOGoFOnTjwlQEVFBQ4cOIDff/+d51hlUlUavSqVqux38cdut2FM75g2K1YXjO8Ej8ON44VFXKrqtSpU1NKUssbeDHR8cALHi4rQOyMVdQ4PP0B8TOOMRsypToDujVN9BFD7T0UCLXXfO5zCeyxtHYdAYfEJ9OqWihrfIq3iYyZVy6opp27H6emO2xIawx23b6PVMhoj0SJJ5ZxsAvKx3Nj66JlY1WvwzaZSZKXGt92I1c25dTwNgHyqvxihKo1UnTRpEhYuXIg+ffoE5VFWVobPP/8cH3/8Mc+jygSqXLBKH7P8q2P7tF2xOn98J7jtLi5WB/VMh7WW/lhr7I1Ax4cmIB9XNM5otBABgQDdGzQSiMCpR6Cl7nuni8RqRxtNBSdO8L/Ly6qdvGnyxx2tvdSejkeAxnDH69Not4jGSLSJUnkni0Bz36P1WjVUBi2+21SKzC6xbVes/pZTy/OoimKVRaDKparZbMajjz6KadOmKeqP3Nxc3HPPPcjJyWkQvSoVqyzv6ri+9XmSIk7eCXKAChHPUlRn/0EqwGZ3gaUCmHdmiiBWC4owqHc6rDUkVhsHk44OR0A+rmic0XghAj6xKnvNpXuDRgYR6PgEWuo90emiHKsdbfQUFJ3A4N7pKK3yiVXZ447WXmpPxyNAY7jj9Wm0W0RjJNpEqbyTRUA+lhtbD51WDY1Bg283lSGzaxsWqxuzq/1iVSpVxd9NJhNef/11jBgxIiQDll9VvlmtVh7dKperolhl/zKxeka/+hxJERVpK4vVuUys2ljEaiEG9+qG8iiK1dpaG44VFIOJYaNBENsJCTEwGvQ8vQJtHZ+AfFy1xDjr+BSphR2RAN0bHbFXqU1EIDyBlrrvnW4Sqx1t7BUUFWFw724SsRr4uKO1l9rT8QjQGO54fRrtFtEYiTZRKu9kEZCP5cbWg61xpDGyiNU2LlbXH6gMEKtM6kkF6xNPPIF58+YFtF8qUuW/s8fiwlZ5eXm48MILUVtbGxC5KuZgZWJ1/IAEf9ltTaye34JiNSf3ODolxyMroytv/9If1iO1cxIyMrpAp9W0uFwtPHIUxwuP4LTRZ/LrG7RqeOtKsHLtVkycMqOx452ObwKBlvoQ2YSq0ClEoE0RoHujTXUHVYYItAqBlrrvXZQKoFX6rzUvwqYVDu4liViVPW7NutC1iEBTCNAYbgq16J6z6K8v4qG7bvfP1JWXfu8jT+LpR+8PuZ8df9Md9+PVF54MeczCm+7E268+F7aMUK2iMRLd/o5Waa+/vwIJ8Qm4aPYI3q/SBd2jdY2OVo58LDe2fVoesarFD5vL0L0tpwJYt78CbMEqebQqe3zaaafhww8/5G1nwjSYRBWfF/9l0lQ8ng20t99+G6+99po/36ooVdm/bKGrCQMT/WzbmlidcwaLWHXiWGEhhvbO8OdyijQYrNYqVFfXCYexRrFgCbFxvt8Lisowc+oorPvtD5wotWLCmMHYvGM/0rqmCOeJUcCqQComkwEJ8TH8Jm7OjVxZVYX1v67A+MlnIybGghizHltWb4TDaMDQwYMiNZH2R4GAfFw1dpxFoQpUBBFokwTo3miT3dJqlerZxYK3v9+PaSO7tdo16UInn0BL3fcuilg9+Z0b5RrknyjC0F7dUOJLBSB/HM3L5eQe5n+S+/+MV7HPQ8LjXo9fh4OpsfzDdcCmN8Jx6RO+p4SIafEzFP/XF0Tt9f3Cn/L93T9kUP9oVr/JZYVrt78tvGH+/wmfFcVWy573MwjT9n69e0Cr00UluESsP6ug8BnV91nW/9gLr0fcJ/zr8X3WFZ/3P5Y9L7QzsFx2nbGjRiiuf1PG8A8r14TsT/HjpvQA6XNTJ4xWXLcmD5ogJzanztMmjW2SkFRa/yeeexF33nID9HoDnnpxMR65904sevZFLHrgbjzy1PM8KIyNBY/XI4wP9rtvzPB9fEx5+Lj5+zOP4Pb7Hsfrf38GN91+P958+a+87tfdcjdefWERv4beYFBaNX5cU8ZIoy5ABzeaQHlFDV5//xeUWp2494bxSE5O4AGKtIUn0Nz3aK1GzSNWl3OxGtN2c6yu2VvuF6titKr4L0sBMH36dE5KeAFhLyiB/4rPyZ9nC1MxYcuiUlluVraYlVSqimJ10uBkf0+0NbF6HhOrdU4cKyjE0D7Kxerx4ycQH2dBQpzF37aSskrU1tn8j8us1Zhy5jB89f06Hrk6sG8mNmzZA7PJiKQEYUEvJlGTE+tTJTAZ6/Z4kJQUD71OkOHN2ZZ/+zPSsrpi2OCB0Gs8ePy5xbjqkguRmp7RnGLpXIUE5OOqseNM4WXoMCLQ7gjQvdHuuiyqFe7V1YK3viOxGlWo7aCwlrrvXR5KBdAOur9RVcwvLMLQPhKxKnvcqMIiHMwE3XmThghH+QQd/1wEYP+00ejerXODEn74fQ1mbygTPj/5hh87XuXx4qUP1uGOK4TZYmyXKFrZ72/+dwnmzJ4dzeo3uaxw7X7m7dV44E8ThSAQnycWRCPw3LtrcO814/nzjW37+HFjERMT22gBFayRuZJ+485a5cWyVbswZ+Iw/rs0i50gXlVclortEf71PRZduE8cL1m5BfOnnc57UCznnU+/xmkjhiuuf1PG8PKVa/CXq2f5ZTarsxjA8/F3a3HxueK4YhWub88jL72N2TNnKK5bkwdNkBObU+e5582EyWxpMXH15F9fxJ9vvBZGkwkajRZud+BaKo89/SL+csu10Gq0XEoH2x5Y9Dweu//PMBpNvBzpxsq88c/34W/PPsz3sWMaszVljLDyh2TGR7zM7sMVEY+hAxoS+PbHrbB5EnEwtxh9MjU4d8pA3q/NCXZrDc45uflY/uvvYH7utEFpGDN6CPd0rN47d2dj/dYcvm/aGX3Rv3/PqEfiysdyo9rsBbQaFbQmHZZvLkVGW45YXb2nzP9tkChUGWS2YNW2bdv4i5nb7Q6QouwNqLq6Gnv37uWdkJGRgc6dO/Pf2T4mU9mPXq/n5dx1111YvXp1gzJYxOrkIb4ITUlQZ0jYrZxjdTYTq7UsYrUAw/p09+dyijQY8gtOIDO9M2ptdp5DlW1bdh7AnLPHhTy1zmZHZXUtPG4Pl6dMouYdK8Lo4f0CzrFW1iA21gKjwQCtVvYNeaSKyfZn79jBc+BOPWcyyqxWLH7zPfz5xuuVi9XtP2HSy9n+UvtdeBHemlUfgdywOjl4buFWZD17IS5ObWRlO+Dh8nHV2HHWAZFQk4gAJ0D3xqk9EHqlWvD2d/sxdQRFrJ5KI6Gl7ns3idUON4yOFxViWJ8MlFQKi1fJH0ezwUzQzZ40xC/ZWNmCEAX2Tw8tVs9dL4hVv9b3CL//7YO1frHKh6YkyvP5N97DFZdcEs3qN7mscO0WxOqEeqkqmEvOiIvVhROE6E/x6grbPn3SBCQkJjVaQAVrZG5eHs6bNNQ/a5BVkYtVLsmFugqRt6ogkbbSCOP6SYRiRO6SH7dgwYzThTHha9vTr7yLs6ZOVFz/pozh5T8xsXqu/5rCR0yh/oJYFYQ2H3cS/tfe8ySuvewixXVr8qAJcmJz6nzTwitbVAY77HY4HHYeTcrEKfMd0s3pYPuFQLFQYtXldPIZuMx56PSBEaksYpXtF6/R2IjVpowRVv/cvXsxZ+ZY3pRPv/gZA087zd8scd/uPAVitXA7bn7wEKY8cwEuEjIXRthy8fy1W5Gl9PjtP2Hqq4d8ZSbhJqXnRapGC+5/5tWlGHfmWSiv9mDJkq/wxpOzYbHE8jHSlrc1W/Nx5ohMFBZb8cv63Zg9pS/Mllju+eT7zpvaH2ZLTFTb1Jz3aPaSplULYvXHLaXI6NyGF69a9XuJ31gzscqkKvuXLVa1ZMkSLkjZC40oV+12O5/av3TpUmT0SoTOpMGh34swZPAw3HbbbUhKSgI7hr2gsxcUi8WCjz/+GG+88YY/4lWMbmVlThnayT8O21rEKhOrrloHjhbkY3jfTMVitaCgGN3TO8Nmc/jbtv33bMyaPgY1tTb8sT8PBr3O90WvF243S4vghtNZ/02ZTqfF0fxijB7RUKyaLWaYTHromnkTH9ybg7zcnUhMSsH2Pdko2LcPjz7/nLLXhe0/YfLLwLPvTUNoXSwvKtcnVi8gsQo0GFfycbYnt1RZX9BREQkY9U37EsLmCPwjK+KFonBAU+vaM70+XzWrxqZ91ijUpnWKGNM/sO7yeyHYa3B7ap+U4hDHD1GHah7a8IP4t5tPRO06doeQ4ke6GfTBZ0zMGtUwequxFemdKkSsklhtLLn2fXyk+57eE9t3/4q1b+p7XGbX+iis40UFGN4nE8WVwt/Z8sfRJJWbdwTnTRrsj0wUpSq7Rlix6otY9fpePoWp5sDi/woRq0w8SqMj2WGPPv8P3Hz9ddGsfpPLCtfup99ejQevmyAIZlnU7fP/XoO7rx7PIykb0/bHXvgH5s46J2ryLyfvMOYwscrnwzMFqsL/Vu3kz/n7kAd2SvtBOE5MHcDh+SJX/RkcvMCSFZsxf/rpErEM3P/Xl7Fg9rmK69+UMfzjz2txx5WzeJ19zRKTSeCT79bh4pln8shb0a6K7bzu3idxzaUXKq5bkwdNkBObU+cbr76iRcVqzqFDyD5cELK5kdIrsBMjuouA0t0Y2r8nEpM7K0rL0JQxIl4ud99enD9T+IT+6XmHzmkAACAASURBVBc/YcDIermqtH+PffcFPs5PRG7aSLx+buDf6cHLyMUL121D1tMLcGEkEVu4Hbc8lIMpSo5VWuEWPm733qPYl2OFSxMLgzkVy1euxpyJyZg2fgAMBmObjlpdsS4Hwwb1xqHDhdi1axfmzhjIXw9YveX75p01CPEJiXxftLbmvkdreMSqHivaulj9ZXexP9xXFKtMrk6ZMgV/+9vf/NP5Rbl6xx134Pc/duOBv83B0IkpyC09hn37T+CLx/fAU6PFc889h7i4OB6dysQqi1hds2YNnn766YBUAuxNi5U5dVj9h7CIL06tHLE6i4nVGkGsjuib6c/lFGmQFRYKYpVFoYpbdm4+iorLOYMGU/il+Vd9f6CwPrCYjRjULzPgctaKapgslqiI1bLiYnz5zTewWq38J6NLIm685Y5IzQNgxWePrgRuvgAXNYg8zcXz1/i+reL7xMenIe/BFfjeV3q/Cy7Cm7OUvEgrqE47PUQ+ruSP9+aVYtIISstwsrp30x/5YGK1PfQBq2uPtPr7af3eUqQlatEjLfJ0oMbwrahxIS3JiBp74HSpxpQhPzY3vwL55S6cMaA+LUyke6M9tU/aXsavj31Dc3AFPfergoEB/JZuyMfAdDP6ZbXua+z+PCv2HK/F3HFpzWpjnzQL3vp2P6ZQxGqzOLa3kyPd9/Se2N56NHr1Ze9x3aVitbCABzz4xarscfSuDOTlsYjVoZIcqfWy7cCMMSFTAcwUI1ZFseqbNs7E6u2XnylETPqiHUVDd/eTL+Evf741mtVvclnh2v3Mv9bgfiZWea5ZITJVnBIvilX+XCPafv8zi3HRvPMQH62I1dzDmDNZkKiChPSlApg8lDPheVRFOmI6A3/aBlG2SlId+IQlO++LlUysjhIzIfDG3/bo87jyovmK63+8CWN4BRer57JZ/vVSnptfFT79fi0uPGe8rzfq+4Ptvu4+QaxGi21jBlVj6+ytrYJu+09469sNGHzZDbDExkclNUSwOrO63clSKwgjgktpjtZnrT/6dh0unXWmL+q5YaoIllLi02/X4iIWKey7BwLGlNeLJcvXYcHZ4n4vHl/8L5x79nRFwrgpY0TaTiZX5/rk6ieNlqtWfL5oGzIW9cDaRVZcumgE0nnhuXjxum3I9AtR8fFIHH5oJcTQgb4LLvTJWLZffD4JN4rncbFajqvemQohtlbcQpXPZK2wj0V0/bChDOwaV+V/jofZn9XjpmPln3oEHZpPv/trg+cfunZSY4YxP/adj1bDW52HWlUSYBkEr0qDbeu+xWWTdfyLMv5lGUuZyVLAuFl+XiH/bn0qTDYDXEyryVKluH1f4njgdXuh1mqgNyfggitu8Ac9NrqSkhP27stG7hEr6lwa1NTU+H/YovJjh2di/BkjsDe7EL9tP4Tu3bvz6OySkhIUFhbCUVeGWWeNw+mnDY9KWgD5WG5suzQsYtUsitU2nGP1510n/MDEBZHYv5MmTcJ9993H5ScTpUySsghWFnk6+fyBuG7RSGgMDuwryMX23IMo3KLFb28UY9CgQXj44YdRVycs3sQiVjds2MCFq5iPVXjxEQZWWxar545LhqvGiaMFBRjRr7t/ylGkwXCiqBgZLBVAXb1YFV+0xRdekYHvtdz/Rhip7HImVs3REavsWq++/hpOnDgBGBMw7+yzMHKEgoWr2NSAN4CHHh+BhhM15dMApI8bOUUgEox2vl8+ruSP9x0msXoyu7i9idWs1HqJtub3Ipw1Kg0lvmieaHGsqXMhNcmIyrroiVWTXoN1u4swYXAXfzUj3RvtqX1S9ozfRNPmaHWHv5y39/cJ4PfF2jxcMaNX1Ps/UsVZX361Jg8LxmdFOjTs/r7pFvyTidXhlAqgWSDb2cmR7nt6T2xnHRrF6rL344wukojVQvZ3eSZOVPgiVmWPo3hpHM47jFkThRyr9QszCbk1D54VWqyes86XY1WSioKd//J/1+G2y87wz1oTPg8IpuyeJ1/CHf/XNsRquHY/+85q3H/dRF9+WF+EJ49Q9eLF99firqvH8/YxiSBuodrOtCdr/ZOL38TMGdOjJv9yc/OgUrNKCblSWX025ghf4IoSWIwiFvPBitPnBRni+6zKol09Qk5dYSEj4fGE3oXwqlTgH/g1aqzfuBZzz52puP5MNDR2DK/8ZS2KCo/xRZUbuy285OSI1cbWubeqBk8YDsDt0iNv1GyUDDsLBmPDaEC1ow5QqeDRNT2qjtVNFKu+rBD1+WsBfPTtWlwqSlPpQOYjio0tLz5jQnsmE9r1m5A3WYiaWrJ8LeafVZ9T+Yb7n4LSvmjKGJGPiw0/LsfNN13Mn96R04iZbIXbces3CXjtTz2w6V9vY83p1+Pu4ayUXLz4p23IemoBLuBRqdLH8n3g5/4n7UK8xiJed/yMGcsS8d5jgqQ9/t0XWPhlGc7+P7FsJeWvRO78C/HayFzc+vAW9GDndt2OWx8ux1X/mooxQW6MtBQT/u+F+tli/7jnHOSX+BYZV3gjsbVxnvvHD5g7yoWeg8bjyXf2YfzEifj0kyX45Lkp6JJk4ikh2ExvNguZpZngQtXr4ekz2axkF5sBzlJDOB2+GeEe/9pFLL/v4cNHcKK8Gpdfdxt3Pc1NL/DDL7tw66UTUOMASiqBY6UOFBcXo7S0lKf7zM7Oxvz58zFn2kikxAH5ZUBuYQ0KCgpQVFSEn1f+gCcevD4qdZGPZYXY/YcJYlWHlVvLkNG5DYvVH7Yc43lBpNGqTKz269cPL7zwAofPBkaXLl1w6623cthzbh6OIfOMgFON4/nlyLYdRE2+DtueqeVvsq+++iqMRiM/LyYmBt999x3ee+89n5UXXnrYPmbGzxlV/8GprUWszjwjGa4qB44U5OO0fln+b8YjDYbiEyUSser/rrTBm7n0rzTJ96ZhixfEqhlGY/NSAZwoBzb8DmzNsaJ/Fzv2Ha6DQa/CgCwzeqfrMLRvmEgn9i3Tm8CDi4KL1cBpANJpAY2YIhAJcgfYLx9X8sf7j5S1i2jJDtAVQZvQ3sSqdJrkL9vzcf74LJyIslit9onVqiiK1RijBit+O4opI+qjHCPdG+2pfdLBxfhN1v8U9Vvm1T+GBPD75JdDuGH2gKj3f6SKs778748HcMmUXpEODbu/X3oMF6uThwvxEfJt284dQZ+31q8PCYi/G62YOmZys+pDJ7cOgUj3Pb0ntk4/tMWryMXqscJ8jOyX5Rer8sfRbENeXh52HLD6c3VKDUru0cbNCknvWp/iSVxQSYjqFD4bFR7Z3GbEarh286n1fAq9IITrhbMPkz+/p7i4kyBfxY1HuqpZ3jw1Ysw6JMZo4Cjbh96DxygWk5H6OCc3F3OnDA9YkOrBd49jYO/OkgW3AnPc8ipKRCy7htg9QioAIYI1J3svHl44mIs9JoZttdX4bMkX6DdsnOL6N2UMM1lTXV0FlvuzsRvL/xmthcEac20mmurqauCSpLsLd77G40TWhs/RfcvXQHomjg6dhaLTZwdE8MUf+g0pW5fD2nMkioaf3eSIOiZW/3LVub6cu/7RyaUpi08Vxap0fPOjfCkk2Jj47Pt1uOgcFoEubMIwFx6x37/8cR3mnXWG//GNDzytWKw2ZYxI2e7dthWXXjCNP/Xv/3yNEeMnKO66AJnKhOiWHljBI0IbI1bDHStWhR2zEsszTvcJV6Xlhxe68oaKcrUpUpWVtWr9Phw6XIypp6fAW1OAFz6rgMcQD71eh6EZHvzjkTkoLi5BTU01HA4hry4LTqytrUNhYYF//SGbzc6DD1naTJfLyb98EtNuWqtqMWLsVKR3z+JpGln+0+Zsy1cfwOxpo1BtBwpLqngkan5+Pv93x44d/Lp9+/bFwoUL0TlBj6NFVThy5AjYa/+xY8f4cQ/feQni4hOanRague/R7DsyXYweK7eUIaNTGxarX64+wPuMiVWenNn3YzAY8Mknn/Ap4uzNMCEhAVdccQU/dsCZqRh+kwk7Py5H/o46DH1Ah8INbmR/XAuWde3ue+9FZlYPLk4TExPx/PPPY9OmTXyAMZvPfphYZdv8SX39Y6atidVzxqXAVW1vtFgtKS5Ft9SUgFQA9S+24guvmF1c+idJ5Nun3FoNo6V5YpVJ1c/XAxUVVlQcWAunug66Tv1gVMfx/p40TI355whTZYJv8jB96VGRQ/jrpw9Ebm9HPiLSh8gDJFZPave3N7EqnSa5YvNRXDS1Nwp90TyNBfnR59tx2YUjGpzWEmI13qzF12tyMGNUfdqLSPdGsPaN7tW4D7hi4347VJ/AvyXaJ4XIxSo+b2x3RDz+b3vODOD3wfJ9uO2CYU3u/4gXDHEA68u3l+3GlWf3b2oR/Lz+6TF4M4xY3b5zB64+X9k0rhEzr8H7byxuVn3o5NYhEOm+p/fE1umHtngV9n7crXOcv2pHC4WABzFiVf44mm04fOQwZk0Y4hNuPkHomzp+4+O7EJOuLLL+x++XYtsnV+OZd37FfddOapCblNX5rsdfxO233hLN6je5rHDtfvadX9FjgBCF55uJ7peVOXvWoceAepHkPwZAzp416DFQiGbVqACzQYV4ox2luesQH6uHMT4VsfEJMJnMTa63eCITq/OmjhAig/lHLg8efDcfA/t0luTLleRXFady+9MC1MsxMRcun+rL1BITq1cP4XLYbrdhw/q1sLm8SOicpbj+TRnD7LMzWwyJRcE1dvvsm12NPcV//CXnDVeUEzTYBVid2ed/Ni1a3B5/dRUevmU8nnp9bch/nx9Tg+6/fozYTol4B2MxZOHlMLrt6Lb5a5j2b8ThyZfDmjYQap2w8FSDNHsKWvvTqnX4y1WzBA3q61u/IGW5SdmCYDPrp/FLo1J9Qx+ff78WC84+kzt2FnkuL4uL1RnC/cA2JlavvvgCRQK+KWNEvM6+bdtw6YU+qfr+1xg+XmiHsi0PL12/EssDDu6FJ9+egjFg+7Yh88n5vohV6eNw+1hh8v3iBaxY8sQSHJ7zJ9w1XGn54a4bvJXpncw4XlyrDIHsqAefW4qUlK4oLimE3eFGnSsGKp0RapUKpUV52PjxDVB5nSgpKYaNSVOHsKhZVXU1ThSf4PctE5k2m43LViZW+f3Mo1wdqKyxY+ioSejeoxeP0DabY/gXBk3ZiotLkX2kHBp9PJe4TJCyVABVVVX8h/3O0gGUlZWha9eu6NWrV0AqABatyqJs2TFqbx0unT8dI08b0eQvMFgbmvUezdZ/UgFaiwE/by1tH2I1WMc98sgjGDyYJWz3onPnzpg9ezY/TK1WYeSl6eg9JQlGdwyOHi7A2lePwl7l4sc+9dRTyMzM5IMm1mzC1RdfgnJH/UJO0mu1ZbE6aXQSnFYbCosLMbJfJvLLlH1DWFtp5WK1YSoAoeXSb239qzcGTCIIfRuVllfxG5lFrDY1RPyLjXXILnTBmrcD1sI8DB3YDZWe3rhpQSqyj5TiXx/8iDf+emXYezl/+VLctLUH3nxwGAKz6Vnx1TNf4uisa3HbMAA7V2HOP6245rG5mNflMF65ZTsy+O9NeanoWOfIx5X88bGiCopYPYld3t7EakpijJ/WT1sOY+G5g1BgDf66Gw7r2x/vwG+bt2J4/+G49YbAZPfVdU6kJhpRZVO+qBcrz6FxAyyXsw3IK7Ti7WcW+KuQZNHi4xV7Me30+nzSke6N5rQvXNub0r7GDFFW/iTbm405RdGxz+w9J4Dfh8v34P4rRzfo/1++XYpnnn4EN910OxZc9Sdedm72Ptxw0QwMPeNMPP7sPxET2zRBzcpiffn3T7bg8rMHKqp3qING9IzHP/63F2cODp6rdX/eUVx99jC8fE1D+a/kwmPuj37UsJLr0jHhCUS67+k98dQdQez9uHNS/Xtc/olCnNYvEwXlwt/l8sfRJFVw/CjOZWKV/wHvmxLu+/2mRorVrZ8sxDPvrML9107iC1kJiyrVb0ys3nzjTdGsfpPLCtduJlZ7DmALJdUXL7REhZw/BHkqykgfKv7ZJ2fPWvQYMB5qNWDQqpBo8cCWvxYqjx2jRp+OnHwroDHzqads9mRztqNH8jB3av17BKvdg+8cw6A+XerTMPgkKq+jT8CKAYdC9/hmWUoiWVm7juTuw4NXDeZiZMOG1Tw6re+AwShif+QorH+0x3BO7mH87eXXsPiFp6HWaBqIxk+WbkZyNxbB6xvKXhVYNkgmAzev/wUjxkz158plY5OnQgCwZ+vPuO2qEbDExEIvW/W+qf3DZFLXRGPATFZ5WUzEGg5uQ5ef/wutFyjoPQaxJYehsxbj9+k3ojq+M7QaLbQ6fZOFz5q1G9A5mX1hI13sRIjCZgHZhVZ52itxlNenmOiaqPVHuMrFa/1n/PrWLf/lF1x6wXzEJyTBaDSFRdjUMXJgxzZcefEMXvbb/16GoWfUS9Wio0cwZ/oIbNofZoHknaswe1sPfHNN/d/lv/37XWwYeS1uH2bFV09/iSOz2e/C5/zZb1pxHfts3/UwXr55O7rz34WmsfM+Tp2Pv5+TIBz7TSLeeiiIO/CXqbR86bUaXrepYzPYeQdyirB83RGMHhAjLObuBWqrq7BkdRVSkpPgctgxY6QZD940FUePHkN1dSUcDiGQsKqyEqVlpXC6XLA7HLDV1nKxKqQMcHHRWl3nQL/hZyKzR2+YLTHQG4z+meRNaceBw3U8sDEtxYw+XcAjVosr2VT/+lQALJCOLS7/0ksvoW+6macCOFYKHC6q4VGtLE1kRYUQeLJy5Uq89PRtMJrMTXZPzX2PZsz18Uas225FRmcLVHMn9Glwv0lhNfP9QxF3IYtN4CZGrAYroGfPnnjxxRe5sWZG+7bbbsOePXv8h+rNWmj1atRKPryzN8Jly5bxc9i2Y/l32PDVl6h0urCn1g679F24jUesimK1gP0B11+5WK2rtCI9iFgV36BtdodkJVAx6buX/xEhrEQpTJ0Rcv8I7/TxcRbOs7S8EiqdqVli9bmlVVg4yQy3sw5P/u0rvPTYxXj10yIsPK8LDh44hA/fX4I33nwk4pjicnWZkEOKbb3Pn4+/nS28cM75Z47w5OiemP6b1S9Tf3vvXTz1m+TYiFfpuAfIx5X8MX2IPLl9357F6g8bsnHTvBE4VhZarB7atws/LvsIN9/3Vz/otz/ezqUqjNyDAjYrPn/3bv/+porHp19ZyaeWsDdyaXms4JRYLd77ZifOGdfbf51I90ao9o3qWf/BW8no2ZxTHXBYU9un5FrsGC5WK59Terji4x7fNy+A37//tx2P3zCxQf+v/vp9fP39Cqz6YSkuuf4WZKRmouL4cYyecQ7+89YrgFqDx196q8lylfXls/9ei2vmNE14ig2OKFb37Q4fsWoHKmzAjrzDuOP+RXhj8UuKWdKBJ49ApPue3hNPXt+c7Cuz9+NOErFaUOT7u9wnVuWPo1nfguNHMGvCMH+eTv/HGK8XNz2xu1ERq5s/vhp/fedX3HvtRMnnAN90cwD3PPEibmozYjV0u1mO1Z4DfWLVv5CS8NmFRaz69/kmRYvMmHTtOXA8dBoV4swqqCt3oyh3Gy655CIuHnbvOQiXsTOXC00NHhH7/mheLuZPH+mLIBQk4QPvHsOg3kJkh5hPNUAAS9IA+AWrRIB7fFPEC44cxD2XD8SeP3Zh5/atvP7ss92e/YcU1z+aYzgv7wj+++GHfJHkpxY9wFPGySXop36xKkRV+kWyF9i8QRCrTF6I+5hYZTGme7f+jJsuGYg4BSJQ6X33xOIVeOXhc/yzV0Odx/pIYy1C4ptPIqa2DJ7EBPw27344zQk8SlWnq09lqPTa0uPWrd2A265kqQD8qVV9vwtfErzy0So4DL4visUvVfyMVJxXr9h9PGJVTCPBSuLjhKfLUGHpj+twvi9ilR1zy0NPc7GqhGdTx8jYfvWLwYbisjGMWN3873exnktUydk7V+G8bT3wNZOt7Pc3Az/nizKVnfvEb0Af5gSYTAWTnj9hJS8qCdeK0rVwJ+58fCsOipcYPU0om20hyw8lU1tWrL7/2QYkxhsxcVR3aLRaLvLZlyqL310Dty4NRoMeB3/fhO3L7uD+i02ndzhdcLucsForUF5eDpZDlb1G1NVUw+4QolfZsdbqOvQdNg5ZPfvyL5QMRlOTI1VFlH8crOCRqv/P3nXARXG074fe4cDesWPHrrFhiRKNij2aYkkxtqhJLEk0IeVL1MS/JGosMUpM0cSGNXaxYQcUsYKAFFFAjl6P+/9mdu9u79i73b07FMzt9xnubmfeeeedd2Z2nn3mnbp166JlQ1m5UAAENCWxViMiIjB+/Hj06dMHtb0cy4UCIOFAyUX+fv3Z25SN7+BgXExjU+do0nfsPBwRRoFV56oJrBJjTp06Ff3796exUu/du4fFixcbHLuGDx+O2bNnU9oxcaTARQvxKnkYKi1DfkkZ/s3KQQEHXK0KjNVHj1PQuVVj0YxVAqzWrU0Yq9yAb6zZlEBhcTFaNOHfOqTFZmWz3Lgdh7z8QlT3ckduXoHpwOr2HEx52QFJyZnY9Nc/WLdsDjbvvY/7t1Mhjw9B0ZP72Lx7nzFzlCWPBAvo+pXud95F5NEZqDl2k7qULstu49BMDSClXfxhfOz+LZpHnMH0puTzXrySvQ4Dwf1dSGFuPqG0L9Z9vcBq7E8Y2vE2PqK25Fz6fn8GZiG6chmrB87dxdzxXZGQXqK39P/NnAR5oRzvfPQlWrbpKkpL8laVYaxK34Y2btoK7Ni8sFw5dWS2WLf7Kl7t3VJ9T6hviKmfqArpJDKlfmLKI/L7xb0nJqmkNEtT52nZb8Ouy1gxZ1C59k+JjUL1+s1waMtq/PlPMAW7N277Fx2790NRQT6mje2HDp1fwsKvfpRUvioxacsl605g+phuRuVXZRIEViOjEBQcLLoMQ8Aqedl3sSO7w4JK5NlZQV4WHvTk2aEhWgWehKQc1WJDdduL3d0hVu6LtQtEqN/zzol03P0IV9UmewfbdMdmseY0OZ2UudXkwv5TAnSB1ZTHKeji0xgpKsaqzndzGocCq72Z0+WZOJssk1EJzPhaOrD63ebTWDS1Lz0Aid1srj4V6+OvV1YuYFVPvb/bfIYyVsnFZQ0xrFQSCoBzT0UWITskbp9D8za9aQgAmV0Wbl/8GyNeHUrP8bh16zbu3Y+FV2NfuLvLYGdvb1IzJsTFYYwKWGWZmQRYbUsZq8zhQ+w575xwAYTQwokHywKtBCgjKBrJY2OtRGbqA7z5ci3s3rUNw4Yap785fXjOvIV4qSMT2zwsIrac3Vau+Bp7Dt1gGKsqHya1Z1m6BFj1pcAqw2BlfifAoRK3w80PrBKmXi0Pe+0dnDytbaUogde5EDgd2ArrtKcosrFD/IQPkNHxZbMAUOdUwCrHiemZ7uz31dtOU2BVBTiTmML0EDOShB5uBjTzuIPRg8lhdOwbBhJ0gsQQZusTciwMIwapQgEoMfOzb0UDq+b0EZM60384c35BMT4I3I/PZvREjWquFFgk4CoZQyJuPsTGbZHo1KUd7l6PwLRRrTB5TE88fJhIMbCyslJkZGQiOzubAqsE7CQxVkmoTBKL9WlWHpq27YbGzXzMBqqSpoqITqPM2vr166N5fXfkFwPJT7LpgVTkrCTCSCVg6fXr1zFu3Dj07dsXtTwd8DA1G4mJieoYqypgNT09HV99OlXUywB9rqLry1JdivQ1exnLWK1eRYBVKwcvKIs0DERSacKiXLhwIXx9fVGvXj2sX78ef/31F689fHx86H2CgpNGWLJkCW24Rc1rwbZYCZSUISqvEPuyNCyhygys+nX3QnFmISQDqzlZqFurmjawyhm0yRuLFk3LA6t8oCpxpKjbD2BlbY2Mp1lwcXaEnZOrSYzVzXtTcf/2fcjl8bAticLqlStwLfox/ljzEwjp+/XXx2Fgb3r0n+WqQAtIXkRSUBUSFo36FnmWxZ+YZi0PrMZgw6BWWIqe6HK5DQdY1fe7mFLMk0YXWN0begsfTuyBOD3AakF+LgLnjKeFF1mVIGjTMVGKEGCwrpcjsgukA6v6Cqgrs8XaHZcw0k+zfVyob/DVr3tT42KyXYrVxFvSVz9zyCb1J/L94pgt+Oa8Pkueq2W/1X9fQNC8IXrbPz3tEc4f/B2HdgQjD27Y+M8JyhA6dvAP/LnhJwTvu2yUeqQtF605ijkTehqVX5VJCFg1RfjyoNVYNG+ORgQBTSMaY98UDVPiw4NyoLMfswODbDM+EoIfoPluSvnl85oCjpqS17y1MIc0oX5fDliVPCeaQ0tDMixza0VZuBywmpqCLoTwoAJWdb6bU4+UpIcY2qe95sAj1fZ9wj6TCKxepozVUCycQmKsqmJ4agCZBZUIWDVU72Wb2VAAxNBsXEkCUhJAKfbWWTRt3UcN4NG2YG2WcPc8WrXrDS+XUsSF70LLJnXRu1cvxMXHIyoqClFRN9F98AS4yzyNZkap2j7+QSzGDO7CIuHMn8Wbk9COxFiloKImvqqK76PeMcgKYXYNMvAr+UhCGDjaWaEoKwEO2ZfQoJ7x+qeY0YefPEnDylWr6brzk49m0RiNtraag29s7Wxx4PhdCqxSkJBtM9XLgqsEWO02gAENy1TgIQOy3g4/USGM1R8/G2IQWLUpyEHNA7/A8fxRKOTZuDfyfTgkx0F2dBvSPvo/yH0HUYDLlJARBFid88ZQxj8pEkoDpapDXKzZfhqF9q05QHN5Rq+Pxx16OJXah9QMbsbv9x6/gBGD2GciJTBriQRg1Yw+Ys4x8b8iK/1pLtb9fgE3bsdjzJBW6N6pCRrWr0UZpY/Tc3AkNBp/7TwNhSIPKClBvTrVEPT5RHRtVw+xsbFQKMrw9GkGsnNyUFpcSkNkFhYVIjs7C0+eZqNZBYCqpG0qJbBq4hzNBVbrVxVg1bHxJBQlH4KymOwB1Vxk9P1hMQAAIABJREFU0Jo2bRpGjx5N3yqeO3cO69atw927d2miatWq4fXXX6eHWxGEnlCLly9fTj+3q+aM2U1rAXmlQKEC8sJSLEp+ohZemYHVft2roSSzAOQks26tJTBWKbDqhfz88jFZyeRcWFSCliyw+lSeo3di8fRwo3a6cfsB6tWuhriHqXiSkYVatWvBxdUZdra2Ro1tBEQlwbTz713DqxPGYaCfBUQ1ypAmZtL1q3LftWKsEvBuGrCBsE91C2aBPRYL0bBYdRmrXPbqt2i+rA2WLmbYr2/tLMEPg8knJg+mAlujx+LS8RZYq2a9mljhSpR99veHymmzZgGzHUh16Q8FoI/FWzHsXrG6chmru05EYd6E7ohJ5Q/Svuf31UAJcDoshJ6ePm3el2jfRTiwfUGRAnW8HCHP08+EvX8nCs192Hh0Itq8npcjNuy5gjEDNXmE+oZQ/UQUy5tETP2MlU3yEfmDn8w1RQRv3kUPpmvZL+jPM1g5179c+69e9iliHkRh9offon7DJkhPjMbSWRNh41EPny1bj7Urv0anTp3x+nsfI/ibj9RlTVnCbKX/+e9z5cqfOUHjN6Qtl6w7inmv9zWpjhUKrC5bjUWLOcDq4+v48FfgYzZeOGWw1umM+Guq30jc8FDgbU2ccHQDjqeQGOONcOnb3diSxFRXHQ5HxXodKcOWvcx2uUHTuaxYrnn4wFEOm7XbQAr6Er2212HC7dAwPI9kGHT5Abu97sUIryPU77WBVUNzosq+ZEwejq3k69T9ePKjv3qO485/2js/9OfRzItDcZS8ZDM455rUBf5TmcXOcdxQAOQgjO4cYFX3uzkN+CgpAdfvZ7PH3WtTNOMSPRB2Q8OXFip3pexvnO+8UA3UqdKrtqVnJF+rPIxVA/UmgFGpogxKEoiSIFIscKraPk/xKcrwJBfzXytrKzjZ2aK6pzPcbTKhyH+CCePHIS09HZcvXaJAxJWr4XhrzhK4e3gKxp8UsnV8bAzGDO7KAl4MWPbJ5mS0bcEcXqViGKoBMaoq2cZNz7nShH5gGYr0VGpbK7g5AVbyKBRk3MWE8WON1t+cPkzYaYTxu/HXrViyaC5lv9k7OKhNRA52IoxVL8pYZRmp7JZ1AqReu3gSHbr1Z9m6NMKoOsbqnQoAVoUYqzYF2aiz5Rs4XDsPRWYmMl4ejfBhc2h4A+8/voNH5BkkzQ9CfvNOJoWMIKEAZr3xilZYDo3HAmu3nUa+XRuGpU7cgmWpEp8hzGYCUrf2vI0ALrBKGa/sIVZQYt/xMIwYqGJwKzFbArBqTh8R6i+W++UtQMZlBY2DWkAPnyJ9isQ/VR0qRfpdUWE+CvLzkZWZjqcJURg2bBi8vGRISUml5EJyQBRhpxaTGKsFhTQ0QGpaBhq37oImzVtRUoM5tv9ztT99IRYuLi5qxiqJsZqankN3k6vip5JwAJGRkTQUgIqxmvg4h4YxILvZkpKSqP7kMgdj1dQ5moYC8HRCWHgmqgyw6tz4bVhVb4P8qP9BWVg+qHGLFi0wefJkDB48mAbFJcg7oTN7eHjQOBGXLl2ibNYTJ5iDIVrVccXSXt5wzyuDVVYJBVdjswrwQXyquv0rM7Dq16MaSp4WIOnxI3Rr5S06FEA+y1jNyy/gHae4wKrWQxXZOsA8n7AX8+HGrTjKcCXhAEiM1ajbcWjevDGcnZ2MOgXRMnhWDgvo+pXu90QusEq2O04H1h7/AI0Nqq9vy78uyDocW1ULTS3WD7OovKUOMfCiMnDKMPv7w2pLrllAFtzWWpatLMAqecIXo2sNzuFV/xy7jjnjuyH2UR6vt3w/bwpmf7sGP3+3AI8SH8CzWk18tvJ3wY5RWFxGgdXMXP7YrbnZWQjo2wI//LIbvl3ZE4MFpBJ5v+69hvEva4I5CfUNffUb5CvtVLzjkY+1tDNUP1Nlk4KI/FeyPxG0s9QEC26/pWW/738/jR8+GKzV/skJsVi1aCbdfRJyOATL1u9CM5+2eBR+Cr9uXIbIyHj4jQzA7E+YGLAPY+/hzI5f6ec3FjO/tW8iK+eLNx5oXsSStvx8wwkseLOf1Cpopfdt4oG1Bg6vunMnilc+OTdEfak+O8rRw7cPlgWtxsRRo7Bt2x4s5gKr4AKn5HMk6n/qiyT61w9dtYDXBPw48wQSVPHEtbQg9+Lw0s9+6EpiipFt/iRmGGHCknhhG4DP6T3di6RlD3tg3fdK8GaEdWQPieCAuoz8xgjTKkc7r0mGf86Zhfq91DnxxFw7/DuMvDTkgrAscMo7/wGG8mjmRa6hjA2z85yNXamKFzfH1eTMcYnsc/kj9lBZ3e/mrF4SZay20wBxBDBkWWnxQ3uiYf2aoos7fPMsrk7eiU/f6U/zcMMKkM/08Kr3KsfhVYbqvYyNscosWlgQkq1QLI2j2odzSBKB6QAba0CeEo6Wjesh4eZhTBg3FjbW1jgfFoaEhARcuHABbbsOQPtOPWgsP1MPSoqNvY9xg7upwV2ytlq8ORntCLBK0FNyrgUL/qqYm7QKHMYiZaxS7ZWwsQJcnazgUJqKpOhDeHPSBC39w8LC0K7bQNH6m9uHmYNw8qEoVfDGWN2+9wruxmsTp8Q67vsTWos6bEmsvHcX/o7VX43FnM93IujzAMz7KkT9d80nQ/B0xecY8eQSStPT8bSWN5a0novxkwfA0dkZ1lbWqP3H17C/cQHJb30KZYd+RsekPHv+Ama9zgFWWRCdaXIl1m4/jXzbthRsVx3mVVbGgKb0r1KJttVuY+SgnjSequoFg6pvk4T7T4Rh+EAmFABJP2fpd5g4RtzhVeb2EbHtY0mnsQCJpUrAVfKaiPge92A4cq9MoYCiTAFy2FpGWipir5/GiBHDKbCZmJSERykpKCgopAdXZT7NQMqTDDRq0RFNm7dWb/83NZ400TYu7iGSHucANi7Izc1V/8vJyaEhAAhORw7KItid6iLfq1evDjc3NzRtyrC2vLy8aH8iYCrZgU7yk7wE77Mqy8PU10ehXfu2kg+MM3WOJn2OAKvnqxKwauNUHx4v/Ylix2wUxf+BkphDQFFOuf7l5OSEDh060KC4xBmI8ckWDtIA5KpfxwWvD/ZGgE8N2KUXwzqtCMgoBrJK8El0Eo5kVpFQACywmpiajO6tm4gGVgtyslCnlhcFQvmuwsJitGzWgN4iQCkz2JYHVb1kDGP1+q0HKCgsRn5+IXLyClBaypzI3aZNS9jalj/50TIgVg0L6PpVue9SgFWt2Ks98bU6rqoOS7Xc78RW+pituveqhl3Fa8ks5vhAVSKj8gCrRBthXXWB1Y9ffwn3k7UPZyKSIs6fwoXjBzDzi5W4fzcSa75hDqea/ekPaN7KMHs9v0hBQwHoY6zu+H091qxYgiEjJuDT/60V1RQNazhh9Y5LWsCgUN8gwKq++okqVE8iofqZIpvkJfIH53+hJcam73qjxCrOaBbfC66P1wZWt4Zi9cfDtNp/0/8WomnHzujYYwC2rFqOkJBgbNlzBk2atcY/q/+Hhj7N0eNlJjxEQsxdnPz7FwyY8C79O/WzH9Q6tmrkpu43txO0nw9IW37802EseMvPqDqpMgkBqxcjozB3QnnwNos8LxZmgQKshUDoHTmCggKxPmglBVbJb716dUOfPt219FNv9fdNwIf/yvB/UxpBDW4iFB+m+rJhAcqDoAxoyh7ioDqYoZZuOp58ag340mrHXiVsV3KIBNFz+t6nzKEQNEyBIbkmNcFzySzU7w0Bq3E/90X3xRcAcOc/lq3K1obZmaH7spDnpSOn9vx5AAjOuc/FhFW4UGlznJCvmNMQKUkJ8GdjjapBRJbCljBMOrB65a2d+OxdBlgljDcuGEOA1fcrCbBqqN7LNp9B09a9QY5O5zI/yVomJvoMmrZhdi2oYpmSuKROdlZQZF5HesI1uquvT5/eeBD7AA8ePMDFixdRrXYDdO49FG7uHpTFpWKFGduWsTH3MG4IE+9bRVhZ/GsS2raopX1wGAsMq9KpD63igKwEFHayt4KbXT7uX/4bjeqV19/OtRr6+48VrX9F+DBh0BGAhwv+qOxXXFyEvNwclBSX300pZGM7ewe4uLqZDHaryiEgMIk5yYRj4EbpBezTktF8xXS4xdxBLqxw+71AZPcdSUNDOJKDfWxtoSgpRo09a1BcmIenry1UH2IlVA/d++fPX8DMSa9oge/UD9iEa7efQY5NG6oiE3uXUVcVTkGhVMK3+i2MGNSLCe1B/68J7UGB1ZNheHUAC6wC+GDptxRYFXN4VUX4iFQbWdIDsfv+QvKpf1FakAcHr5pw824Ke3d3lBTmo+hpGgrSHqMoNRV1/EfDo4cf7l49hlGjRtMDqmLu30dmphwZT9ORnpmDek3boVnLtmYFVUkbhewPRW8/f7TzdkZtD+BxNhDzGDRmanJyMsuczcOZM2co0NqsWTN0796dkiJjYmIwffp09OzZk+Yn7wj48hKQ9f6dCHz75UdwcHSWxBaXiqXx+Z2dlxPCrmWiXrUqEmOVVMKuem+49AxCqawUCudUlD09B0XqNSgfP0BZejqU8nz2SYCpso29NdzrOKF+M3e0blcNfbvXQddGMjhnlcIhvRg2j4tgk1oI5eMirAhLwM+xmjAAJH/lZqxWR8nTfCQ+SkH3NtJCARgCVglIqgoFoHIcXZYq90GASaN5a0q+7T50Hi1aNqUn0Zn68GEZNJ+PBXT9qtx3rVAABpijZIG3ohUuUTarwPZ/C7Cq09jkPbQ2U1WVoHIBq0Qrw7rqAqtzJ/RAQlp51vzaLz7EyLdnon5D5tCzhe+MQGFBHpr5tMcHS1cZ7AwEGCSsxCw9oQDmTB6OPgOHYs3yJfj7aATq1Gso2LlqeNjjlz1XtIFVnTFXt28QYFVf/QQLNJBAX/36thE+YZVP7Jlo7Z0fRP7LJctMUZE374LLr2rZ74ffT9NQANz2P7FrI6rXaYQmbbritw0rEXUlCrdvnUetOvUxff5SDBo2lsomoOqJbRsxcOJ7aNRMc6AYt2CfBq64k1getCdtuXTdMXxcwYzVixfPYu7kkfhxake9tvQLDKUs3KD1QWpgVc6SdZYFckIBEAksK3Vi5ziE1Q5gTsIlgGlEY3yOEyx7lFpHm11K0hz0xAYaRoB7z1RgVQ8LlQVxVUDrCwesCvR7LWCV9xBGQy8JVa4iBKyqXkZyXUsnj6g51+zd/D8gUPwcJ/T8ZE5jJSUl4JVe7elzOBObko3BqAQevqofWD046Svm6V21TZ6wI5VlLCNSG0yiaQgzitDiiPwyJdp1IGU+v8tQvUmM1WZt+jD1Y+2hqlHMTQK6EsYqw+CzYuOSejoDxY/PQ1GYCRdnJ8pSdXd3pweokDM+atRvgBYt28PdQwZHJ7K4Vx3/Y5wNYu7fxXh/5iUaNSuARb8moV1LBlgl/1QHEanaVh0KgEVXyR8SAsDe1goeTgCyb6IsN6Gc/h4yL5Q41UCnjt1E62+MD587T14e8V8cOE+dgPtbl87Gh30joQRIzFbyV+olVWfX3Kfw/+srWCUlIK1ZO6R/sha21WrTbdgqHVRbtEsVpdRP7OzsjdQtDDMnDVX3Uaa/MjUkfr3u7zPIsmrLHl5FwiMwLFXGb5hQAJ1qROPVQb0YX2ef1FkB9MXDgRNhGDaA3cGlVOKDzxnGqihgVWBOlNoWlvTGWeDs/DfgVpADO/8JqN/Pn4L7pC9E/bgUAzq1R05sDP48chwDV/0Oj1q1kZmRhiex19Dfrx+uXQtHekYGYuMT0apTHzT0bmZ2UJXUat+RcEp4bNWqFRp4WSE1C3gQ/5CCpmRrPwkDQA7RysvLo795e3vTHWwkHAC5/9FHH6nz29lY8eaVy+Wws7PD8sAZdFcBedkh9pKKpfHJtfNyRti1p6hblYBVUhFrl4Zw7LIYVj6doHR7DHikwsr9MWzc02Dvlgln22y4OxWhhjtQz9MOdRxsUdfWFrWsbFGj1BqeBYBbtgKOGSWwf1yEOxHpWLr7Ds4lkaORtK9KDaz2rI6SjHw8fJSCHhKB1do1vbQPr+JUO7+gCD5ajFVmoGYeIlRBs5XwkrlrBXNSsVqJKAKsNm/exKRDrMR2Bku6irGArl/pftdeRAKUkbObxD3VCQdAFnkHRzLx4yiLJloEY1Wz3V9brqFFZ8XYobJKrXzAqn5L0YM9ONskd56Iwpzx3fEwTZs1n5GeisCFE1GvpiZQL9m6QoBVeaEc/7fuIGrUqqu3oPyiUtTxdERWfmm5NPdvR+FQyF8Y/9YMCvLNWfwt/Sx01XC3x6a9VzCWE2NVqG/oq59QWUL3DdVPKK+Y+0T+IKsfyyW18f1GTHZ1GkXkEq30i84P0rIfibG6/AP/cu1PGCtnt69HJmww9q3ZmDa6N1xcZVi99QCVR0DV43+tx6BJ7+sFVQ0pStoycIPpMVYFGasssKrShWGqAnJy/CL5q2KsRsYjOJgBVg1fTDiAs5BhItn+z1gDP34bgYQkGSaqt/DzAKsRjTnb/eWY9gUTi5UbMoAyTa81ZgFYXU10QViiy26c7axiparSq0INvLihAIT6vfCcyJ2/mNjje0ffxqGZzEsk5jI0x4nMI2rOldSlLYkFLKA7xwn5ijkNmpQYj1e4jFXV1nclkPjqS3pDARBg9bVXOvOqQuLYNWyoefGYnZ2D3SEhGP7qMBpf9I0PvsKHH+i8ADJnpUTIMlTv5RRY7asFMquB1ejTaNK6L6xgBWsrJWxtSFxSKzgU3sO9iGPw8+sHFxdXuvWfxvJLeYIhk5bi8rnd6NO7jyjASYT6uH/vDsb796BJVWDZwk1J6NCyFhNHlXMIGcVZSfxMFhljIgUwQBkBGVwdAdv8+3gYfbyc/o8fP8GCxZ9j1eZteLn/QNH6G+PDBKScP3kYS6lk2cIserrt0DlMGKqJ5ak6dIsAyEtX/oIB/fublXUqpg1IGlN07tenD41p6ejkRMFTLthOAU4WMScglzFAPGGsTp9IQoGxPsJymJhzzQiwehaZaMuwVNXb/9l4qyx7tVOtaIxQbfVXC2JeChAdD54Kw1CWsUraYq4EYNUYHxHbLpZ04i2wb9IgNBo3DfV6DaDxUO3s7ZESegCeD2+jvpMj/j59FjZd/dB11Ou0jxFfvX1xP/xfeQXh4eFISkzE1choBEx6H65u7lSGObb/c2uwn5BZ6tShwGrDalZ4JNcPrAYumkxfUtgQKj57XbrxRJ1fCFj97vP3RI9zKvlSsTS+1rGr5oywq1UQWFVVxtqzGWzaDYJN+1awbqCAtccT2LllwMEtG+6uBfByLUVNZyvUcbRBXTtb1LGxRU2lDaoVW8PqUSGuHE5CyP44nLn+RE2r1zVUpQdWn+bjYQoLrLKnjwp1xYLsLIgFVjUTvup0UK503Tfamnt7/j2P5i0swKpQW1Tm+7p+pfs9MTUL/ToyISNUl2a7I/MLc+hGDOeAjnfw1pZoNBcRCoAexLGFu3WSSLQAq+pJJjoFhcWKcm3A2GgvXsleh4FarVMxh1eJ8WHdE5NDTkVjxuiuSMrQ3vK14afPkC/Pxag3ZyA/Lwe2sIWTiyuWffgu5JCjczc/fPhJkN4i8wpLaSgAPmA16NvFNB9hqR7a8xdycrKw+wR/LExuAV5udvjtwDUE9G+j/lmob+irnxhbGUpjqH69WjEnxIu9zt8uH8uMyB/otFGsCNHpPgvtrWW/1dvD8O2MQeXanwhMjY/G/t9+wc0Hd9G6bQ9MX8CEJoiPuYNjf67Hy6+/D+9mPqLL1m3Lb349iTmvMdvejL18G7MxVtvxg/wXLwgzVn3nMYzV4O1BWP+jELAKpBxmwc/PCPuUua5s2YyvMBD7pzZif0nAjzNYNmlt8hP5zm7b79YEgy7L0ZAAq7WZdPSQq8tPSdQqBnCleXQvXZmkka7jwy+v4T5N2gSfr/MDtmzGNnJ4lb+M0fVRR6oX1fEymPAA/tJ81Nj2qah8Qv1e/JzIAqkkNnnHj8AcLfQOttExW2COE51HdSiWvjm3oqz035SrO8cJ+Yo5rZT0MJ4JBcCyHtWgnBJIGq4fWD0w8UtMHNpFS5WTp05h3759dOs7AZwWL1qElT+sQOfuveDo4IjzZ07gaa4C0+Z/jsUff2jOakiWZajey7cwjFVVGAAiXLVNOvbWGTRv25cyPR3syBZ6wM0mC9Fnt+Clvv64dTMShQUFNObgjahoDBg9H0pnb5w9sgbD/IdIXrDrq9i9O7cx4ZWebBxbhqdCgVWfWuoDrcj2bhWhRQWuUkDVisSEtYItYds6WMHZSo4HF4PRq5+2/jejozFz9nw0aNgYC775P4wa/qpo/Y3xYXKK/fzJQ9nDtdjwr2DIOQyw2lu9j13FlCb2mbbga0wcK44lKdlRBDKYovObE1+DMz2Iy9EoRqpQXYhu70/01zrgTO3LVsD6v88gQ9meYanSUABKKKjPaA736lL7JoZT4JRAsSzKzTLbiR8dPHkBQ/v3VKtCgVWRbWGMjwjV2XJfugX+mTAQg9f9Q0NsODk5o6wwH1E/LMKAdm0RlZSCLSdC8d76vymoSl4a2drZ4drx7RgxYiQiwsORmMQAq2Mnz4aru4ckpqdYbff+ew316tXTAlZjHsTTUCtxcXF0+z9hrJJ4qV9/9jbzkoVzwN2RU7fU+QmwypdXxVj97gsjgFWJWBpfvSljtbIDqyHn7qOMBvkxfFl5VYO1d23YNnSBXV0bONUC3DyUkDkr4a5UwiVfAasnxch9kIvEKDni7sgF5VpbWyGgT3N1wYKbPngSkDeiZr2sgMKiUvRfHAq/l2qgNCMP8Skp6NmmMR6JBFbzBYBVEnu1VXPmTXX6U20WLzfWKjNEa7YdkZpW8yQsVoAAqy0swKpZm/5ZC9P1K93vD3mA1Wet43+5PP2M1cpnFaJrTS9XtWL7z97BOyM6ISVTc8gUAVKXzJqAb9b8DWdXJn6z6tqxaTX27NgEJ2dX/LrnvN4KEmCQhALI5mGsznxjKH7+4xDNe3D3n/jfJzOxZusBdOrObBfUd8mcbfHXkUgM76MB84T6Bl/9zNEqhupnLvkD3OgZ5erLpsl8o0QrHmjCNnxxspuW/dbtvIjAdwdotT+3kOSEGFwKPYDRk+fRn+Pv38HRP9Zh8Bsz4N3cOFCVyCFtuWJrKGaMZVhCxl4dWGC1tx5g9QILrKIIhKOqFVeVsFVVh1iFRsYjZHsQNogAVo3VlT8fD1hq3gJeSGlC/d4yJ76QzS6qUrpznJCviBIqMlFiQjwi7maqI3IxbDYGSXx9zydIKIgBOeSIkOcUZUr6r5Rs+//ulBpYvXnzJk6Fnkbwli14593p8B82HDVrMqfVFRQUIDj4N3g3aYY+/QYhv7gMsxd8ii8+XSRSw4pJZqjebPXZGKtM+aqdd7Y21nBysIOHmz08rZ6gNC8V9vl34epghfZ+byE2MR2REZG4HxODJm37wNa9EdLlBUh9eAUBw4eZ7ZCkO7duwcnZScNOVQLnY2rApoQ5D4TvIqxHW1srODvYwt3FFtUdsnDv5lV44R4aVrdF15enICYxAzciI3Hv/n207tQbNeq3QEmpAsdOHsP40QGi9TfGh8+eu4B5bw6DkmXTqn0RSmw/dB4TXumlDXazgPfbCxlglYQsIHFKn+Vlis6TJ02sUJYtAVbfnUAYqyy5SfWJZaNu2HEWT8raMbGQy9jYqjQ2MnOAFXnZ0q0uAVZ7snYnmKtqgGCkHjrJYayCZayKbAtjfORZtu1/pay0O1Fwqt+IMlHJoXr3dvyKhoVP4aAsw0+7Q9DpnY/QpkdfuBA2qoMjZU+HHdqKsWPHITyCMFYf4lrkLYydMofGYDb1YD4+u4dIAFa//fzdcmMBN78YYFXqWCIVS+Oro201F1y4koE6Xk6wCujT3CB6aWIoGVG+zQdCnr6eiIws/tPrRQk1IVF1Dyf09dUw8gQh0mcMrPZ/qQZKjAFWc7JQu4b+UAC5eQVo1ZwwYDQuwWxTKc9apYG92YvrQHsPh1mAVRN8rzJkFZowLYvI59tKVRlYPRIWgzeHdcDjrBJqxPS0R9ix+SfcDY8AHIGg3w6rjRt6PATrly+lv5PLycYVa/44AhdX5iUO98orKGGA1QLmAD3V9dXC6bh3+wbmLyHMmz7YvmUtCIOVnDqv+k1fa7o52WDXsSgMeUmzXVeob+jWz1yeoq9+5pTv5/W3ucSp5fzvWCct+/26NwKfTOmtbn9DBRJQ9fDWtfB/a5ZJoCopg7Tlj3+F4e2R+mOfiqm8WGD1+t0ENgQAGwqAgqpydTgAElM1JMQCrIqxeWVII9TvLXNiZWil56PD8wRWHybEYUiv9swTOtkuzj6tk+fz+ctuwbVefS2jHP03BDd2TcXuY+GYNIwJLPL2O+9ALs/CqNFjEDB6PMt6Iy+jrNGxSw+09GmN7X9spmnvpJRg1kcL8G3g0udjbLZUQ/VeQUIBtFUdUKXh6pEQnI/jLqNdy6ZQJOxBxq39UDh6okCehrTUR2jQrDncmwzC+YgE1KzfGq16TYI8V4nCEiD85CqMGjHcbODf7ehoTBhGmIQM05BcISfCMXJAJ/WhYTQMLG1TevQQxcQIXTU/Ow0xV3Yj5vI+lDjw69+2TRuMGz8JijISa7MMH365HK+JPO2d6CI03vE1PgNSDmVCFqjxO/LBCn//ew7j/HuzNeGcCaUE3l70vIFV43R+FsBqdU839SkmGk+mXsMyUElLMP6hulSxa1WwhIoIpTmIiwtYaMM/R0JPiwa5jfGR5zpovKCFk0PhyhQKylgtTHuE2M3fo3ezxjhzPxb/3onD1OXr6RZ/J2cX9bk3FFgdN44yVknol6vXb2F8JQBWSYxVwjjVBUZVwGrr1q0pUz82LgGxsbE0XAthu2ZlZYEwVu3t7cEHzAo1vTmAVbtqLgir7MBqcnoOLt16JGR+s6I9AAAgAElEQVSPCrnfvXVd1KuhYVlVNmDVWMZqQU42atXw1BtjlQusZmRma9lWiLHqKWOYZhZgtUJc8pkKFZowLYvIZ9oc5QqrysDq8StxmDS4HdKymViohK2a8fgRFGUMIOrdrJW6vnm52UhLTea+50GNOvV4gdVcFljN0QFWTWkpFwdrhJyOxqCujdVihPqGbv1MKZ+btyLqpyu/X82d5dS1qfWOpCooHm/SSr/smK+W/f44HIUPJ/ZUt78h4T8vmYWhk2fDu7nGJyQpw0lM2nL97kt4w7+dsSJoPkFgNeIsgoNDRJfx7BmrolWzJORYQKjfW+bE/667PE9gNSE+Dv692jNgnJrRxgAthoDVXUev4fVXu9F09+/H4Pff/8Cdu3cpiDpgkD+6du2CrKdP8N2yFRg1KgBdu/fG0zwl8oqUmDl/Ln74H3P41fO6DNWbxlglwCobp5SQg0i0PkcHaxRmRKNaYSSSr/6Gpj7t4WBdgsfpWYi5exd2TrbIVtaBoloPdHn5PWQXO6OgiBzaRYDVIIweaT5g9VZ0NCYOIwxOFhRTAntOXsOI/p0ogMpEdmDOtSAhDSgHkdTDygpXT/yOW2f061/g0gYfffgx7B1dUKYoY3whcLlowIyULDTe8bU7AVZrViv/0lvIR/49cVKSbkLypNw3RednAay+PX4IWx0GoGZenDCo9b4TYRiuip/KOdRKtZuUpD94khxOxWz152PQPUvG6oUIG3XT0GBU6h08cnXsee6uHnJ/+QztHWxS2va/lFbFyL+6agncU+JRmJ+Pf6Lv4s2ffkeNeg0osMqNA0yA1XFjxyEiIhwJBFiNjMb4qR9UGGN1z6GrqF+/vmAoAH3AKje/Icbq8wRWqwRjlXSKGw/SEJOU+Uz7R/P6nmjXtIZWmZUOWO1VA4r0PMSlpOAlCaEA8kQxVplQABxCqvqNKvM7D1OV89veIxcoY9XJ0V5UAOSURzmsrdm4f+xgW6u6E6rVqP5M295SGGMBXb/S/Z5gCQXwXF2lqgGrtTihAEIjEjFuYCsaq82cV05+MY2xmlPIBpszg3BHOyscPHcXfpx4wkJ9oyrVj2siYr8+NfeYwWraIlae6Khlv39O3sGssV3M3v5CipO23LI/HOMHGB9OgJTRvrEHft53G/pCAQjpYblfNS0g1O8tc2LVbFdzaE3mY+4cJ+Qr5ihTJSM+Lg5DSIxVdnswfUZngZf5y/kZq9d3TsWuo1fxxvDuFJAtKS1DaZkVUlIf49uvAxF14zqOnQrD9WvnoVQo0LZ9ByhsPZBdUMYAq3Nn46cV35qzGpJlGao3BVbb9aV7owl7ksRTdbSzhpdzCR4/vIF7d2+jU81kyMoSkJl4GwnpJSguVSK3oBDWrnXQbvgKlLr6ICdfiRLCGFUqEXEyCGPMCKyS8AsTXyXAKhv/lTJWryFAxVhVxYVl25Js3y0uKcaliBiEXbyKjnr0t3Wvg+Z9Z2Govz8N+0CXZkpg/pfLMUnkFm8xawC+BjtDY6xKP7xq6oKvJekm2VkMZDBF5ykVHAqAgL5vjxuiBlPpLn7yloAF4/eduIDhA3uwgCt7spXO7lIGWNUfV54PWBXrJ1LHubAIG8hqe9DWUIVE0oCr5Dcm/KDqHolDv3G+9lke5mz7F03WkxuXURC6D7kxd5GpVOK2rB5GzFoIV1eGrUoOUVNd5w/9hnHjxiM8PAIPHyZQYHVCBQKruw9dpaBq6+YNUNcTeJwFxCZm0BiriYmJSEtLQ25uLhISEvAdTygAkt/HxwdtWjQEOdMq5mE6jc1K2LYkL2Gskhit5N8yHsarUFtLxdL45BFglTBWa3tW4lAAKsWT03MRk5yJzJxCwdioQsbTd5/EVPVyc0Sz+p6oW13DVFWlr2zAav/eBFjNx4OUZLzUpglSRcZYzcvOQq0aMuQXaB8co6onw1htSCfjp3KJjFUPxm4EWG3ZsqloYDU5JRsj+6kO4GA0+W3vaZAYdMP7dkbD+vWMbVZLPiMtoOtXut/jH8l5Dk4ysjBLNskWqGrAau1qmrfO52+mIKBPC8jzzQ+sklAAuWYEVu1trXD0Ugx6tdUcVCTUN6pS/biOR4DVl6rvluyLQhlWn+2qZb+QczF4d7iv2dtfSA/Sln8euYGA3txT2IVylb/fztsdP++/gz56YqxKl2jJURUsINTvLXNiVWjFitGRzMfcOU7IV8ypxYMHsRjSq4OaCEG3jbPvFj9coR9Y3XnkCt4Y3gMKJVBUXIYSBejnUgXwJD0Dnl7VkPooCSlJD7Htj9/QqHEz9OjjjzqNW2PW3BlYv+p7c1ZDsixD9SaHV5EDqhgWF2BvZwWZsxUcrfOw48BpyPOUsFfmo5XTVVSzyYSNdSmynqYjO/Mx3Gq1QJMh3yNLWROFhK3KApMRp4IwNmCE2UIBREXdwGvDejMweBmzsTvkZDhG9u/EAuMsO5FuFWTA4ftJuVi3zbD+1eq1QO1u72Fgv950vayK5EZCAbw+boxo/Y3x4dNnw4w+vEqKbpKdxUAGU3Se+vqkCo2xeuZsGKaNG6xuQxWlSfV3/4kwvMoeTEWdRMV+5tRXFzjVNQUfsCq2LaT6yPlwBtjTsFUZpioFUjl/VTqSrd2/fMoQvSyXsAXOfzkbdYsLUFBUhE0Xr+CjbUepf7q6utEDq7Li7sPduxmNsXr2QDDGjx9PY6w+TCAxVqMxYdrcCmOs7jp4hYKfHTp0QJ06dfDkyRO6lf/u3bt0O39qaioIW7VBgwZYHji93DjFzW9jY8Obl4Cqbdq04c0vZD2pWBqfPJtqzgi7XEWAVSGD8N4XREKlSRUU96xjrPauSRmrsSnJ6CURWHVxJicY8teIC6zqi6uq5qvqibG6TzKw+hAj+3XQapAf/z4NX28ZgreHYviIgRZwVZq7mpxa1690v1sWkSab2CQBVRlYvXznMVo08IRPw2om2UA389OcIhpjtajEYMhwSWXeeZiBe4mZ6ObDHORBLqG+UZXqxzUGsV97W/Mulo+nzShnv0OXHqJ761po4/1sdyNEx6fj0q3HGNrdtAd1C7AqqQu9MImF+r1lTnxhmlpyRXSBVSFfkVyAgQwPYmMxuHd7TXxVTkiAj/QAqxH/TMGuo5fxxoiXoFAQ4JEAHtrzZtwTJlQPucLDr+KLRbMwwH80xk1dgDnz3sMvP/2fOashWZahei/fHIrm7frCGlawsQHcnazg5VKKg4eO0Bix1dys4e7uAgdrJfJynsLH9jwKn9yBXJ6OGq1GoG6fT5GZb42SUnLaOg1rShmr5gRWb9y4gaKiIhQW5uJRahqycnNQXFQMRVkZFHT7vhI21tZwcLBHdU8PNG/WEtH3M3A/tcyg/lbVOkBZpzceZ8hRWFSstcNQLGAm5jmHr8EISGns4VVSdJPsLAYymKLzswBWp44ljFWWeawJmkp/O3jyArPNX3MeVbmaGsNYFdsWUse56AcPMXmI9lrfUFt2fGXqcx9nzOlrFSnr7u5geCTcRlF6Gi4/TILb4DHoPHgEBUodHJ0omHrm46l46buNsLK2xsUjf+K11ybi2tUrNBTA5fAbeG3avAoDVnceuEzZpFxg9f79+4iJiaGsVRIn1RCwys1PgFW+vKYAq1KxNL62tKnujLBLBFh1rLyHV5nkhIJIqDTpguKeNbDatyYUT6QDqzk5ucjPz6Nxd/guDzdnoxmrMpaxKhlYffAQI4d0wOm7zJsrb1kWQkND4e3jR99ikYsbd8W7VjHqVbM13ICRpzB0/QN1muYBY/Cjv0xao/+HUwtNmGQRabnMYwFHe03cISkSC4vNy/gUU7axunLZPHShFpMhprhKkaZTM20AWKhvVLX6VbSRde1Hyjt+LcVsxRaVaAAAlVAHO/75YVBnDfPYWAUswKqxlqva+YT6vWVOrNrtq9LeHHOckK+Y01IPYmOQnJJIz00gz/c5ubnqMxSUjkMRduNqueJ6tXgCvz798ObIXpSpml9YhuIyK5QqlCDDaSkbsDXy2iXcib6O3zf/jPfnf46OPQagzMYNH308/bkDHobqTSpMgAQHezt4ydzh06IlihWO2Hk2FV6Opajh6YK0nGLk5JagdjVHOJY+hnvGQaC0GO4tBiGtwBby7FyUEvou5zInsFpcXIQ8AqYW8+8e1CrYyh4pjzKx+7xh/UsLi9Csz+uo1agNrKytqA24FzntmzDYxJz6bYwPMyClcQdBiQXzzNl3iCxTdK5oYPVG1E14uTpAScB2ZRnKyspQqlDQ78oyAvqX4fDp82Y1yRC/Xqheo7YoZrNUHzEfsJqAVe8fxzFOzZk1fhZWvf8Avdb3RzeQNOFoFDgKo2tzP5vVXJVCWHFOFq59PRfNq3kiIzcP2yOi8O76v2lcVWcXVxqSMfvhA1z6ah5eCvqT9v9tG7+lB1mRlztknCgoUmLCtIqLsRodfRcbtx5AYWEhLVN1kbK54SUH9G6HV17uDXeZJxwc2FOLAfDl181LZAYM6YJeL3Utl1+oocwCrNZwRthFC7AqZGtN4wulfB7AaloeYpKS0bttE6TKRUzO5NDQsjKUlCroAwMdnHXqZVNWogZWuW+wmThAnJMHWbaqVn72y76jF9DSR3wogOjoG5g8sh+jSRGQRbcEZCEyHhjZnYnHorq+/DsLIaGR+Hh8E7RsUD5kA01HQNV1QOAGMrhaLmMsoOtXUv3MmDIteSwWqAoWsPSNqtBKFadju0ZsKID2poO0FaelRbK5LWDp9+a26Isrryr4ys2oaLw5sjeKSwFnh/ILmBuJpVjy4TTIn6bj1dFvor//GBQWK5FdqMRnn7yPX1Y/X8ZqcZE4YNLKyhq5+UrsOnUPpU7ecLJzRIE8DiUKBerWqglrRS6KU6/AtTQJshq10bHvqxRw0AUlibeqgUkHB5Odl4JkJSUUHDN0kdtP0nLwz/FbovTvNnAUjadoZ2fHUG05l7WVNd0SzI21qK9sY3z49JkwPE5NQlJqqmT7UGDV0wuOjk6S85qSwRSd1cCqGfyBrw4F+XkIv3YN0ycOp4xy8r6DrsVpYiXeW/w/LJn7frmsJJTmV6vWY9zIV2FrK669uULE+rlUH4mOfojJIzWM1fm/ZQGFcjYMAEPW2bJIc58yVnnHmQSsmh6ORl8S0FRf63PTiElvihc937wXv5qHptalKLa1x9+nTsHv0xVo2Lq9mn1KxrLQD15H5uNUDNiwE45OTiAHnHFf7JAxgTBbnZ1d6Bhh7qu0tBTEnwsL8ikOpe/Sp4eU/I5OznQMJICy2MscGAdlrF7MQC2ZhbEqyu6VjbE6gDBWjQBWKTiqJAM0J9I9xwJF+XnlgFXVjn/VWwX+w6sYIQR63X/0InwkAKs3r93A5An98NslQC7PgrxQDrkcNBTA5H7awOr8DVnw8wUCg0Lx8bT28Gmsy0KVY9fXp4B3R2EM74BLBtjjOEq19cI7X6rSMQNvwwAZNoUwTNfBM97GfF8ibxceDiefGdD2lf2e2LTUFy9y5FepE6aoTmRJZLHAC2ABS994ARrRhCq0beSOdSTGqgVYNcGKVS+rpd9XvTZ7XhpXBV+5fv0mXhveGwXFSuQVKpFXBHpQE2Wt0sCiQGpKImrUqgMlbCmLlQCrJP2XS2dg03MGVsUAk4TVl55ZjL/2X0SRa3vkl7mirEgOB+sSOJUkAqV5KCtTwL0sGW196qJ1+84gi3JysrQ1iSGgc0kBJs3he2StlZKagz/2honTv0NnODu7mgUcMcaHxYLdfLYRC+aZw65cGfl5uVAoFBTklnoRAMrJyblCgCiiC9Hr/PlzGPhSJzRrRFacVhSIVyqtEHL0FP49dZ4CqzWqe6pVJwf7nL8Ujm37jmDSmFEMQ1ki8CvWz6X6yE0uiQrA/A0J8PVppI6xGhp6GntWsSQrAARY5R9n2PW6ev2uqj73d32ftVt5xdaz5Zp94Vt9pLrCc0v/8OQhhC6ZjdRiBVJLS+HatAX6jX0TMidnFD+4A0X6E6Rdu4S0rAzIuvXFoC9WUp+ws7PXerFDwFfS7ja2tqJevEitMBnLiD8rFKVaDFVdOUQPG2sbqgf35Zak/Da2el+O6dPbHMCqtQVYleYWlQ1Y7d+vJsoIsJqYgt7tGotmrArVOleehezcfBQWFiMvv5DG6DHm8mklnrF67uoNzJ3QD1mEdFtIgFVm63/kHTkmD2mEH/cyGvj5ZCHosByRFyPpdwLA7vxhhLZ6jyPxwQZg0ef8wOelzb/izzpj8NMrMgYk3eeJTTRtAla9dxxHewzCv9MaMfd+BgI39kf9f/fgnUed6O/J/+7BcvRn8r/Al65fmdvPXmDTWar2glvA0jde8AYWqF7bhu5Yd8ACrP7XvMDS7/9rLW58fauCr0RGROHoqVMoLilBcXEJioqL6eeSklKUlGqHVyELYt1r05rny1gV0zo3H+Th18NxsFIoYKsohI2yAFbKQtgqFfB0s4V3PTd413VH7ZruFGggjC3CmCSAGR9jVUyZ5kzzPPU3xofFgN367CMWzDOnfYkswoQjNFBDLDq9OltbUwBeDAPYWL3j4+KQkpyIxORULSawi7MT2jZviks3YwAFGzOPLUR1z6d1a7h5yLS2VBurB18+qT5y8+oNTA7QAKfz1yfA17cR4lOB+NQsxN8JxamgkeqiOgZMBf84w67XOUoNnknIT+T3cDT8ehTG1NL3WbsmDWu6YPb3h9U/rlngj4dP8sxppgqVRfy2uKiQhngsKS6m4xYzljlScJLsTCY+Tv4RUJPcqyhWaoVWtIKFmwPjoMDqBQtjVXRTVTpg1a8Wyp7kmh1YJfFbyEMWCZ5uymVjYw17ezvY8rz11ZV77twZTHltJIIOJ1CmKr0K5fCWyTB3QiN1cgK8EkYrHYTj4xEYHCkRWOUOtESsoYGXcw8qsNYbF786BUwng7Yp1qn8eaVOmJW/RhYNLRYwjwUsfcM8dqyqUizAalVtOdP0tvR70+z3X8pt8ZXK0doEECZbTwsLC3gZiWTLP9kqTYBUO3t72BjBdKrImj5P/S0+XJEtK142AcRUPqzQeeFBgDPC7lOUKcB3j7wkIAxsKVuixWuGcviDEDhFSFRT/DXA6rz11+Ht0wHx8Uz4P/mdUIRwgFW/1wwBqyoAlauxdGCV5FaBq1UNVCW68zE5yUsKNeOefWmgCuSoeoFRGV4cSfG1ik4r5Ltiyreu4YKwsHTUlDlYDq8SY7DKCqzeT0hBnw7mY6zSTkriX6j2/4sxDl8aSue2FvXWlwKrASMRL2firRC2Kjm0KvQO8MXkRiBxVeVy5nfyl1wBJBzA+kjsXKPDWNUCS3UVMxJYrSXHLgKojmiM0/v0s2GNNVVlzKfrV+b2s8pYZ4tOFguIsYClb4ix0oubxgKsvrhta6hmln7/32x3Y2pt8RVjrGb+PGQ9Q7Z4E+CJf5nCbDutaNahsTV7nvpbfNjYVjNvPhVwVqZQlIvHS0Ay1QE+urF6VeCavnjB5tBSqo+QtX6APyFRaWKrymoTxiqzxo+PDIVMJgMcgeDAkQiY8myAVRW4WpWYquZoP4sMjQXMgXEQYPVCWDpqeFiAVVG+VRmBVeWTXNxJSEG/Do3xWOThVaIq+4wTnT13BsHbQ8qV6uc/D6vmMoGss7JAgVeCqzL/IimwumvNW+XyJZGt+1ca0y3+9XXu6oYC8GdDAdRHAv7vveOIH8WECdCVQb7/80iG+DodX/gwAMRkun71IvjZM3ZrS3EvqAUsfeMFbViR1SLA6s8H7qCvJcaqSIu9GMks/f7FaMdnUQuLrzwLK1vKqEgLWHy4Iq37YsiW6iNkre/n50dJUkHBkfD29gUcPRCfmkAX9pRAlRqPwHl+8PaWYcr78/Arb8gRsl4PRyO65Z9rS+7v+j6/GLa31MK8FjAHxqFirFqAVZFtYwFWRRrKjMlW73xITwic+iMJEaCKEcAUEOAjp6EA+IBVcp8Co3ueqrVpwQKmZPs/AVBVh1e9qx6YmUEYPYCjF0k+L2juMYdW+f8s1/7NjHWtbKKkTpiVTX+LPhYLVJQFLH2joixbNeRagNWq0U7m1tLS781t0RdXnsVXXty2/a/UzOLD/5WWNr6eUn2EAqs9/GiB8XLmEGpvH1+6Q1Uuj2dA1fcZUJVcU+ZZgFXjW8eSU4oFzAKs1nRB2PkM1PCwt4QCEGN8C7AqxkrmTfP1phsIDuyHkMPXOYLlzCAMIIgwVjeVZ6wap4W+N2CMNEMsWOPKq9y5xEyY4fezK3clKql2nZq7l9OsMtjyWen1NK8EXq524luHOaD4uV26drH0DWlN8az8SppW4lPr6m8BVsXb7kVK+bz6fVUbL41p8xdtjBDjK8bYyZLHYoFnZQGLDz8rS1fdcqT6CAFWfX0ZYJVchC8VuJ7Z/k+A1XlT/OBdW3Mw9LzF+oDVqmszi+aV0wLmAFatapJQABmo7m5nAVbFNHOlA1b71wKe5OJ2fAr8SCgAcrLTC3Z9uPoG5KkMU1VeyDJW1X/pr9j96wdmqnUCVr7LbC0YW5srUo6dX+3CL4kMg1X7npmKroRidP1K9/vle5mo52mLJvU0k6A5qpGVV4q6Xo7IK9I+ldYcsomMipYvpOeDZDmSM0vRrYWnOmlF2VJIF+79yqpXZWwvS98Q71nP0q8qwlf49G/TwB3rSCiADnXFG8KSsspb4Hn1eymGq4g+wC2/IuS/iGOEkK9IaVNLWosFnocFLD78PKxetcqU6iNnzp6Bt48GWKWreLmchgWY95ovZBxQldwLDJyHzWv/r2oZxaJtlbSAWbC0Gq40xmp1NwuwKsoJKiWwmvZiA6uiGsaSqEIsIDRhhkWnwb9bPaRnF5u1/LyCUtTxckR2QcUAqxUtX8gYTvY2OHsjFS+1qaFOWlG2FNKFe7+y6lUZ28vSN8R71rP0q4rwFT7929R3x7qDFmBVvBe8GCmfV7+XYr2K6APc8itC/os4Rgj5ipQ2taS1WOB5WMDiw8/D6lWrTKk+cubMGXh7awOrhmocuGweNv9sAVarlldUTW3NAaxaVXdFmAVYFe8AlQ1Y9RtQC1YvOGNVfOtYUprbAkIT5unIRxjVuzGemBlYzWWB1ZwKAlYrWr5QO7g62uDI5Yfo51tHnbSibCmkC/e+sXo9Tk3DiePnKaN8zKvDUKu2BjCWUr6+tFLaKyEpE2cvx+ON0R3NUTSVwWcXS98Qb15j/UpVQrdmMlyO0Y6vbQ5fESuXT38hYPXGjYf0VFv1VUg+6dSB/sb5lZOmb9++4g1sSfnMLCC13x86V77N6S9k1w0JZ6T6S3yDfte+t/GHKZLrJmW8lCwcQEXIN3WMkFKPZ6W/kK9I0dmS1mKB52EBiw8/D6tXrTKl+ggBVvkOqjZUawuwWrV8oqpqaw5gFYSxej4d1SyMVXFuUPmA1doUWL0Vn4z+NBSAGOZgPFa+ozq4idTbC+9+M1ri9nYiIxyNJOcTZ2dLqsphAV2/0v1+4moiJgxojlRRfie+ThWx8OGWXtHyhWrq4WyLfWdjMbBLA3XSirKlkC7c+8bq9dfve/DKsP6ws7fD1i3/YOacqVKKFUwrpb3+2hGB+FQ5pk3shtrVXQRli0nAZxdL3xBjOSaNsX4lvgRNSim+IlY+n/5t6ruxjNV6vGJu3EjA5JEdoIrOwwBmQOSdBETeicQX00eq7xEB3PuBywKx+edVYtWzpHuGFpDa7w+dzQRSQwFHGWQywNvbG76+HcAEz8mi/yUx5uKJb0RGIjIyHpHxcshJivh4/PPnfMm1q4g+UNHzp7nHiGsXz2Lblp+p2hOnzkTnHn3UVRBrHz4Z+uQaM0fobdjIUxiyJlZ9u8XosVg91FzhlrjP7uRzHHpv6o/u0H2m596T7IICGUxdP+iuYQDz2kiovqbqLySfc1+SL+i2relrNKHxTn9NKtJ/VKWa0g7lfQg9BuHIO95m8F1T9OLWjbtOr7w+bryPSOgHlqT6LaA1RlQEniPHzi934pdEooKx8vl8Wc6Zf6Q0sKH+ZZqu0rA0PTrXcLEAq1Kas7IBq/0HMMBqNAusPhEFcOk4ZeQpDF4DfE0frsRe5pg4xJZlSfe8LKDrV7rfD1+Mw5v+bfBILgbQF1+L3IIS1PF0RE6hQnwmCSkrWr6QKl4utvjnxG3492isTqrPlge3rsSwtz6C1L9COvDdl6IXN//ajb/ijdfG42bkPUReDIWsti9GjukJVxdnY9Qol0dsexUWlWDlhjM0f2FBLr5eNNIs5fPZxZi+0bWJm1H6XHmQo86nzxbmkE0K4ZNvqmwpfqVbFqm7mPJVNhJrHyly+fRvzQKr/TrwA6vX7yUgwK8DBVLJpQJOyefQi5EInDeSucdlrbKfCbC6xQKsGtVXKjqT1H5/8EwGZIiEr48vPZAjMhU0ZjyJIxcfH09jyxGwNf5OPAO8kjTx8Qi5KIc8Mh47dn8kuUpix0vJgtkMFSFfyhghz1XgRkwRou49wqzxTXmrsfKrhWowlYChH32+QnAM1RXEJ0OfXGPmCF7FjXoel9KS+p7dn+UzvallmZpfir340j6j8iX7gvmBVaHxTr8lqwKwygWeGUBmY71BOGoQXBXT9mLSCPmgOWQIlWHovvjyjfcRU/Sz5KUWSI3E7CUP4GcSyU2grSNPYXZKR6whL/e4n0U3gXhfEifSgDwTdZWGpfFrqySHV51LRzVXW8vhVWIatNIBqwMJsJqHqLhkDOwgdkt2HFa+HY5G/xvDslTJ9zj0/rUTEgN3YCN9KwG0GDOO6UgAkg/twtRdTwE0xde/Nsa5t4/jCGswTToih/29J5mcNKCRGNta0lQ+C+j6le73/Wfu4d2Rvkh6Wh5Yffml+rwVcnFxw4x5X6JX3yFwdfPgTSN14fbu6N7l5Pyy+5xegxqSr6v3sbAk8P1mSmtVd7PF74duYHjfFmoxhmxpSsmet9AAACAASURBVFlS8hqr19qNm+Dt7YsvpvfDqBlfInDeFAStD8Ebb42Hh8xdigom+cP2g9FAST6u3UiggMXMqYPQsZ0QA0FYPT67mNI3hEvUn0Jq35BaVkXIN9avpOpO0j8r/VvXc8W6g3fRz1cPsHo9ngJnqosCq+Qi273pX9WBjMxvzCWnAKw8NRJb1gUZU31Lngq2gNR+/+fRdEzpQRipMoRGEiAVmBfgjZDQSMTLmVAA3jIZ/HxlCAyOpNr7+cggc5QhODgUO3Z/LLlGhvrAtYtn8NfmtVTmpGmz0LkHE3JCnpGGbZtWYsaiZYLlPas+pjsnpmYqceyyAg8fM2ETXhtqj6b1+eeX4b1b4a9DF5h6Du2J/eduq+slVn8+GfrkGjNHlDe0HDsDTwDvq57NdVNwnrHhhfe0nuHD0WiMJzbuYpiu3Od3gPts3hRDLmSyz/+qtUAnJHym+0yfybNOUKURWzapD9+aQncNIuhyOgkM5TdsI/QEjiQ1wZZAGba/HQ76/cJTaq83U3ZgKXEZ9fqFT39iF771j9Q6CKWX4Atqfbl2MdXGjH5C453+WqjWlQPQnfqffv/UXl+S9OTiW08ycpg2BFokPsU9VgFtfxeyrUo+dx3M95t+HbTXz9x1L/T4h9T1cdXxceN9REw7WdIYtEBqBGZ/lok3f1X1G25qMWOhiH5Eyjggw5p3GuPSpl9wrvO7+KgjGZ/C0SCQr1y+eUu3r+n2N8NjhP45TKcsE3WVhqXxt4ySMFbPpVmAVbFd90UEVumkdpk8aHSEZomoOykS4JXbgcoP+todztDDoVhrW9I9bwsITZh7Tt3G7LFdkJBeUk7VmHs38cn74+Hr64vQi6E4FpaC6+Fh+GbJO3TROPbtuRgybAJvFXMLilnGapkoEzxNf4zvFjLbzz9ZsQVe1WsZzGdIfuydG9i+kVlcvvbeYjT1aQ++30QppidRHZktNoZcw6j+rdQp9Nny4NYVGPbWwnKSpP4uRl8peqnkZWdlYv/pK1g1dySuX7+OwKAQzHs/AP26d8CoqV/Cu0cAUChD2zbV0KGpjRg1yqUR6w9Ll+/Bp3OHYcXGfUiKfwovT1csXzrJqDK5mfjsYkzf6NpEHIP3yoN8vToL2cLUMoTkE8WkliHFrwqLy3AmOg+PHyThzTFM/xBTnspmfPr/sC0NRUorvDbAHU1r26ttK1Yun/7CwGokJo/sJ873ithN4RRgzYLfa/N0gFX2AZnnhSWzKAUHZBFXpOmpuKADF2gxIDniJAZztzhzXt5K08c8oIG0MpnUUvv9n/ueYNXcRvhyw3UKpBLwnAFW4yl7lSCt3t4y+PkAgcEEiJfTsAFBU7wx5f1Q7DhUfuwX0ttQH1751QIdJuf3VNyZAzvx5x8bsWH7USHxEDNGCArRSSBmjPjf1idMrkIg/k4w85mEWIAM3387Xkvi8N4t8dehS/S3SUO7Y/+5u+r7YvXnk6FPrjFzRDkbkUXheuATrWdxTSryjP17XZbwQPrSXk/2uV1nfKD9DPiafWYvl29NJjteGALitPuYsWVrtOcB2tTAsFRv4QIGTN4hs8liH3Thb8hGceoxh5FBv3eKw+zPrqIxkVFHH1BhTv1F1FeEL2gADtV6qzIDq8dxRDV/afkn167avs5fP7bNKOnHlHmALy8zpyWM1PiSYRsz/iaUhtRK+vq46vi40JwowtstSUywgOrFhGoMVImSNhbyAZ/a/ZG8dNIi0gXK8ZqeuUq7Ovp8WXe80jdG8Izr6jmsvOFIvY3V1RzAKihjNQ2eLlWIserZYyzc2vnD0b0arKysYG0FlCkBpZL8VWr9U5ZxvpPPUIL8Rn8vU6K0VIGS0hIUpcaiLCYUVg+ZN9z6rsoIrFobwVj9gfPGlbBQv1GBphEn8bJ64eOF6fTBh5lsNtQfhGNqFmocfng7HN6cN+baMpkHnY/Nd36MCcOOJauxFhCaMHccu4m5E7ojjgdYpQ+7nesiwD8AIYdDcORaCvMA3Ksu/Hr44dad+/j94BVe1cjCp66XI7ILxAGr965fwa6NqzDmvflo0aGrYHWF5H83iwHjPln7l1oW32+CBelJUFdmi/W7LmPcy23VKYRsaWxZUvJJ1SsnKxMH9l3Bqi+YLfc//rYXoaGhFEyfNyUAkfFAYGAgvP0CkZoShfEDGqBN85pSVKJphdqLpLkaFYdzF+5h3ntDcPfBE/zfryF0Af7hjFfRslldyWVyM/DZxdS+YaxCYmxhrGyxtpYqX4xfZecqcfW+AndjyiAvjMf0EQ3g5eFEi+reVBiQvhTLgNF89kl+UoatR9IpG7RXywL07lCTyhYrl0//VvVcsd4AYzXyUiQmT9AGVrOyshAcHExjaRKmYkBAAB0fAQ/IC7MYwChVjnmBgQjWYqyS+ZawYjhzNa0tOzcnquZqqS1jQvqIk5j1qBPWkgUu97M+kfTZAppnDROKJgtq7ecPk4RJyiy136/bcQ9T/GWITwXDWC0EAnrIICcM1ouRtM19e/hCJo9HcGgkfekY4MfcDw4Kxd8HjQNW9c2fxOePRzBz8aCOdUH6TUF+LpYueAsffrIKdes3ErSH2DEoJSkBB3f9TnemvDr2Tbi5648TKmaMeJxeiEu3HuP86buQy+OxcNaraNpEM7b/8uM3VPd35y7B/329AJ26M3FVwy+dxYdLGQBZaIwTkqFPrjFzRDlDp0Zg1nrgU97FKt8zt+oZ3Bz3zCGD1EhHDu+awtT+qy+/OerwLPQX7GKAoC9oWLNEGrPe4upuqo0ZHYXGO/01IeXHoQ9dWxpqF33rS6H68fiaCLNqkvDZh9ElfqTKlkI6qOZljdTy7aDSk0+WIYWrjo8b7yOSGsyS2KAFWF9s0AXBdP4wdizULYSRCxbPISDulJROOPaqHD+EN8bHomJ/i/Flc+hruq7mAFaZUABVDFj1fncTZr7SBS521iBAp7WVFaysQT8zQKsVbJgbYP4HUHiGgq7kD/NXoSxDqQIoLFXgbmoONmzfB+szmocvPh+ubMCq38DasEnLQ9SDZAz0FR8K4Idp4fD+Vme7EXkACvFE8Jdsp9RJk3xwF6bs8sQ3m9mJUut+HHhlWobCKm0BXb/S/b7t8HXMGdsNMan8DLuA3k0peBASEoKQc7GICr+Ild/OoovH4ZNmYODQsbz2KShSoI6XI+R55ZmwfBmCv2Hi0E1ZslKUvYXkBy15m8qZ982vanl8vxkq7Oe/y4cimDmBCVlQz8sRm/ZdxUT/DmoR+mwZunM1/MbOKVeU1N9VAsylV15uFnaEnMGW7yardSOMVbLFVSYjB7T4UpCIbMkPDg6CzGcKPMoKMP+9buXqYkgnkliovUiadb+dRsAQX9SpzYSXWPz9dhRmlaBpXWfMmTlG0C+k2sWYvuHXtpqgHnwJQm9mqH/WZwtzyNZna1Nli/H3oAM5zJb4QjnkqfFAIQNCBX3zpiSb6dqHyiUX2WIfTwBNIluaXD79BYHVi5Hw6+GNkO0hmPL+FHh4eCAhIYGOfXAEjbnp6+eHoGWBlHVHdCL9xLdHAAKDghC8nhsKgJlfyRbIuLoDsXYYC1ARQDPFE413PeDM5yStZmvisXdJSB5NfrINVjPHM+lajOkiQoZOM5CF/34Z1r7bGJd++QVnu5DFqBw7vwhHgy91t4eR308AM/Rvcdans/cYT2zgbG9eOyxTUz92yzNjD7H11q7Ht7+eLudfn76tn2kstd8H7UyErywevr7ekMlIXFU5jaNKxknCWCVsywB/GfwKQyCXMbFWSQxWeY8pCHo/BMEHyo/9poyXq5d9Ct+uvWidI6+cx5zF3+LCyQPYvnUDfgzeL6qviRmPiaAdW9dh7YolVObkGQsxddYivfLFjBGqzAVFpdj09wkkJ2Ri2dLX1DK3rF1OP5NyIi6fw87f19PvY998Hx27acIFGdJfSIY+uXz6C/lKeWMYeo7Wvcf9bo575pBBasSR80jfmsLU9YK+/Oaow7PQX0w3k+ILKnmGfEJMmeXTSPdhri5x6CNyvWh4fclXPx1fqy21fjz2JXPap5l4i1dnKTY25Idi9aw6Pm68j4i1hSWdOAuQ56wdiA9gXwzoxWgk+KcWLsRoQZ73llxoymJBYjQT48vGjt2c8s2gqzQsjb/uZTVccLGqAastP96D2X2b4nzMI9x9lEmBUrCAqZIwUpXMP/Vv9HuZ+nfd+y3q1UDH5vWwbOdlKPbMNugllQ5YHVQHNmm5DLBKYqzmiDlEKA4/TGWB1To6TnmlMY6915gyUF7+KRPTCfiqTiPHzs/ZxVEdXRnk3g6c6j5Os+gT098saSq1BXT9Svf7nwcjMHNMV8Q+yuOtx1i/lhRYJQwtEm+QHNhBFo1+QwIwdfZncHHjj49GtgMTYDUzV9ifE2OicfrAVvR8eRyatukiyp5C8tcsm07lzF68QS2P7zdDhbVvIsPs7w9r8i/wx40HTFxFUrfgA+F4fZiG0i1kS1EVE5HIXHqtCf4Xe1ZpQFVV0YSVR5iqXFC1RbtpeFJSRgGzHxa/Uk5LQzqRxELtJc/Kx5p1p+FEMNXiHMDeDZnyPBRmpVFgd9k3M1C9uuFTlaXaxdS+IaKpeJMI2cJYuap8FSFfjL9n5xTjwo1kXLlyh7bZxzOHoXZNZnwY5Msf2uN45ONy1eXTPzUjD5t+OUNZop4ezhg5rDPatqgvWi6f/q3qsozVjvwxVkMvREIeGYrIO8zYR4DTUPKdAGqRkZTJ7Rfgh8BlQQhZH0x1I2xvCi57+yJ4gw6wSufsTohfJ8fEr5iwPZc27kLi8E6I/1Qzn1/a+AvOdmVBTq35+jjixmrmZ5Juaz3mO13U7oR6vueXUd6zSLolZHuYWm4cfvhco586x6MIzFoHfMrqrSvJkM5k+6jmmQT4Zgv7YlfnGUZsvXXLruvpVG6cTsks0NuNpPb7NdsfwVsmR3wh6F/v2t5063/IYRIKQA7vVBmC3g+FrIcfPOIDaWiArFQgcLscIZFTsClkhlnHSwKm7v5zI5U5+vX3KMj6+dw3MPqNGWrAVWgMETtG7PpjA9b98DkVN2rSu5i1kGGU8l1ixgghvcTeF6u/WHkkHZ/+Qr7CJ5/2xUtNEMzTV7h9lj6j7/Fk0+k+j3O/6zybaz3bc9MZkkHGGs14Ibrs1JN4mXdNoWcNItrg+vMbpafWeoYju8L0F1dR/b6gb71lqD3FlambyhgfZmQQXeLQh3e85ms/7vpSTP1UZfCsZUVVlc/fuXOkGB3EpCHKGLM+rjo+bryPiGooSyLRFmD8LH4Us1vYuLFQpzDy7PbpA/TnYEHMc5+XDj5kSEl9vix2/jE0h3HKNYOu0rA0/jqXVXfBxfNpkDnbVJ3Dq1otCMGcfk2x5extfFS6CDaluZraWdmAoa/aADZ2gDX5Zw/YOAA2jrCydQRsndjvDii1dcNnNzvi9QGdsGznJRTvrprA6vWYZLzc0URglU6EKqYLE+CeslrpQweHAUOAV7qo01lUUae+ygYTb8ougESPCJITZmbk4GZYHBS5ZWjRoybqNjZtu69kBf4DGXT9Svc7AQPnv9YT95M5fZBjl5Fdm1GWDgFK9l6JQdS1i1gy7w2a4oOFyzFwOD+TML9IQUMBiGGsTn6ZAVN/O3ZVdIsIyR/ZpxmVtfdsjFom329CBbZq5EYX7WsW+ON2guZk94Y1nPDz7svlgFU+W57atQb9x8yG1L+GdDOHXnnZGVix+l8EBQagg3cjwAHgA1UXf/gx1h8qpQfyNG3ohQ/efIlXNX06kcRC7fVXyBWk52RiZP/2yC8ohC1s4eTsgO+D/qaAVUefFpg3SzsGH58SUuxiTN/o1666kMvQ+6ej0vWmE7KFqWUIySeKSS1Dir8XFJUg9PQ93Lh/A4tmTaR20Fcen5349P95awRKrdIw+uUuqF/bS21bsXL59BcEVk+FIsDfFwF+TCiURo0a4bfffvt/9s4DPqoq++O/mUx6m9A7ARKalABSpEhERYoFG7pW3NW1rrC79rb+1bWvArqKursCdmxBpCjFUA09IE0gECAkISHJpE6f+X/ufTOTKW9m3kxmkiln1ixTbjn3e8998+5vzjuPR+8vXrSY3wmeCavzX11suZkVMGdWLubNX4z5LGJVVFi9Hj1XWITTLpaI0T/D7odSu+9qyyiveNgSveAgRHoSUdy1Ye+SQhnwtiEIs2dHYu1VlsvDrBG11ioehVV/bBbfFFtvqMm6FR+3+LKyiqvsOO1JVGW1fV33b39WgsLC/OaOLTct429Yblq2+PlcFOfl8sjlwnIlCo+ARzk//yqwZIX4OWlLjpf2FA7v24H357+EhR//gL07t+DrT4QfE2+8/V6MGO16U0gpx2Nr+/V1tViz/At8/cki3PXA45g+S1jPYg9fjhHO9cXs9jQWKcc4d3a6a1fMfm++4q4P4YcOdrNY4eHww4X1XBz2G1vPoijsz80vcj63d/xRpvmHkhqnAAz7dSq1b097Cn8FMUbEkzDrr51We5w3+2J7IpH9j1vPbtkHbn1BdL8VeGHVXx+WLqyK7y8dfJalwPHwg5rjj3tSeUv4nvPKGBC3MxD74/Dxcf99ROpcUTm3BBx8VLjxHv8hmj+kHgs9H8+cj0H83Aos+K4IYKkH3Pxg3mxzS4VVp3Xm8B3mSKaltvqmpYnPSlgKq4MfW46HJvfFxxsP4TEdu0yKCalyQM5EVSakKoAYQUyVxSRwQZX/xSYKoqpVWJUzsTUOj27viTsuG43Xv/kV6u9cL7uyRxeKEauKygYUWoTVSkkRq+F/kCo7VYUje86w0B4UH2F30i3EXU/OC/+BhdgInP3K+fWnK/fioRvG4lSleITP1aP6QZmphKpYhR92C3er5e91USIWSfjvys2iI2YbHxYBUuslFcDuLb9gwT8ewS33/w3TbrhVMj1v7TMb2cNqs9Vu5/ekdDiwZwqOnHEUnjumx+F/P+zCbXYRq95YSunLlzKBsKuishLvLlrDxVV2eatzpOqTf38UXbt1wXNvbOYC52P3XIwelkv1xWwVs4mV8zRfao0e/1j4LZ5/6FokJcU7NPvp15vw85qNSEyMxwfvSstVKJVLS9eGL3NlX9ab7/rbrrVeMNpvTX9vLfsHWiJWc91ErP7ySz7m3inkHrY+lnywBIu/XMxzTOfl5wn5NG+eg9zcWTztAYtsYZeKz180H0tEhNXeL1+PG7EXD6xQ4unue/BFt+uFvHp37QH/zBJ5JTy379m+DHvf02vnz0Q8au8GXPZ9BpbYnVAX8B9ahQ3wOJcqntp095kvNkptw/3q6JqRiDIPkarWmsFY92mV72D45FnA7/N5CgwWsTpvfjH++K/dHpezP8dL5wb/9/azyB42DpMunYmFrzyFEWOENAF7d2zFw0++LNq/r2vsrusuxsLFK5CaJqRpEXu05BghZrensbiz/60V9WDXNfzxqlS3drprV8x+b77S0mM11ScCwSZAPhxswuHffqB8pLFRhx37S3k6qGKVCh0UMbg490Kkpwq59ulBBIJNIBBamjEcI1YHP5aHhyZn4X/5B3DtqD7ookxjV/3DyG9OJeM3pWI5VPmNrCCzpQVg+msMy7gqYzevEm54laLQ4+XvtuGOy8fgja+3Qf39wx7nLRSF1djKBuw9fhZTR/RBJAqrqspSVJcctc1LrLIfjhUUAQmZKCxkd4fNR0LGEby+SLiTOz0CR8DZr5xff756H+6/fgxOV1pCb+y63rtrC557+HbkDMxEfmEhNu+pgfU9Jij8Yd6jmHG1+B3bm7QGdM1IQG2Twe1gKstL8bdbZvLPX/rwS/TOGiB54N7af/Lum3Hg0Ha8vPALDL1wHH7bVYCnHv4DMnsOwjtfrZLcj7uCHdPisPjHXbhlenOOVXcs1y9bgEtnz3Vpytf3pRjti13W9irOVeKdD1ZhzpxcsIyB1pyqTz3yOBdV2eMvLyzHmGE9cfuskVLMcCnjbr5qVA34esUOHDv8O9LTa/HM40/Y6m76tRAffbREyF8JIFGmwdtvPIfkJN9P0sS4+LM2Jg3O8Gv8mw/V2Oq5YxGItlknYu23tG1f/Mq5LzZ2Kf1bGUnl40u7YvYP6JaCD1b+DnfC6gaLsHrq3Ck+d+yYx9YGSwPAM2sqIYip7K7mLKqf5dW0HEaZsLrUSVh9wxJxemNXFb5+bj1+6dEXT/15BHrgJBw/E1LyvOcQNWpfhlnD2rArt3cDLl1Yg/u4IOv0mZjHlu3FA5bLw6wCLhNWn/61naUN10olK7/Fndv7cjG2h8PH7vpzttn+tZfx2Np3LufX8nOo5M+699arzNiE4/++gOfe5RGrxcDcp95BhyzxiFFv7Xn7frPWP3P8CN5763m88t6X/C22zlYVFPPnM8Zlwv64Y9+n1PZZnQWvPIkZs25B9qChHs325Rjh3NANlw3Dx98JP9Ledd0kfLNuP8Tes9ZzZ3/ZeeDzDbV8HV6U1YCLhrRHRlqCQ3fu2vXnO8LbPNLnRKCtCXg73rW1fdR/2xMIhI8wUXX7/lLMvcmyJ9IC+46cwuI1hbhy6ih0au/+x662J0AWRAqBQGhpho4p2L61AukJYZgK4L/5B3DD6L7omJ4miKhcTBX+WB5VvQnQGc38T280o6q6DnlrdrBbXGHs6CFI79QBPRPqsTT/N9x++Ri8uWwrNMs9Rz2GmrA6+bKuiItgYVVdcwZlxUX8Rjhs48kiHVkeOpUmE4UFSpuoets9N2LYqFF2a5ttqNahOcMlMOAG581mMA8FnjZ0zra534wKFrLyQq4i10gg+zG0/iZy2c+/4Z5rLkRJldYF5oRB4jktk1PSMPepV3DxpTPd3iW4UWPgqQDcCau3Ts8RnbzPVjPRwvvDW/tlpafw30WvYvWKL2yNTb/qD/jTfU+gazfvd032ZkG71Fh8tnoPZk9t3mx6YumtvUB97q9d585V4IX5n2POzbP4DXiefvRxdOvWHDL39Zr9GD6wK/pndvTLVHfz1aTWoqq6Fkajkf20hsxezZJNY5MaleerAKMR7FN2Q8OOHTsiOdn7HeadjRTj4u1kMljz6c13/QJsVykY7fvrV/6MpbXslyKsqoSUyvxhFU35TbTYG5ZLwvn7tt+lBHGVpc1wL6yycMINeKB0pEU8dTruc9FzF37nvfbDP/n3hsh3g325i/phmiX1DxdKRdtwnA0ulNpdrjzt4XvwKJhAK1we5iqgAs51bN/Jkmx2HIMg5Np9r0tqwx+Pcqzj77rX/74YTE1nEcnsXGbkzPsQw1JTAWCfTb4m1zFidbEK9/zDLoWAD6ZLXQNvvzAX3XoPwE13PsBbn//yExhpucnTnh1bMO8p8R+rpbZfdvYUWDqA/oOGebW+JceI6y4diiXfC8LqnddOwnfrf4PYe1YjnO1/+rV84QcONh3sB5ByduM8IS/yv1+Z42C7u3b9+Y7wCoUKEIE2JuDteNfG5lH3IUCgpT4iJqrWaoD0BGDjkVPIzy/EddeywA03D/7DsHBFJHsI5xU1dj84hwAkMiEsCARCWNV3TMGOrRVIS5CHT47VgZYcq//5ZT9mj8lG+7QUm6BqMAJaoxlag0VQNQn/skjVr5dvxFXTxkEeI8dXeZswfUYuuluE1VsvG4O3vtoMzYq/eZz8kBNWL++KuIrIi1g1GTSoP/4NjOrzyByYw3OOscsnC4uLkalU8ssp2f1Ays+Vw1VUZVMYeJHRt6OCN2FVyOfEN7H8SwGWDbBvvTiWDvyYvX1hfrvhEO6aOQKlNd5vMuXLyNjGh6UCqPMQsepLe85lg92+N9uUSQp8tW4frp8y2FbUHcufv3gbU//wV5cmfX3fm03scyl2Hf31eylNuS3T/6Jrfa7vPF8XDXB/SamUxn/9vVZKMVsZMS7+rI3xEu3e5sE+b77b0j68tc+g+NqHFL+ywnZum7GwvueJi7W+O/tb0q6Y/VKEVZYKoNbym5NVQC1kG4WCQrz9ePNnzHb7z59/9XknYdUnd/W5sPtoUp+bivgK/qx73eGPkZOb03xzKhUw59ViPLZEiGaWGRtxbulg7gPWiNW/PvMuOmZP8ounlDXMGn7gthl47b3PbT9w7tm+GV8teY/3ycTWkWPF+5favi/G+3KMYO3+551XePN3/+VJzP/n4xgxRrB1747NmPf0a6LveTtGlJ6vx7vvrONpa9opk3HDrLHIGdTba1/uvju9+YovfKgsEWgLAuTDbUE9vPpsiY+Ii6rCVQPsh63evdPx1/9bgj/eNUscitv9c+D3w+E1K2StPwSiVlgd8EgeHs7NwkcbCnHzuP5QpqRCbzRBZwD0JiFSlUWosudMVGViqyIG+OKbDZg5dQzW/rIH5ZW1+MMtM9Ejvh5L8vfj1svG4q2vNkH74989zkWoCau5l3fjEat7jpVg6sg+OF+v98eXQqKOWa+CqfY3oKkMqoazyBmXg/R0Ierx1Cl2x2QVcnNzsfjLPORkZnJxdfyYqZh+m1huzZN4fc5uZL5yA2Y75JpjrbHP1lqiWdvhPlsZoQ7GA2tK+mHpC0p8bn29rRoDbpyNO88uw1PbmLJwOTbwBNEqLHtuGRadFhCyMu/PrLFr3/qeffSms23s9QlcvHgUTru0xerZl7c8vzEDi74WfqHz3KfdWG02O4/T+dLMZndw9ivn1z9s/B23XDEM52oD63eNar0grKpZrGHgH57aH5ft/ZKTgmPNN6Lyx7rUxBjk/XIAV09uTl8QLJa+2CfFriNbv8WM66Tns7Xvf9V3n2HgBPEblnmy03m+xkqYI0/tbfdx/sS4ROPa8MWX7MtK8St/23auF4xjh5j9/bsm44NVv+OSEY4XtlvtWb/hF8y5+RowIZU97CNT8/ILMf8Jy2eWaFUhilWozYTVTz5cECgkou2UrPwGd3xtvUGO/fdgULsN+8b9Wfcy7xSP9wAAIABJREFUQyPKlgjXmxSrlMg/Avxt4SqkNf3M/YJFsbK/ebNUSEchz7H6/GLg5hdX+MUrGGvA3pBgtO/rMeKjhUL+13sefgq7t2/Glx//m7+++a4HMWrsJNH3rGNwZ/+Cj7bDID+P2TPGoWfX9rYhe+uLFfTnO8KvyaVKRKAVCXg73rWiKdRViBLw10eYqFqw76zD5f+1GkdR9f8+WI7CgkK8+IJrcImw/14H3O9un2+vAYjthcX278177mYtwHGP/OJHrleSPHuPh4jaEJ03MsuVQCC0NF2H5PCLWO3/9zw8fEkWPlq3F7PH9UdyUgoXTw1uRFUmsMbKgSWfr0FaajJyJ+Zgw+a9uOTySchMFITVW1jE6pcboVv5qEdfI2E1eEsxtfR7lnoOvTMz+R3GHR5aFfYVFiMvT8XvpswiV9mllOzfdxYuETHKXjwVPp429894bARQ8OGHWNKdCaBKYO96TPm+HZbyvG9CnZNcHLUeXC2vR57E/U/uRB/WRpe9uP/Jaty5+FKnS/OtAil735uw23zA5xvc7UzItT94u2vLMi6rSMrsXwC8zG1x7ZONddNoNm77LyDncbqfU29fmCu3HcdNU4agss59LlR/PKbBIqzWB0lYDXb73sacHC/Hiq2HMHN8lq2oO5arPn0DM257FL7+680Gsc+l2HVoy9ctElYHT7zRZ9Oc52t0VrLPbdhX2Hm80af6YlxobUhHKMWvPLU2JisZOyTOmS9rW2q7YvZLEVbZj4D+PoItrPprV7TXC9S6729YC3RRNkexlgNzFgO5A1XIP6LE/U9/jIyu/f3C7csa8KeDYLTf0mOEL+NoLfu9+Uqzza7nq8IP5uLplHwZq7SyYj/2O4sS7Md/53Neaa23bilXloCnH46kn6sHdBz83N16+bLVPk+2WHuXUiZwlkr34cD1SS2FFwF/fESqqMr2+Xlr8rFo/itITnJK41W2F/e/Dzztkred8XNcJ+J7YXvOzntuey3AcT46KxPw0BvNiQbffXQaztlyPbXm3Ln73mDBXdbjtUhglmjAWRDtFj3WuevP3+Obv/Uc7QiksJoaH0apALL/9j3mTsnGh2v34PoxWUhOSvcoqrLo1Ri5DCtXbsKMqWNhlsmxYs2vmHzpBGSnNHJh9Q+XjcHbn+dDt9rznaNDTVidPLUb4isbsOtoCaaxiNWGwEYOBnGpuTSdULMZsabjUHbJRHpnywmlVsWjeGpVViEVWPxlMRdXi4uLUVyuwmsL3kNSkrPQchKv37kbma86/5Ll/L79a6mfOZXb43SCxPt017/lgH+nNWKWve6Hl5dYTli9tiXVRrF+LOLySE+2OU6Ls185v/55ezGumzwQ1Q2BjSytb9LxHKv1GlNQXDDY7XszOiFWhjUFRzF1bKataLBYerPF/nMpdv22cZkvTbqUHTp5ts/1nedrZB/f86Tad7rnZJNPNohxobUhHaEUv5LemueSwVjbYvb372KJWB0pHrEaqPFQO6FFIGDr3tCIM/8dzQfHo1iLgfueWYyO3f0TU+0pBWMNBLv9SDxGePOVZqbSz8mCsxo8nVcGp8fgtyqVqbdzdbF9RAutZ4LQE0W4xOv+RKwfqeNqoY2W6tJ9ODD9USvhR8BXH1Gr9di2p8RrpKpVVJ37wJ9w4QiRPN1sHb0HPP2i2FWXznt7+z23dS8MwOueW3w+OqcL4ioXVVlC2DZ5SDkWeNI4WsFot8c6d31LGVPwjouB0NJ4xOqWCoSVsNrvb99h3pT++PCn3bhhXDbiE9JEL//naQF4SgBhEmoqq7Fl214oYhXIyRmMpHbtMSRdEFZvnjIGb32+AYafmu8qLTZ1oSmsNmLX0TOYNrJvwIXVFz/8xQXDs3++JGirMbbhADTndiBzYCbSlUqboMoOsCzvFbvpA7tjbl4++B2W735gLoaPsL9pldW0ExZh9UanVADO79u/lvqZXbkyFvGagaUvjkQPeGrLHpkb29gB3mtbUm1k/Ull4H46nf3K+XX+njO4anw2VE2BF1ZZKoCGIAqrwWzf2wKJU8iwflcRckf2tBUNFktvtth/Hqp2MaEg1OaL1oZ0z2pNvwqGr4jZT8Kq9PmPpJJtte59YRiMNWDffzDaj8RjhDdfaWbq7lzNeh5nl7rqVes5rVDHdrnqi0p8bn0tlrrq3r5sF4RlzzqlrrqyBq/b/dA/4MbR6PP1TtuNX3nkLC/DBEbWt8XWG9th0dfH+RCEMhmW4bDPBXuFtoos9ZpHK31fIWav0E/Jj19bUplkNQcmOCwSZ6bu2nIdz7S59+KxkWLn0M1j4+nAOFM/xlW2B/c/UYM7rQEVvAm7tjm7y3HJ9rUovtZii21/IMyzMBdO9exs8sRHOn+47C0jZa/py/HUrzn2t4MA1fNljlvapfTjnNDT+q0nMHfWcNuVqbW1rpf/N4uqd4uLqrY1Y78W7EciYT8uac/tnk7n9HicsybRbylEv+pL2eNby4xC8RPN4nLzMVvsmOb83cL0DeHhs1+JHuusg3Xft7fjm8PxcnwWpm077vSdZf0+8s3mQBzfdB2SLMKqLHxuXtV73rf466UD8OFPO3DthVlQxMgBM/8P1v8XXgvvWB8xMhnkcjl/aTKZYDKxm1wZ8cWWg7juktFY8Ok6mNc97dG9Q1FYTahsxM6jZzA9CMJqp/R4l5D3iiAfSBortkFdWYDMTHaXViFi1SqqqlTFXFxdnAfc/cwHyBwwyM18uT9R/fWDD3gqgEXsRHDPelzyfQY+cRFGrScsTieT9ieW7HnZelyysw9+YSdYrK0F1bjfuYxLjlf3wqr3tnwRVoUTyQ1jLWO1kfJ0Eu+I09mvnF9v2V+K7B4Z6N+jnV9fC+4qVddruZCm1Tuu4UB1Euz2vdl5tKQax0pqMHFYN1vRYLH0Zov956FqVyjOF60N6Z7Vmn4VDF8Rsz+7SzI+ZDlWKWJVuiNEQMm2Wve+oAvGGrDvPxjtR+IxwpuvNDMVNpir7SBPt4h7ns9X1+LEjdbzO6EN/nrUSdz3xE70ZW103YP7LCLeRQ5OxMqfxKQll+Iilx/hvZ1nrsXq8ZfbnfeCi5usfXt7mbh3+9ewnBM3d+7fvsLZXqvt7laGN7HafuzuxuPYBhvb5tFM6GTn1uuABxwDN3wZl8CmGtZ5Fkbh2B8vc3YU58yev4TLsMhB5BZ4u9pkz8qVjy92SvdhX45QLbOpZT21rLYv7FrWU8tqt6advvrIrt0nkJubyff2ygQgPSEd7Hay6fEAy6lqFVXnPeBJVBX48DWyvZ9lD2/PzH4tudkLsz27z/v3ls1LYGu7+95wJyq7HhPdHz/sv1taduwWP9Z5OnY1i+Xujrns/adg+Q4SOXbac/ZlLQRCS2PC6vYtFUiJCyNhtdtfvsHfLh2ATQdP4tDpcpjNgqrK/uViqvU5e59JrZZ/3Tl0326dMKhfT7zzyVooNj7n0e9DUlg934idv5/B9FGBj1hlMDqlCeIqC3mvqLPc4jiwRweX1s4VfoczxwuRm8tSAgiRqlZRdf6XKtzyp2cwfrqnS4pP4PU7diPzNeeIVcvJyx3Wk9h2uN9WxrmO/WtPzy1tTcjC9K3Vtj75wt8KDJgtImyK2sb6EGvLXd/WsTSP06XPsj247/Gd+J0TzsLLSy0n0W7ZOE6Fs1+J+VnBwYoge0NkNj/ugk4uAwsFlq1l1/laDTqkJ4TN5DpzobXh29S1ll/5ZpX00s72Z3dOxoerSViVTjAySrbVug+346U/sx1pxwgpviJwcne+KvWc1LkND+eMu1kAgBBpynKPCue/nvrx1LYvnzl6hOR9hai9NVj2zDK839N+Y+3scSJMfR67M0cR8dvpgjnJ47LN+1qs7jUan7xkuerN/tycnb//G3jmpT7Y9sw64EHnubLbM1iGz4XaUd75SLVTug/7s+L99ImWd9WiFqSya1EnAajcWnb66iPf/LgHOQNZGjQVlEolMpVKKLukY/5iO1H1Qe+iqhURF+6WWW/Ead1z1zhqAG73wt723AGYiKA1IeV7w5t+IHZM86Sf+KsJWY5VDsc6b327O76J2RcYmwOhpbFUANs3nwsvYbXj/V/hr5cPhtZogtZgQgxkkFkUT4u0ytRU9p/wx/7HRVfAZBFdTfxzIVWARm+EWQa8u3QNkre96HEJhJqwevHUbkgMsrDKgLADdGuJqtYJOF24CjvWrcGsaeyyfyFSVZqoGrSjWNQ17OsXZtQBogFHLQFaG1E79XzgJKxG5/zTuo/Oefdn1NJ9RcoG2RcR081mutRyhZaLiNf6wqqkfQUTQtkVZWKiozVabVk7S8CAF2HVbVtSxWvPG3f73n3bLwkiKL/kf5RzH+yzdcC1/bDheyawOouvnm0SBCd3fKTt66T7sD8rxLWOb+wC06c/rZCdzdR89ZEqVT2+/2YtkADkDMyxNKTi90zJy8vDPB9EVX/mLnLqSPne8CasigWgeT/W+ef/no511lnxZK9YGU/vOc60FJsDIaxqWY7VcBNWM+79kgurGqMZBqMZcpihN5sRK5fxaFWtyYQ4uYyLqkx4Zc9NMENnNEHB3zdDazRDIROEVpVGD5kZeG/paqTt+GdYCavs5lVMWN3+ewlmjOqDqjC+eZUY+BM7v8P6n/KQqVQhL7+YR6pO8BipGjmHzFAYibNfRaqfhQJrsiG8CNDaCK/5ImuJQCAI0LoPBMXoaEO6r5zAa5ZIxZucUkexq5AWd5+ND1jqqt3rkft9Bj61CGyOdezbcPO8dD1yd/VBPktdxdpiqateuxE3dXXu39NrT5/V4KtnlmHDODt7bX34MefMRlF7rW2x/oRITmduLArYgY/btli5tTgxW7CZiZG3FfQTYew0Nj+GI15FaJcJq4+PcvUDZs9nZ9vhRPeRgg84jMubTZ74SBuAdB+W1h6VijwC/viIRqPBmTMlyFv+A5Cg5GkBFs+f5xHOwZK6yIPXohG5+96Q8F3Av2fcHT/cfx+1yFxLf8KxTkrf7sqIvR8YmwOhcWjCUVhNu+cLLqyyCNTlu4vQqDPi9vH98d0u4fltF/XH97uL0KAz4LZx2cjbc5I/v3VsFn4oLEZVow53XJSNnw6cwbl6Da4Y2gsNOhM+WLIS6bteCS9h9YpuSKxssgirmahqMLTM70Ow9tHCX7D6my/Qvkt73PaQ5/kJQfPD2iThINPsV86vw3pwZDwRaAEBWhstgEdViUCYEqB1H6YT1wZmS/eVk3jtjp3IfG22iEDIPvvJkn+VXbpvLeNcx/61p+eWtmypq4T2fv1gEZ7kqatu4gKe42uVnX2e+gVQtgf3Pr5DSD/l1IfvU2A3doe27N+/Avn39hFpWsxOsbEL5TABWL2VXU7sgbH92JCFV5ZexvPK+vxwaIdxah6D8zxg9zqLAO5m3kVtksJHmtXSfVhae1Qq8giQj7TVnLr73nB3/Hc9zjscr23HNE/fRz6O1cOxTlLfbo+5rsc4l2Onj6ay4i3WOGSApj27edU5pCgQPjevSr3nczx06WDIzGZ88PMeGJsa8dC1F+P9n3bB2NSEh2ZNxPs/74FJ3YQHr5mIRWv38jIPzpqIRT/vRYNKhb/dkIsl+QdQXVWFW6aO44LsoiUrodz9algJqxdf0Q1J55uw/XAJZlyYiarGyBNW/VgbVCVABJz9ivwsQGCpmbAnQGsj7KeQBkAEfCZA695nZFFbIdp9pWTFMtxWkIVP/9l8V+modQY/B97WDKPdh/2ctqiqRj4SVdMd0YMNhMYRlsJqyt2f4/5LBqFea4TaYILMbILBBMTHCJf5s0v+4xQylnmV517tnBLHHaFOa0R6fAzPuapSG5Aaz7KzAqdrtTylwAdLfgxLYTX5fBMKDpdgJgmrEb3g22Jwzn5FftYWs0B9hiIBWhuhOCtkExEILoGgrXuvCfyDOy5qPfAECg6VYObo5oAH59eB77HtW2RC4K1fWW8k0w4PvCEWhdv2doa+BTX46qmv8N7ptmUYjT4c+r4RWhaSj4TWfJA1/hNo0Xc0u4wegDocI1aT/vQZ/pQ7CFWNelzZJwHqpiZ8dVyPOcPS+fNvT+hx2xDh+ZYKYHdRKRr1Rtw0Ogur9gupAG4dl411B4VUAJcN6c0jVj8MS2G1O5KrmlBw6Axmju5DEav+ryeqKULA2a/Iz8hNiIBAgNYGeQIRiD4CtO6jb879HTH5ir/kqF6oECAfDpWZCF07yEdCd27IMt8ItFjjkAHqdon85lXJ4ZQKIPGPn2HOxQNxvkGHi5QalFc3oqAhBbN6mfnzveoUTO8uPC+Pa4eV2w/BqG7CfVdPxH/WCakA5l6fi083CqkAbp56ERp0RnwUpsJqSrUa2w6expWj+6C6yeibF1FpIuCBgLNfkZ+RuxABgQCtDfIEIhB9BGjdR9+c+zti8hV/yVG9UCFAPhwqMxG6dpCPhO7ckGW+EQiExtHULkEQVmPM4ZNjNeGuT3H7xIE416DHWZUWcpkJcsgglwMKGSBnf5BBEQNkJMUhMyMeMpmMpwJQJsg55RqNEWlx7LkMJXVa6I2msBVWU1VqbD1wGleRsOrbCqLSXglwvxrTLNg7v/baABUgAhFKgNZGhE4sDYsIeCBA657cQyoB8hWppKhcqBIgHw7VmQkdu8hHQmcuyJKWEQiExtGQkYhdm8uRFE7CavycT3DLpEEor9Xi9gtS+CX/7+xT47GL2vPn/zmgxl/GCM/Xlppx6FQZTwVw/YVZ+Pk3IRXAH8ZlY8TRhwBDIzZkfoRqjQH/XbIiDHOsdkdajQZbDpzCiKweaNCYWuZVVJsI2BE4VlKKq8b0RY0lEpr8jNyDCAgEaG2QJxCB6CNA6z765tzfEZOv+EuO6oUKAfLhUJmJ0LWDfCR054Ys842Asy/7VlsoXZ+REH7CatydS3HTxEEoq9NhRmcdv+T/x8ok3D1Axp+vr07CrVnC85OyDGzYc5inArjnqon4eL2QCuDR2VMw+MCfUFNVisNjV6C0XhemwmoPpKvU2HLwFHIye/CUBvQgAoEicLy0DFdd2Bc1asGvyM8CRZbaCXcCtDbCfQbJfiLgOwFa974zi9Ya5CvROvORM27y4ciZy2CNhHwkWGSp3dYm4OzL/vRfpxSE1cRwiliNvWMpbpwwCKX1WhRX6SCDmacAiJHLwC7uZykBYgAoYuTokByD7I5JiJEBdVoTOiTFgN18VSYDhu29AapzJ3Bkys6wFVYnTesBpUqDTQdOIyezGxr1FLHqz0KgOuIEjp0txzWjM1GjFvyK/Iw8hQgIBGhtkCcQgegjQOs++ubc3xGTr/hLjuqFCgHy4VCZidC1g3wkdOeGLPONgLMv+1ZbKF2XHo/dm8uRIA+jHKuK25fgugmDUVqnxQPDU/kl/y9sb8Irl3Tgz1/f3YR/TBKef1dswpmycp4KYOaIfth06BRPBXDH+AEYuHkCVBXFOHrlaS7ShmMqACasZtRqsem3U8jp0x0NWhJW/VkI0VLns1XrRYd664xLRd9nv95cPboPVJYUE+Rn0eIp0TdOWhvRN+c0YiJA6558QCoB8hWppKhcpBCgPUCkzGTwxkE+Ejy21HLrEnD2ZX96r01jwmpZeAmrMbd9jOsnDkFJjRY39NTzS/4/O5uIvw+V8+fflCfhocFCKoB9hgzs+u0IjOpG3DJ9ApZtLOSpAO69NheDfuyFGlUNjt2gQi3PsfpD+OVYZcJqnRYb9zNhtSsadWZ//KB16xTtwzM/ltv67Dp+Ah4c3YhvFhSh0x3jcXHGOXyzoBwXzB2OQR4tY+WsdVpjCK3dX+DH9OnKDVg0b5ZLw1uO1Yl2xn+9GdMsrIaVnwUen58tMr8pRKFdbcHnU1rQXmv6vZ9mhlk1WhthNmE1J/DvpeUYyr8zrLbbH6Olfo+0xbjD/7ukLagFo8/IXfeW750BOXhpWmcLukD6XSDbCsbMBr7NyPWVwLNqUYsOe4RUTLXtC7yd90SfT7aIs4TKUbkHEN2jujtfdz7n8OajEqCHWZGo9BG/5sh1L5hz5RW4oZ9zY+7OY52Pb6F8jusXoDav5OzL/hikShWE1fhwiliV3/o/XDdhCE7V6nCiWscv85fLLGkAWEoA9lxmhiIGSIlXoFOKgr+nM5qQHCuHXAYYjCakJyh4GgGV1gi5GVjySXgKq+3qddi4rxhDe3dFkz7EhdWifXh2JXDrw8Mx0MFjz+GbhUXodLv9JtmbS/tTx1ubnj5v7f5aYqt43c9WCcLq5qPiQqpzraLSclw9pg9qtYJfhY2fBR5dC1oMtN8Eur0WDC2CqtLaCK/JPL9zG/Krk1HRrh8esP1IES5rI1zsDC+f8MfayF33go9VdACGTLeeVwXS7wLZlj8z1/p1ItdXWp+l2x5rTuC9T8oxxGUvIMXfpJQJobGGgSlRtwdwu0d1N1n2Phed/hd1PuL3upXqH+7KSa3vt4FRX9HZl/0BUpMah92bwkxYxXVvY/jI0YiPlUFvEIbNcqby/KpMVJVbn1vyrVpzr3LRVSgriLFCOZaWtLFJi+VfLEP6b+955Mjys/paQMazugbwIQM0WgMueSIfF0/rgXaNemzcW4yhmV3QZAhlYbUBmz7dD8wYj4vbOfM4h2/mW37payfyfHwy1m4TolyHs194stgzSznRz6yfF2Ifr5WKy9mv3rxfZsdWrD0v2MCiBx8Yw36NFNrDAGBfVRfMva0vOvD3LG0M6ILhvzcKUbUu9gdwfoPY1Gc/WoTV43Vw99y++6KSc7h6bB/UWiKhw8PPggjQr6bt/VnM78V81NW3BT9tbPZHB9/1yzCqZEeA1kY4uQM7hheh021dcODTRuTyY7XddwI/Rjuvu+Zjedfx2ei0rdxyLHe31py+E36v598VU6q24rPfAQzIwYvT7SIBbd8T1vdpDYeDR0Xuurf435VdcKAAmG07nxE7zxJfO/xcyK3f+3D+ZVsrYudY4eAlgo2R6yshNAfVJ/De0npMmWcffGF3Hs7Pe3Iw5GghKsZZ9gLH9+HZglTMvS0Z+bZ9hNMewO54fX7HNizYVg+gC2516CeEOISIKdG1B/C0R3XnT+72rkC0+Fl0+UhLFqbEvaCD1mCt0w8VS617RatuwfaDTt/ndnpIs7bh6LuO578tGU/k1XX2ZX9GWJMcKwirsjDKsYoLroKp7ySY41JhNhlhMppgNhptfyb23MRemwD+3CT8mc0A+xN5yHR1SKjcg/jyAo8cvUqkIgWCKayyHKsdGg3YsPckcjK7hvbNq9gv0auA2bdaN8H2qN1dTiGEzu9jJ0Xscjb2a+KPwK1z2UmXp8+AI2t+wob2E4RoJlaPnXi59C2E0g+xa6+CCViWCCiXNn5sFARa26Wn/iy7tqvzmSUVwGbLpf/stfXBI1mdUgIcO3sO13JhVSgVFn7Wdnjd9GzxU7tP+Y8D/Tz5qDe/j77LjYI9rbQ2gk04gO2z75LtyXhgWmd+nD+Qbb2cyv1lefbHchbtumAbLMdyb2utEPw7IasC7y09hk5s7bazbP7594awjgUbGrDpM8uPhzyljafvLlrDAfQIv5uK3HXfvBY6bbf6p6fLVp0/8+b33s+/3K0J+3MsvyeuDSpGrq+0AUwPXQrH53ohiMJ2mazjZbC8TFU/vi9gz5dhGB5wSCnm6bhsPecPrXGHojVRtQfwuEf15E/2aewcU9oJe8vIfkSVj7RoKp33gl0sWobIXtCmNfj2nS2ulTi273j+26IBRVxlZ1/2Z4DVyYowFFZ9GalXJdSXxuA99rS1hdXpPdDRIqwO79U5tCNWWU68VcBNPgur9htQXw4y7uoBKNpvl+c1xU0OJ7F8JuG9Gf505S88FcCWY7Xc8dlre2HV+r71vWOlFZg1tg/q9BZhdc9JhLyf+bakW6G0u7xfnvzLl89aYQhR0AWtjfCZ5MNrfsbB7KnCppsdy491tuSR9PQDXUu/Rzy1vc8hh3LOlcw2WsPh4FEhs+4DfrGR0yWqnzci95Zk5NtSLjlfVujuklYp77OZdi7ntCZmWtaEzymfQseLPl1lOX86ajl/WuV0/mR533b+VGY5f7L7YXp4zxA/Tw8Z3Myf9qGwQxbm3WK5eszed9h+YjVw0y2dcejzfQBPdyHFBxux6fOt+Ln9cLx0hfWKg5AZdMgZciyafNjmU26Cf5g/2s1Qjssxzd7/osfPospHWrRCpV7i7+93rn06RU8pKiilgLtpdPZlf6a7KkkQVuNkJshmTcr2eGrHLqEP9iMY0Z2BtNkrgjYQVjs1GbF+zwkM7dUZ6pBOBeApsXwwN8SWk37rja6q9+PZghRL9KpUodapjTCNWLVfC5/ZiarsfSFiVdgwWB/HSytw7di+NmE1PPwskCs+EG2RsBoIiq3ZBq2N1qTta19sPe2zpHix1mW//A+zXMXgLnokmMKq2A9uJKz6OrNtXT6y1r1rhN8ydGlOgcEjqqWsiUCcm1ln1tM5YFvPvm/9R5av+Db21ivdiE2fbUXFOLEfqthn+4BxllQXPGDD0/m8o9VC1FaK5Xuj9UYUbj1F1x5A6h7VfhY9+1w0+Fl0+UhLVnBL94JSv7Od9YrICxJrySx4quvsy/70cz4xhoRVX8CFprBqwvo9RVxYbbJEFvoyptYsy75kFh7rgof5L9COX07fLixCR56w/hwcnxfi3EXC5fmO9Vk5d58Bh3/6Cb+0a04F8Nz2VKHfon147ngXvMB+rWbPVzbiMpd+mW0N/JftA9l2bdjKtia14PV1cf80h8Y3Od3UqqiMpQJgwqrg+eHiZ8Ej5k/L9v7sWN+tj8K5jvOasK4Vf+yhOlII0NqQQqkNytgfvy3ds3V0KOsKXN/P3TrxdCyXutYktm1DIrXdNmBIXbolEDnrXtz/ztluZiWsicqxbN2wyG9350Lu/N7T+ZfTenO7JsLbESPHV0J1Hux91PVIbtvAAAAgAElEQVQ8iu0HNlYn45ztBob2Zdz5oHWs7PP9lkjXUB1/29sVbXsA93tUKcc0sXP9yPezaPMR/1elu72g1PNTX84pPRwLHb7r/R9NJNZ09mV/xliZKMceFrEKiliVxC8UhdXOajMXvIb07Ah1iAurDDL/Be/XBhvvrlw0beB3sO1kETidnws3UWB1UnC57W6hQji7+GeseeFSIuHmVc71LO/zJNENIv1azON3KD2OMvbSoawkdwn7QkXllZg1ti/q7YTVcPGz0IHv6bILTz7q7rIO4MhPP/Mb6AhrJzl0hhpFltDaaJvJZr5/IMuSBsBqQtF+PHu8M168Am6+RwC4PZa39JJop7bZDVEetkTPOlz27NgPreG28Z+W9ho+617ke4etk5UNzedQ/LVwU1DH8xsplyJ6Of+yX29u10RLZyO064ePr4QQRwe/YX45HC9aLtl3OWY6+7NDOgpPx2Xr+X9z2yFEIKRMiUYfFt+jJjueQ4ge01xTUfD9p50Ph9TkBsiYaPQR/9DZ7/eEFmx7OInnp47HQHe6iVX/sNtDRrmWIXW+nH1Zaj37chUJMuzZXI5Ys5FSAUgBGHLC6rQe6KI1Y93uIlzQoyPUBimjCKcy7qP9wmkU4WrrifJKHrFabxA8P3L9LFxniOxuKwK0NtqKfMv7dR+V0vK2qYXIJkDrPrLnN5CjI18JJE3Xtug4Hly+rHXy4eAzDvceyEfCawbpuOl+vpx92Z+ZrYiXYefGMsTLDCSsSgEYasLq+Gk90F1nxtqdRRjSK0KF1QVF6HgHSxEgZYaoTCAJFJVW4rqLmoXVyPWzQFKjtqKBAK2N8JplfjK5zXqlRAouo++U8JrAELGW1n2ITEQYmEG+EqxJEnKvrjtPx/FgEba2Sz4cbMLh3z75SOjPIZ3/SpsjZ1+WVsuxVEWcDFvXlyI9jlIBSOIXasLqmCt6IFNnxpHTFThTUY++XR0zl0oaFBUiAiIEDp2sRHavNFzYryMaLBGrR06Rn5GzEAFaG+QDRCD6CNC6j74593fE5Cv+kqN6oUKAfDhUZiJ07SAfCd25Ict8IyDmy761IJQui5Nh08rT6JiuoIhVKQBDSVjNfWIDxlzRC1kawCQHDnNxtU7KMKgMEfBKoGcnJqp2gN4kg9bU7PmCuEp+5hUgFYhYArQ2InZqaWBEwC0BWvfkHFIJkK9IJUXlQpUA+XCozkzo2EU+EjpzQZa0jIA7X/apVTNwKg7YufoEMtISSFiVAi+UhNWpT/yEnEsykWoE2kOOWLlgXVKsScpQqAwR8ErAYJJBZxT3evIzr/ioQAQToLURwZNLQyMCbgjQuifXkEqAfEUqKSoXqgTIh0N1ZkLHLvKR0JkLsqRlBDz5spSWz5iMaDAYcfjX00hJSSZhVQq0UBJWr3nuJ8gUQJ8R3aBISoDZIqxKGQeVIQJEgAgQASJABIgAESACRIAIEAEiQASIABEgAkTAPwK6ynoc2XUaiQmJiE9MImFVCsZQElav+79foFE38j+9TgOTiSJVpcwhlSECRIAIEAEiQASIQKgQMJvNoWIK2UEEiAARIAJEgAgQASLgA4Gk5FQkJCYjPjEZCkUsCatS2IWSsHrjy1tgNBhg0GthNBphJmFVyhRSGSJABIgAESACRIAIhAwBElZDZirIECJABIgAESACRIAI+EQgLj4Bitg4xCgUkMnkJKxKoRdKwupNr/4KmM0wmYxgJ+UU7yBlBqkMESACRIAIEAEiQARCiABFrIbQZJApRIAIEAEiQASIABGQTkAeEwO5TA7IZJCxv1mTsj1qczKvqqL0zt2VlCHAnbR2cyL9BWNMGq0BlzyyCrX1DS2HTi0QASJABIgAESACRIAIEAEiQASIABEgAkSACBABIuATgfTUFHTu2I7XIWFVAjqvOm0rCqsj712GKydmo11yrATLqQgRIAJEgAgQASJABIgAESACRIAIEAEiQASIABEgAoEisPSnQ7CKqySsSqAaSsLqc5/s5aLqobNNEiyP7CLahtqIGGBCXIxf4zDHpfhVjyoRASJABIgAESACRIAIEAEiQASIABEgAkSACPhPYNeBYky5sB9FrEpBGErC6vzvDpCoapk0JqxOHtFTyhRGXJntB0tBwmrETSsNiAgQASJABIgAESACRIAIEAEiQASIABEIAwJMWL1pykASVqXMFQmrUii1fhkSVilitfW9jnokAkSACBABIkAEiAARIAJEgAgQASJABKKdQEQJq4OGjUJDoxqNTbXQNNahqb4+oPMbSsLq2yxitYTSALAJ1jVGd8SqKZaE1YAudGqMCBABIkAEiAARIAJEgAgQASJABIgAESACEgjsPhghEasde3TDrDkPY9+Rw+jVtTfOnD6OlKRYNNbWQduog1mmQ21VOeprqlB7/jz0Wp0EPI5FQl1YNZ+35OjUWOzWACr2XKMS/mUP+/csry+5zfNl9OYGMYFaZWsrPiUFScoMn3l6q1Bfdx7H9//K+4FSiS4dO6Fr7wEu1UhYlSas1mtkaKiTIUkByBOAmBgzEmPNkMm9zYTvn8thQlKMETEwAmYjGo0KGBCLoHRmZ97x0iZkdUvy3WCqQQSIABEgAkSACBABIkAEiAARIAJEgAgQAR8JRIyw2ueSazHt4qnYffQQOqRloOjkKWT364czZ0+iT8+eOH78GLIy+6KmpgapaYlQNzSgru48TIZGNNXXwqDX4vThI9A2uY8CDT1htdFhus0lCiiV6SgsBObOde8JtVpgzpyNUELFC137yESPbmNuaMA1k3uLllny1UbMX7wYjz/yDJKUSh/dz3Px77/5FEOGXYTs/v2g1+lxYMdP6NH/QmzZtA7X3nCbrbKusS6qc6yaYpO9cj9WEoOG8lrUM+1dAygUMiQnm5GeAPTsnYIY/+6bJdqvHGYkGGuh0ephMJh4mdg4BYwGI2QJaTArErza62+B46Vq3DS+PXYXUzS3vwypHhEgAkSACBABIkAEiAARIAJEgAgQASIgjcDug6fCP8eqLDUDj739CWKbNDhVWY26ujqYZTIYTCY01ddBLpehsbEOyvR0VFdXoXOnLqiqrEDHDu1Rp6qByWSCXF+Hwj0b0FR2FjqtUZRe2AirBbWY+3i66BiYqApNLWbNKYSqeDEyB87CXV6F1RJcM3m4aHsLvtqInEwl5j0/3ydx1dxwBijf6Npm+kDIOl4o2lfl2XL8uHod/+yuu0lYZRzYzavEhNXv1x3AZeOykJqSgM27KnBepUOjQYbKkhoAKqhNMUjvNBQT+wMxhnoMGdZV2hFDQqlEI/uhwoCyc1Wob1BDESOHIk6B9spUxMYogCQlZLEJiIEJJUVH0LXfYAmtSitCwqo0TlSKCBABIkAEiAARIAJEgAgQASJABIgAEWg5gYgQVvvPvB2vPPYMDAAMBgPUGi2adDrUa/SoqKlBdVU1qmpUqKqrh9xsQn1jE9JSU2AwmpAYK+eRdQpjE1KVHXFozTsoOV4EE+Jd6IaSsPrWtyzHqmPEqqpIgcwu6cjPP4V//MM1wtQqqrK0ALPuy8esgTkoPJKPOU9f6dmTqkpwzRVuhNUly7H4yzxb/edffFOaVxZ9ipyBSigzhSjXdBY9qwGWr1EBXbOBdmNd2ln8309t7835U7Owqm8SiVgtWoAZIx7BLluNu/FF3fu4VJp1AS61Bn9P+yey927Gff0C2zQTVo0Kx4hVo8mMFasPonOv9kiOT0R1ZQOKVYBKJTBOb2eCSaZF/dlzUGbmYnR2PS7oHzhhNclUi8rKapSWVyEtPRVGkxw6TRP/AaNntw6ATAZ5ohIyXSPKyivQo/8QmOF1dUkCV1QmRKzuOulbxOo9j3/s0v5Hr90lqU8qRASIABEgAkSACBABIkAEiAARIAJEgAhEJ4E9h8I8YlXWvive/V8ekuOToIWZR6fKIQfkMhjMgAky6MyAWq9HrVqHmiY1qurq0KjWoFqlQkNDA6rLypDerj06deuDYx//FZUn90Mvc80Z6lX6ESkgC5BgZHNPGaDRGsCE1YNOwmrtQQUyM9ORt+YU3n7FUVi1F1WZvjZnXj5yB2aiuLgQd3oRVmurSnCns7CqrcXGwkIUHinmgh2TR/PyCzH3aWnCquzgp8idxWopbaIqH6OqEEsKMnleWP5gOWH5vyr0vvQZ0VVqcBZWf74fnW5AGwqpzmYGV1g1OAmrrPfl60uABCWUCUqcrTej8qAQHTx2Yh+MG94dDU0avPvffKT3GorRvTJw4YjA5SWVq6txvvI8KqrqkT10GGIUsag9X4GqsrPQG/To2b0Tj2I1GU2obWhC576Bi1g9YRFWd/oorPaSn3LxrdMm8fQX0flVQaMmAkSACBABIkAEiAARIAJEgAgQASJABJwJ7A1nYdUsA0bf/igevv1OlNfWIS4uHmYzoDMYoTeZYDKbwTI86k1mGExm6Ewm1BuMUBvNlj8T1AYj6vUGyE1G9GlQYevHj6Hy1CHoZO1cvCW0hNXfcPCMY1Re7Z4GZA7sjby8fXj77eYIU2dRVaVRWYTVHKjKC3HnU54jVmtLS3DnNXYRq9paLM8vhDIByByYwznlF+QjPz8fM254FLFxrtG+zjBlhz5F7jQlz/HJb07FHqpiAOzP9bEgT4neU9wIq2r7iNXjWHTpXcCHnqJDmdB5FT5h3cxZgYqF0wBYxM9XhuC5J//DDbjwlcNY9WCWxRj3dTAH+OTgDShYPxM/XzoIz+0UqjTX909YfeiNVS4g3n10hsN7LGLVEOOaY3XJqhIuWiuV7A8oK1yHcZNzkNm9OQ/ugv8dQFxqBkYPycCFg8SF1S9WbHWx4Q9XTfB4JJVrBGFV1aBD30FDbGXVjfWoLDuLXp3TYDAYodHqUFffhG7ZQ922l1BlgWlXQtN+tNvyJ8qFiNWdJ3yLWKWvBiJABIgAESACRIAIEAEiQASIABEgAkSACPhKYO/hMI5YTeo/EgsXfoyKmvNoMiigiI9DvEKBOIUcJi6kmqE1GNCo06NJZ4TGYIDOaESDzoAmvRFaowlakwm1egNyOmWgW30NPl34MFQlh6FD6AurB5yE1dPbGpCT0xuLv9yHj98XhFAxUZUJmbPmsVQAmVxYveOF5svqxRyorvQA7rxmsu2jjds3cjF08mThPdYHSy+Ql7ccTQ2NGDjmCq9+WHfoU8xiwqql5MYCIUKVtcMflojV5tfC28JrFXrZiaxGe2GVpQD4M/Du+rno68aK9Q/HYtWVevxrqr0IaxFOrUKrU9SrpzqHHQRYa6esveWYwdMP+Cessnjrh95YYxvFu48yAVjuMComrOpFhNWl35WgWKNEplKJzC6MmwpThqciJdlsq7+QCasdMnHRQDmG9xcXVicOTHWxYcuRes/z23QeDXX1KKuoRvawUbaychiRZKxDbV0DF1UbGjU8PUBXD8Lq5H4y7Nixw9bGmDFjsLGoeQzOhpy0CKs7fBRW733CNRXAB69SKgCvC5kKEAEiQASIABEgAkSACBABIkAEiAARiGIChWErrCpiMW3eK5g5fjwqa1WISUqF1iyHzmi5C7lMxqNXmXhqhAl6k/Bco2cCqxH1Oh0adQb+nIk8UzM7o+lsKZb/9xGoig9BK+/g4hYhFbH6zW/47bRjjtUz+Y1cWGUSZd6X+6Cy5C1lYmTzcxUXJ7moyt5XFeIvz9/qcQnUFx/EnTc1C6sLlizBrGmz0LtzukW4FQTPwiOn8NM383HZbU97XVL1hf8WhNUEJU4VF6OwWIlrxlku/xerbRFa9xUWY9WJizBgyh9tpUzaekwe0VN47SSsnvj3JIx7sgDAOLzAc5zaRZ5aWrj9GyayOouf9q+l1gHABVkh4tWxT39zrAriqpioynpgwqpO5iqKvvPlWcEEDZtvIbcqNMV49glhrlV1GnzyXRGUXTIxZoARA/qkuZ2zSYPTbDZsPlTndW519VXQN9Wi4rwKvQawVAAKXqfy1GEYDcKN4XR6A1+f7NF7kBD17O6Rmy3n4ioTVfOPCevb3aO4QsMjVrcfd1wb3ozOjD2NaY9usBVb88YUFOt7eatGnxMBIkAEiAARIAJEgAgQASJABIgAESACUUxg3++ncdOUgZDNmpTtPgwM/H4zQX/4ko+044VTcP/Dz+Js+Rl+g56MDl1gio1Fo1YPtcHADY6NkSNGJofWaECT1gC1nv3phUhWoxFqgwkNOj3kegP+OGoAduzcg/WfPI3aM4egkXVyGa9XBK2ZY1VEWP1tjSCssgfLo6pS1QoRnhZhzSqwsX+t76s0xV6F1TPFBzHXXlj9YAlmzZoFpTJdyIHKBdpanm917cqFuO5Pr3n1FZuwyvKBFoBfrj45k6UBsBNXLdGprI9alQqqchXe2dYNw65+ESkdmkUvB2FVNDrUWSQVEzm9CasS6jBR9bWBKODRslL69IrJUoCJiY6Rqtaa7oRVl5bZ6rbzz+Mnz2H1vhSwe4ddleuaSsC5PhNXpYiqvJ7ZhNrSIn4Tufj0Tsjo0LyWZDD7daMqJq56E1VZ1/4Kq6yuVVwlUVWqX1I5IkAEiAARIAJEgAgQASJABIgAESAC0U0gPIXVpFRMe+Af6NqlK+rr66BQxKJbZhYSYuN4LtV6dpmxlgmoRq4lxciZKCXjYqrWZBaiVA1GHt1a36TG2E7pyOneCes2bsWu716E6vQRqENdWP36N+x3ilg9sPwscnKG24TO/ILnHb07AfxmRipVriWSkYmuhXjolQc9roKS37di7p3X2MosX76c3xgpZ9xkLqwWWwTc/C/nI0PZAz16ZyA982KPbTZsZxGrggBsi1ZlLxIs0ZWstkaFWlu0pQrz16gg63wNLpjmmGvVrLOLWAXAo1S/YzlPrekA7EVOdvn/IPxwnX3+VNaZJ2FVYh0mrP54jZCzlUeuHrCLkvU3YtXzAYoJq1r4fuOpL344DmP6IAztfBbDB7r+iNDSw2JDdTk0DTVQa43omd2cZ7Wl7Xqrf6pSiFgtOOZbxKq13T5xp3FSR5Gq3jjT50SACBABIkAEiAARIAJEgAgQASJABIgAsP9oGEastp94NaZecxNU5ythNpogT0hEx+59ER8fiwRFDL/EuMlgQL3OwC//ZzeygskMM8u7ajRAy29uZeb5VfVqNWYP6Yf0eAV+XLsRR1a/gaozh6E2h3bE6r++dk0FsIUJqwOH2yJVCwufR96X85GTm4vFi/KABGD+ovkoLrRces0vry/2WVg9deoU8vLy+GXk7I+LowV5KC4uxJxxSi66VqVP8iiucmE1F8g/IuQAHd6l2JZX1RphK4iqgtBaXFyM+flKTHzweyg79HBYu87CKvuwOQWAUNThRlQsXcCIR7CLf3I3vhDNg+oktEquY70p1t24ffEBZNvSD4SGsNqkBU6VNmL3USViG0/hpuu6Be04eO7kIR69mpDWHinp7RAT6/2mZi01pqXCakv7p/pEgAgQASJABIgAESACRIAIEAEiQASIQPQQCDthVZbRGRPmPAoZy5yqN8JsMiAxLQM9+w2G3mzi4mmsjN32B1DrjfzGVSxS1cC0VUtKAwPM0JuB6roGjO+kRHbHdjCoG7H5110oWjsf588cgNrc2cULQikVwL++3o/9pxyj8rYuK+XCKosgZYJk4ZH5KC4vRO64WZh33xyLsLoY+flKsHvDM1lVqSnGg2894NHjzx7d1hyxqgVqNbUoLi9Gfn4+Cgstl++rVMjposKsHKD3wEwsKVBC3vd6JHYYINr22U3vIXccUFxuya2qahZWuaDK1FqeZkAFlUqFvCNKHFJdjBsfftO1PX1Dc47V6Fm7fKQsYlVjTpQ86nPnjVh3KBGq8mJcNkqOAf26SK7ra0Gj0YCqkuOAyYjUDt2QmJrhaxM+lz99XssjVn892uBzXapABIgAESACRIAIEAEiQASIABEgAkSACBABXwj8duxM+ORYNcuArpffgu7ZQ6BurIdCHgOTyYC0Dp3RtXd/FpTKxVO5TAZFjJy/ZhGrTXqWd9UIvcEIo9EIk9kMvdGEGIMBM7J7oF1aKurOV2DT9l04/csiVBYXogmuglPIC6tLS5HJbkqlUmFxQSFQPh/zXxXSAbAUADxi9dXnUayaJfiIBlCiEA++9ZRHn7EKqwuWLHdbjgl1qoLFmJMDKLso+d/za4AJd3woWufsppeR2SUTmcpioHi+rQzPsKpRCjlgmfhreV54BMi6+nUMyMl1bY+EVclr/kylHGVVKgzrk4SEeOGmUsF+qOureTqOuGQm5wf3QcJqcPlS60SACBABIkAEiAARIAJEgAgQASJABIhAM4GwElZjumeh59SboWuqg0IWAzmLTDXo0alnFnr07c/zqxqZaMoEVLMJMnbDHjNgMJl41KrGKHzOIlYbNDpM7KxETtf2qNcbUVV6FgcOHUHR2ndQV3oYjWEorFadVqMg/yQXVvkl9NYHi/q0e87vEM8fwvtPSxBWF3+Z53XdKKFCZkIx5gxUYnGhCqNu/ge69J8gWo8Jq8Id6y13rmdBqjw6lQWrWu5kb32PC8DAG6uOittAwqrXuYmWAiSsRstM0ziJABEgAkSACBABIkAEiAARIAJEgAi0PYHwEVZj46CcchPMLOpNp0FMTAy/MZXRoEWvASPQpXtvfrMqs9kMs5klCgAXUZmwajabYDCDR6nqDQYeyaow6DCtT3coYhXokJaEE0eP4rffj+Fg3qtQq4qhkXV3mZ1Qilh9UyQVQNu7E1B1dCu+mv9XXHX/6+g5VCS6NAhGyqJcWFX7kAogCPhDrsnx/VOwjVIBhNy8kEFEgAgQASJABIgAESACRIAIEAEiQAQijcCBcEkFoMi8AMbBE2FsqkOsIgZyuVyISAUwdMylSElPF3KsmoWoVKPJBJPRxP+VQcYv/2d/gAwqrRbjOysxuU93VDZpkZ6gQOG+31BcUoLdXzwPY2MZNDEhLqwuc82xGmnOKXU8MkN051hVm6TnWJXKlMoRASJABIgAESACRIAIEAEiQASIABEgAkSACHgmcOB4GORYlSWmQD/2GtRotSxNKI9WlQt5ABCXkIRRk6ZBLo+xRKuyiFWA5WNlUatMTGXRqixMVQYzz8Eao9dhRt/uiIuNgcZgQpeUeOzdux9lFWUoWPoMFKZaNMm6upALqYhVElZt80PCKgmrdKAnAkSACBABIkAEiAARIAJEgAgQASJABIhAaxMIfWGVqZkDx+NEag/EahuhiFFAFiNHjBww63RI69IDo0dfzPOommUymJh4yjMACHeykvEoVTNkMhnMckCrM2J4+1Rc2q8nGvUGHt0aZ9Ri6869qKwswa5Pn0W8woQmdAppYfWJj7aiVCVvbX8Jyf6YsBoJj4S4GL+GQRGrfmGjSkSACBABIkAEiAARIAJEgAgQASJABIgAEfCbABNV01NTMG10D8hmTcq2XFgv3p7Ma7im33bYKrJL9p0fsvQOKB8+HdWqWsTBIHwskyNGxoRVDTpnDcWQC4ZDZ2DxqexCf4DZytpiUassEQAfGBdYgUSYcF3/3kiIi0WdRssF13i9GnsPHEFFyWEczHsZCYmxqNN1sLTWbJFXBCIFxMbUIlIyQKM14JJHVqG2PjIExRbxoMpEgAgQASJABIgAESACRIAIEAEiQASIABEgAkSglQlYRdXKOn3oCqumCdfhTFovyBrOw8wiTNnNp4x6mIwGGI1GDB4xAV07dYbOxMJTLSIqE12ZLGoGWAyggsus4GWGdkjHtOxe0BgM0BiMSIlXoKaiHLsOF+Hc79txcv1CJKakoUadzuJcHaYklITVm18rQI92seiYFtvKbkPdEQEiQASIABEgAkSACBABIkAEiAARIAJEgAgQASLARNWS6hAWVjvf+Syq2vdBfdU5aOpV0Gs10OqaYGxshCI+EYOGjITRxFKomqAAIGciqlwGBVdBZTzPqoH/awbLRHn3iGwkKhRo0uuh1hmQGh8LVdkZHCwuw9nCdVDt/xKKhBRU1CWFtLDa47o3yXuJABEgAkSACBABIkAEiAARIAJEgAgQASJABIgAEWhjAiGbCiC+fRekZA1HUp8LoE3vBK0iARqZHJXVNYiLT0TPTl14FKvRoIfeYORRrCzPKngEK4tYlSGW5WM1A6O6tsf0/r1hMJtgMJqgNRjRPkGBX3ftQrlKjTMF3yGmYjP0ZgVKquK4TGv/CKWIVSasvv/3WW3sNtQ9ERAIlFfXY+mavVBr9Rg1oBuye3Tk7w/oxVJq0MMTgfv/lUdrmVyECBABIkAEiAARIAJEgAgQASJABIhAGxJge/OWPEJWWHUQNpNSkdCpB1K690Vcx17ofdHlqGzUolpngInduMpsgsxogsmgh8lggNlkhNFgRKPRgPT4eNw7cgCU8XGoU2v4za50RhPSFcDOXTvRaIzByfzFyDD8DrVRht+LTYiLdbzMnoTVlrgY1Y1UAj/tOIoNe07gyvGDMGZQT4dhyr0umkilIn1cDy/4gYRV6bioJBEgAkSACBABIkAEiAARIAJEgAgQgYATYMLqwrlX+9Uu29eHhbDqILLGJeGJf36AuA5dUG0E1HIFiqpqUaxqQB0TVyGDwWTmwqpJr0NORiIu79uDi68xcnBRlWs+6kb88msBv/z/5Np30a99A06da8DB4xqkJCYKd8OyPLxqRK148yqKWPXL16lSgAm8vWwLZJDjpkuHITUpwaV1OSmrXon//d0VJKx6pUQFiAARIAJEgAgQASJABIgAESACRIAIBI8AE1b/9dBVfnXA9vVhJ6yykbIbVLXvlo2Ro8dDqzPj8qtvQEb3Hiirb8LJKhVO1jaiXGuAQa/DH/r3QPvkRNQ2NfE0AA1aAxIVchjrKrFl936kK9vhp//8E6nxjahr0EMOBRRMgbV7kLDql39RpQglwCJVD52sxJ0zx7gdYYzXRRN5cM5XVkKlUiErOxK+hpYAACAASURBVFvS4J5YtJKEVUmkqBARIAJEgAgQASJABIgAESACRIAIEIHgEGDC6qv3zfSrcbavD0th1X60JrMZiWkdoNEaMGzUBEy+fDp6ZPaDMSYe5thYmOUxaFBrucjKxB6TGWgXH4PDRw6juKKKv/fJ60+hfbIcsYoYxCocRVXWl1eNiCJW/XJAqhR+BFhO1be+2op7r52AlMR4ElYtBF575WWUl5bxG+j16dMHf5n3V6+T++xHq0hY9UqJChABIkAEiAARIAJEgAgQASJABIgAEQgeASasvnjPDL86YPv6sBdWXUYuk6FJa0DvrKEYOHQkuvbIRP8LctC5Zy80GYyorm1AHAzYf/gg9m7fhn0bfkB6rB6eLl0mYdUv/6JKEUaA3STu7WVbMTSrO4b16+5xdNGUCeD7b7/Gpvxf8Nz/vYT/fLgIHTp0wF13/9nr7L/w8RoSVr1SogJEgAgQASJABIgAESACRIAIEAEiQASCR4AJq8/dNU20g27tE1FapXbbOdvXR56wyoZrp4TqjUDHrj2gNcgxdPR4zJh5A+p1Orz58tPQnDuJRMf7VInCImE1eA7sruXV98ow40Pgz6vM+GC6YynrZ/bvOpezlhk//xi2zs0Siq6+FzLWqOXh8FnrDzHsejx65jw+W7cPd80Y72K7VluHg4UH0NTUALVah8y+fdGvf38oFIqwG6evBv/jqUeQlJSCx5953qeqryz9iYRVn4hRYSJABIgAESACRIAIEAEiQASIABEgAoElwITVJ++4wqXR3p2SbO+dqmgS7ZTt6yNeWHUYuTwGOoMZWp0RyfEySI2qI2E1sE7rvbXVuFf2EvBn4EM8A7OTsspE05cG2wmmzg0yAZVX/xAHZlvLCW0OPrYVXGc9vgATspdhtvW1d6OivsQ3+b9BZ5Rj9KBMBxZ6rRaVpUXQqLVoUqvR1KSGWqOFIjYOF02cDEWshF8vwpDu+wv/hZLTxTbLY2Ji8MJr8yWP5M3P15KwKpkWFSQCRIAIEAEiQASIABEgAkSACBABIhB4AkxYfeSWyx0azuqWwl8fL22A/XPn3tm+PrqEVT/5k7DqJzh/q3FhdDCOLQHuzD6EZ8wfwD5o1bOwehwLJmTj0DPHMPilbCyzCqtcSLVvy0lo9dfWKKr39rItGD4gE53bpTuMWtZwDhqdFo2NTFTVOIirnbv1RPagIRFL6cfvl2FXwRZcfOkVmDLVt2TXC75aR8JqxHoGDYwIEAEiQASIABEgAkSACBABIkAEwoEAE1bn3nSZzdRBPVP588Nn6j2+xz5k+3oSViXMMgmrEiAFsEizcAouktrEUUsfnoTV4wsmIPsQi3LNdqkrpAf4M1aZH8VRkXYDOISQb0omc+/VZrNZ1P5n/vMzrhifg9SkBIfPlTEN0KgFQdVZXIU8FsNGTwh5Hv4a+N/33kT52RL8/blXkRCfgJrqKtTV1qB3nyyoqqvQ2FCP7r0cI3ytfb337QYSVv0FT/WIABEgAkSACBABIkAEiAARIAJEgAgEgAATVh+4fopoS8P6pGP/yVq3vbB9PQmrEiaBhFUJkAJVxOkSfS6ULpuNY1vnwpIpFa45VplY+gGmO0SlCpGrYqIsT7M6fr5Dm4EyP5zaERNX3YmqbFyPL1qDKyeOQmJCnMMwe6UboNHqeAoAZ3HVYJKh35DR4YTFJ1vffvFxnvLgL0+8iI///Trq62oxYvQEsLQA+/fuQGpaGm69e65omx/l/ULCqk+0qTARIAJEgAgQASJABIgAESACRIAIEIHAEmDC6j2zLnFpdFSW0vbe7uMqt/t6ElYlzAcJqxIgBaiIi5AqkgtVPGLVmgLAerMrZ2GVXfo/A7DcDIv3Mw+YH+U5Vu3FVU+iKpve1z/fhCFZfZGRJuQasT4GdpPDoDPwvKrO4qosIR3pnXoGyDtCq5namvP438KX0b1XP8y+60FUV57D9s3rcOS33UhISsb9j77o0eDFK/JJWA2tKSVriAARIAJEgAgQASJABIgAESACRCDKCDBhdc5VuQ6jHjcgg78u+L0G9s+d0bB9PQmrEhyGhFUJkAJSRBBD521zbWz8/OabVYkLq4JwyoJRXR7j52PV7GWY4RD5Kh7RGpBhhFkjTFz1JqqyIf135S4o4pLRp1tnhxHGy4CBPeOg0+ocxNUGtQGylG6QyWPCjIg0c7f9sgp7tm3AhRMvw7jJ03il7z55D6WnT6DvgCGYdPk1SE0XDsZij89WbyJhVRpqKkUEiAARIAJEgAgQASJABIgAESACRCAoBJiweuv0i21tT7qgPX+++WCVx/fYh2xfT8KqhGkhYVUCpEAUYTetmnHAJYpUiC4dIlzuD/BUAC8NbhZaxbt2Ek552yxg1XIjLB4JOw9DLBGsgTA/0tvYdaQEKwuKMGHkBS5DTYoHLugSz1MCqLVaVNSZ0GCMh0wmj1gsP3z2Ps6Xl+CPf/8nPl/0CmJj4zF4xDjs2boeWk0T4hOTcPtDz7od/7KfN5OwGrHeQQMjAkSACBABIkAEiAARIAJEgAgQgXAgwITV2VMn+WUq29eTsCoBHQmrEiAFoAjPnYpVMH/A5FP7h+Nl/H4JqxZBludXtTzso2ADYH7EN6HW6vHC4g3IGTQAaSnJHscb43XRhC+uj//1JCbPvAnbfv4eA3PG4cKLp6Ohrhopae18GtT3G7aSsOoTMSpMBIgAESACRIAIEAEiQASIABEgAkQgsASYsHrtFP9uus329SSsSpgPrxqRSAEZvNaS0LNdERmg0RrQ47o3SYzxjRyVDiABFrW6bONhjB8+BDFy99GocnmA/T+AY2hpUxtXfAKtRoP2XXtg1ETnHwGkt/7jxm20lqXjopJEgAgQASJABIgAESACRIAIEAEiQAQCToAJq1dOHu9Xu2xfT8KqBHReJSISViVQpCKRQoDlWj1fb0J2715uhxTBumrApvGnrQUkrAaMJjVEBIgAESACRIAIEAEiQASIABEgAkTAdwJMWL1iwjjfKwJg+3oSViWgI2FVAiQqEjUE6ho1+Ocn+ejQviN6de0mOm4SVr27w4aC7SSsesdEJYgAESACRIAIEAEiQASIABEgAkSACASNABNWp4wb61f7bF9PwqoEdCSsSoBERaKKABNXl/60F6cqGpGdmYnEhESH8UdyjtVATfTmXTtJWA0UTGqHCBABIkAEiAARIAJEgAgQASJABIiAHwSYsDrpwtF+1ATYvp6EVQnoSFiVAImKRCWBXw+exrf5B5CW1g4ZSiWSk1I4BxJWvbtDwd5dJKx6x0QliAARIAJEgAgQASJABIgAESACRIAIBI0AE1Zb8iBhVQK9UBNWJZhMRYgAEQgDAu//fVYYWEkmEgEiQASIABEgAkSACBABIkAEiAARiEwCK/apcab4ODQ6A2rrNWjU6PhAmRYok7E/4fb07Cbd7LlcLheem80wmgwUsSrFLUJNWCUxRsqsURkiENoE2K9itJZDe47IOiJABIgAESACRIAIEAEiQASIABGIbAIkrIrNr1cl1Den8NqcSAFBzw7gQwZotAb0uO5N/Ptv1wSwYWqKCBCBtiDw4FvLSVhtC/DUJxEgAkSACBABIkAEiAARIAJEgAgQAQsBb8Jq/cmDSO87hCJWW+IxXiXSVhZW3/0rCastmU+qSwRCgcBDb5OwGgrzQDYQASJABIgAESACRIAIEAEiQASIQPQS8CSsNhQftIHJyBpKqQD8dZNQE1YXzrva36FQPSJABEKEwMPzf6CI1RCZCzKDCBABIkAEiAARIAJEgAgQASJABKKTgDthtdFOVLWSaZc9jHKs+uMmoSasLphLwqo/80h1iEAoEZi7gITVUJoPsoUIEAEiQASIABEgAkSACBABIkAEoo+AmLAqJqpayXQYkEM3r/LVTUJNWH374at8HQKVJwJEIMQI/HXhCopYDbE5IXOIABEgAkSACBABIkAEiAARIAJEILoIOAurFUf2egXQadAIyMxmGE0GyGZNyjZ7qiHzqip67c9rgWDc6Mlrpz4U8IqglXOsvvUXElZ9mD4qSgRCksDf3iFhNSQnhowiAkSACBABIkAEiAARIAJEgAgQgagh4O3mVTKZoFrK5bLwzLE69bKhuDCnN2JiYgCY8f/snQe4E2X2xt9JbqVdEWmCdBQLKAIiIEhREVdXsYB/rKiAKC6oqKuru7jroqCuYAEpdsoiKC42RECQKlWkKf0ilyJKu5dbk5n/MzNJ7mQySSbJpL95nl1ukq+c8ztncnNfz5xPkqD+T/lZfS7/n/q6BKf8M4Ct2w7gm4WbLUmERBNWXx1GYdWSwHIREogjgcffpLAaR/zcmgRIgARIgARIgARIgARIgARIgASQ0sLqJW0a4c57rsGZDWrhDOdY4KQEnCyH1HmvYeiLj86F6DgGUQJ+XPEjps1YiT+OF0WcJokmrL788PUR+8QFSIAE4kvgibe+YCuA+IaAu5MACZAACZAACZAACZAACZAACaQ5gZQWVu+7qysu73UZsnOzUP2PFxVRFackSNfu84T98K5v8Hv+ajjKT3sqWEXRXc0qQZTU/0kilH+dThEOhxMOp9NT5SqJ6piyknL8sH4v9uz9zSutEk1YHfsQhdU0v+7pfgoQeHIChdUUCCNdIAESIAESIAESIAESIAESIAESSGICKS2sPjmiD86/rA1sdpthiESHE/nb96BBq7Yoeuo/KC0pQ0lxGS7+ZovPeEksx/H976O4OAu/7d+K5q1qQ1Fb5cYBkghJElFYWIFlS/fgk7lrE1pYfWnon5I4ZWk6CZCATOCvE79kxSpTgQRIgARIgARIgARIgARIgARIgATiSCBlhdX77u6GFs3rQxI1laVKO9XK3qryz1XOqI28s2w48dQMlBSVorS4FB2X7fKE5I8D67F34yw4nQ61/6qrOlX/ryiLq6IEh1PEl/M34fDhE541Eq1i9cUHKazG8Zrj1iRgCYGn36awaglILkICJEACJEACJEACJEACJEACJEACYRJIWWH1hb/fijot2kKSTgKQK0t9H5LkhOg8DbGiCHJFqlJ9qjyUE63ke/9xON+B5m0vwrB9A7HjJLD9FHDqdt1aUjlKf5ukiLa/HS7ED8t3YtacVQkrrP57yHVhpgunkQAJJAqBv036ihWriRIM2kECJEACJEACJEACJEACJEACJJCWBPTC6m8/bwzKoc75bSHI7UZFB4SburZ0q5GGE4Wg5ZpB9ws6QIDvJqOf74/qZ52J8qLj6h37nmpVVTiV5Dv4PdWrlVWsaj9VCfYMtZ9qtVpno2Hzemi5ZAD2HSsDDv4C6Zk2XjZJsrB6ZIJSHSs6nfhuwQ68/9GyhBVWXxhMYTVoUnEACSQ4gWcnU1hN8BDRPBIgARIgARIgARIgARIgARIggRQnYFSxenrfVr9en3XeJbDZhMQXVl/65+2oeXYr5DXoDknIklVUl1OualRVXnX1SFVUVqWyVX1NhLP8BPZs/BQNWpyN6nlVlB6qkOS2App/lTYDTlePVdfPohOLvtmND6YtT1hh9V+DKKym+HVN99KAwHNTKKymQZjpIgmQAAmQAAmQAAmQAAmQAAmQQAIT8NcKwEhcPbNlG9hstuQQVsf863Y0ajcYmVmHAPFogBBoBFelglUWTkXA3gDlZcC+nxaipOgERFdvVVFUe6nKPVX1r8kVsNVrZKKgoBAfTV+RsMLq8w/0SeCUpGkkQAJmCPxj6tdsBWAGFMeQAAmQAAmQAAmQAAmQAAmQAAmQQJQIBOqxWqSpXK3ZojUEQUgeYXWsLKx2+AsybGv8oNN0MNAKqnLVqltctdWBYK8NCTalWhWSw1WhKv9boVawivK/Ds+/hSd+x7KFKzBt5sqEFVZH3U9hNUrXE5clgZgRGPUOhdWYweZGJEACJEACJEACJEACJEACJEACJGBAINjhVYV7tyKv2UVqlWpqCasyDbk6tbJK1S2o+t727wRct/0rt/4rP8tiqiy2yuKquyWAE/bsZljw+VJ8OD1xWwH8/b5reTGQAAkkOYF/vjufFatJHkOaTwIkQAIkQAIkQAIkQAIkQAIkkNwEggmrspgqnwyVdMLqmH/2R6PL/oJM21pdhCRItvoQnIchwaHe9q+Iq5W9UuXX5Oce4dQjplb2UfV63yW0yoKrLacxFnz5A6YlsLD63EAKq8l92dJ6EgD+9R6FVeYBCZAACZAACZAACZAACZAACZAACcSTQMoKqy893x+NOw5Dpm29i29lL1XRdh4Ex3bNYVRuYVV7OJW/KlXX4VVuMdVTsepQKllt2Q2x4KuNmJ7ArQDimXDcmwRIgARIgARIgARIgARIgARIgARIgARIgARIABBu6tpS06zUF4kg17tG+aEW1Xo/XhzVD00ul4XVDQBcJsqVqRAh2s+DrWKrp5eqUn2a2Roo2xBWlaq2etWWVQ/ffL0NM2et8hgUFIHBACOfIsIoAKVlDjS8+RXePhwRSE4mARIgARIgARIgARIgARIgARIgARIgARIggcgIDH31s8QVVkf/4zY0lYVVu0tYdfdSlYXVjPYQylerwqpceZrVGijdoLYD8OmlqmkJ4KdKVSus2rPqYP78Xfjvx6sTWlj9+VBpZNHnbBIgARIgARIgARIgARIgARIgARIgARIgARIggbAIjJ8xP3GF1X///TY0u/whZNo3KlWqklAXkpCnVK9KtrMglG8DHAcg5XSBdPo7V1sArbDqEl2VW/3lXqzuQ6rUW/69e7BWHmRlyzoL33yTj1mz11BYDSutOIkESIAESIAESIAESIAESIAESIAESIAESIAEUptAQgur/3ruVrTo9CAybBsh2eqiDOdg3o69WHawFno3r43Pd/yOsb1a4IlFu5TKVUmpaJVgFwCHJMHpFOEURYiSBFGUIMpjXP86RQmSKKJ6RjF61t6JG+pvQybKlYOwbJlnYP63BzF7zrqEFVZTOy3pHQmQAAmQAAmQAAmQAAmQAAmQAAmQAAmQAAkkPoGE7bH6z2dvQctOgxVhVczsgC/3HUWz+uejemYGzrTbAAjYV1KBQxUOiBIgyW1YBcBe2ZEVkiBBkJSXvbq4yn1j5SWqZUgo+KMcBbu+xIC6S5X+rLaM6pi/6HfM+cR9aJb3XMOQxrDH6s3Pzo5JVt1xzcUx2Yeb+BKYvmATyD92mUHesWNt9U7pHrt099/qfOJ65ggw78xxSsZRjG0yRi25bWbOJXf8UsH6dM9B+p/ef3eXTeqE7KuGpsKlHJYPZQsnInuIerbSovUHMG+Z3IY0vEfCCqvPP3MzWnQZhExhA8SMCzHnt0boUicbolNAwxw7RABOSYJDAiqcQLkkoVyUUO4ESkUJpU4JJcq/IsqcQJnynoQK0VXRCqBCcqJzfTtmrj2CkWf8CwKcsNlz8fWiQnw6N3GF1Y5tWoQXbROzdh7NxLFD23H7Va1NjOaQaBD478LN5B8NsH7WJO8YwrZ4q3SPXbr7b3E6cTmTBJh3JkEl4TDGNgmDluQmM+eSPIApYH665yD9T++/ux1TuiCr56AUuJLDc6F88RRkDFqhTF6y8aAirE58/KaQF0vow6v+8XRfnNvlfmRgPcrQAEuLO6BVjQzkQkCtbJty2/+pCgk/HT2NIoeIcocTgk3wVKdmZdhRWOFElawMiIIdTgg4UCL/v1yBKpe3qpWol9SxYdHWPzAw53lUtZUCtizM/64Ucz/b6AFqUJDqDTvGFauysLplX0nIATczIbtqDUVY7dfzIjPDOSYKBD5evIX8o8DV35LkHUPYFm+V7rFLd/8tTicuZ5IA884kqCQcxtgmYdCS3GTmXJIHMAXMT/ccpP/p/Xe3+M4VyOoxMAWu5PBcKP/uPdjuX65M/n7TIY+wGupB8QndY/W5v96EVl3uhV3agBIHMHlvd1xcOxdZ9gw0rJ6l3P5fWObA0l9P4lSpE6VO+UAquZeqjEXtDSDI9/xD/hfIstlRo2oWzqpeFbYMO4qdqrjapo4NX28+ivuzR6GqvRSCkIGvlzjw2f9+TGth9dbuF4aXnZwVMYE5S7aC/CPGaHoB8jaNKuEGpnvs0t3/hEvINDGIeZe6gWZsUze2ieoZcy5RI5M+dqV7DtL/NP+7+72uyOx+d/pc8DpPK5Z8CAxcpry6fPNhH2FVFkz9PeTKVrcAm9DC6rNP3ohWV9wFu6gKq3/feDk6N87DH8UiLjqrKtYeKkTHBjVwsqwcv54sRobcdhXyAVaypqqKpmphqvqzfIjV78VOHCmsgGTLQL2a1VC3ZlW0qWvH55t+wwPZf0eVjDJl7PylNvxvXnoLqzd3uyBtL7B4O/7p99tA/rGLAnnHjrXVO6V77NLdf6vzieuZI8C8M8cpGUcxtskYteS2mTmX3PFLBevTPQfpf3r/3W37oBsyuw1IhUs5LB8qvp8B8Z7vlbkrtx7xEVZb1c8JuG5SCKvPPPFnXHDFANidG1DsEPDX9R3RsWEedvxRgcsaVMeSfSfQKC8DHepXw4Kdv+OX3wsV8VR0yn1XnRCdIhySCFGUIIqi8l7LWlXRvPaZ2H2sTGkDkJ2RgRvb1sainScwKPs5VM0oVcB9vTQD8z7f5IGYyq0AGtfORv5RVVCWH+5WADd1PT+s5OSkyAl8tmw7yD9yjmZXIG+zpBJvXLrHLt39T7yMTA+LmHepG2fGNnVjm6ieMecSNTLpY1e65yD9T++/uzM+vBIZXfunzwWv89SxbBYcdy9VXl297bfUFFb/+vgNuLBrP9gdqrD61Mau6FC/Orb8VopODfPw7e5jaHd2DlbmH8ObnX6BrWQTJFEEJBGS5IAkOgH5X0l+zak8v3HFAAxs3xzrDhR7kHZomItvdh/BS01eR9WMcqXC9eulmWkhrJ5zVhbaNauGz9Yc8xFW/9ylVRJdYAcwfcQD2Pt/8/FsR43ZP7yMLjMb4b/j+uOcJPJm3oqfkQz8f53zEG6f1hRjP3sCXbz4+olHgsYgWXgHw6fEY/mV3vl+YBYGDnsPzZ/2vjYMxwbbIAHfj0vs5M+VF+Gd9wrnpbjqzQm4o2HsQMXF/9i5Z/FO6ufShMajsOLRyz1rr3jtWjwJ79cs3jjllkuHvFN/v+3xid25d07Fe7fG8CKPcfakQ2wjRap8ZiwF+uh+r2rXNTMmUjtSZT5zLrRI+s8t1++4fdr1ehl8Rw9tv3QYHcscDPrZcOBjDBz2Lna4wTe9D/99rV9U/45NDP+N8jfw56xVuRlL/2WbQ7uGgWh/78ia1h0ZV9xiFc6g63w/7UsMXwfccP+f8E/dWenu97SLGI0LukkIAxzLP0H5nUuUGWt+PpqawupTj16PC7veDLtjI4odwFMbu6Njg+r4+Wg5WtethlX5J9C+YRV8u+s3jL94HnJtJS4xVe61qgqpiqDqFlYlETcsH4AHLz8PP+w7rVSsyiJqu3Oq4J21v2Bauw9cwqpcsZr6wmrDWplo26SKQuHz9Sc96eeuWL2+03khpGS8hx7AjMcGYd/tX+OZyzS2rHkZXf/bGDP+E91fSFZ7/8WqX5Ac/Fdj9M3PA3814P4S8NKnesHValLWrJc8vIP4e/Bj3KeIe29hwNmusfI18NJi4Mp/YNlwjZg0vg/eOWcK3r05uQWC+MRO/byZ2NjNVH2+8IrY84yP/9Zcd3FZRbke9mGo+xoxumbiYlhybZqWeZcmuZKWsQ3p8pO/93wEXAl8jbu8fq9WLmNmTEibpvRg5lwo4Q2UW/rvIvrvKqHsk15jY5eDcvymuT4/7vT9/FC+o+TjoTffxP+5vsf/+ukwjMJf8U4Uv6/H1n9/n58G36Vdf8O0vDO6369j5798XQW/hn30jChfjjkzeiCj801R3sW9/BH8/bGdQDvgc7TExjvqeu37/fT5mFCvK/7bq2qM7AEcKz9D6YDvlP3W7fhdEVbDfQg3dW3pakhqvIRy/lOUH4JL5tRu88jQa9C+V19kZwk47RDx6IoG6NawGrYeKUPTmjnYeuQ05GrTr3b+hgkd1yDXXgLJWQFJKockOgBR/ld+LlevVgBiBa5dejOGdTwPq/cWKTvKrVjbN66Cqet+wfT2qrAqSYLSCuDzL1K3FUCDmhlo0yjXg/vrTYWen93C6nUdz41y1K1c/gBmPj4Y+/7vKzzdXrPuuldw5cxGmPZqcgmrX/2wA8nCf+Ub1+Fp/B1LH6kU7YxeszLaVq+VTLwD+65eB4uumIypfVXBVI7Fu+gJLAXumzMSnZVXV+PFW6ehyeuVX9ysZhqr9eIWu4Mf44G/vI/mf/0Kd/46DHdOb4IXPXxj5T0QN/9j56LlO2k/n5Lts8pyGGEumH555/vZGia6hJ+WfrENMSTu75WPA8//Zb/m96rBd89AY0LcNpWHM+dCiG7A/PP9nPp17jDcubxb0v0dFAIRS4bGLAfXvoIrZzXGtMeAf/4lHwO9vjfK383/CTz1FZ7uYIlbpheJmf8h5q/igDznJUT1O3bM/Hf7I2sThr8f/OgZpiMZ3sAq/+0Je6frw5sc6qwtW3Dp/KqYezfw1zGnMfTVi9BNs8b30xdiYr3OmNlLLf6LxcO56gsU375Y2WrNrzb8um8XSssdOFlYitOl8t3sUHRDWRMVBFW1tNkE5Webzab+LElwig4krLB6Va8LccF5DSDYBJSKmZgq/h+uaVYLGwtK0aBGNvKPl6BDg1x88vNB3CfOQJZU5umlKsl9VSUJnn8l9fCql8ruwGNXtMLqvaeVA65kYbVDk6qYuOYXDHbOQDZUeEWFpfh++S+eWAbVlg0GGInFESWHAJSWOXDzs7PRsU0LbNlXEtZy9c+w46IG2V5zv91a2RrBLaxe26FlWOvHZ1IB/vvEYOzr/yX+6iWsvooesxrhw5dvi+otFFb7PH/tTiQN/3WvosdY4N8fP+4S7X7AS/3+CTypi4XVkCxcL6l4B/H7188eHFeIqgAAIABJREFUwd0H7sR3w+SeGHIspqHJuDuxb4QmJj4xsxBmjJeKZ+wU1iuAFvl70DxO+R5P/2Mcauu2Ozgbg0bsx8BxjfDeiO/Ra9wbuN1d4W3dLim9UrrlnXqtd0u67xLhJGG6xTZURivf/BPeazgZU26C8r1zURf55wZey5gZE+q+qTyeOWc+uoFzS/1bqDIn9c/N75NuI2OVg3L83m84GZNdnx+Lu8g/uz4/Ds7G4BH7ca/n76nYRSGW/vv//PSXr9H/uzJW/ssRNXMN++gZUU6Fah/3gv3yPlHeRV3++xnfYWLdyzCzF/DBq2sw/xL558rq1Mr3Y1ex6lz9NYr6LVLsW1dgT01hVRtdMTMXp28dh2d7NsW2I2WokmlHcYUT59fJxVNfbEf9r0bC5qg8gMmgAFZZbv0Vz+PdAR2x45BcmSo3AgAuapCLwR9vRKtlf4fdoR5epX+kirBaL8+G8+tn+vj33c++h1dd3b55TC4wazY5gFlPDkV+v8/xpJew+hqu+vgcvD/2ViTTDc/frtuN5OH/A8b2fwF4wsV+XfIxTy7eQa4Ymf/LwL9mPYpOB+fgwXHAs2Nvxa9v3oAPGk7E2zc1xIHP/oJ7D9yBhYr4mtyP+MZOzf0Fje+J22dMfP1P3txZ9eYNeG4ZgK7PpsR1EOtIpFXeyZ+jj36PHq+9jv5pIMCnVWxDvXB0uaD8Ll3Zzfvz38yYUPdN8fHMOZMBDppb6t9CU/K16zXFoDT57DJJ0XBYTHLw4BwMfXQZerw2Hv3OBg78bzjuXdG18vND+/09EmfCmBsr/7W/S30/P9X8/a6z+rdK5UP3d2YY/gWbEhP/ZSPCuoZ7qn/TBXMigvfzZl8N22VXR7CCyalH92PAy0fR+4l2uKc2kL94PW7eVBufPtoIjV1LLJu5DCM2aterjXFjW6GryS3CGSau+RYnb/tWmbrxYGbqC6uyoyfb3o7CRl0hQVSqT50iIIoO5OWvQO2tn3hz9KOE/trsOhyuexlEm7e4WPfIGjTZ9T+/sUgFYbVOdQHn1bMb+rhsp8PzurtitdelzcLJzTjNKcDHTw1F/m3z8IROWL1mdiO8O+aWpBJWF23Yg2TiL385uK9gABY81BGrJvwZHzaYiIk3eldwxCkxTG2bbLwDO/UDXv6/fwOPz8P/FVTGBeteg3otXI6VRteKKVKJNyiesZNz/R/ogauXfafw9vrsiRGqePofIxejs82hTzD0sf24e2Z0v6xGx/j4r5o+ead+t5D/0Eum32mRZEj6xDZ0Ssp3nZXdKr9TKp8j36PHf8ajX311PTNjQt85tWcw58zFN3huGXxeyd/9Xt2HBzQ5am639BoVixw8MG8E7lvZFe++5Pqb9NAneOixZej+n3Hq54cSK+D5OHwviYn/QT8//f2+rfy7Jlrfs2Phv7nfD370jChfjjU/uQa2Dj2jvAuQ/92PuHnTWfh0RENVSD16AANe+R29R16iCK3yY9l/V2Ji3Uswo0fsWgGIaxfj+C0LlP03Hc5KD2E1pGgHVUJDWs1fAWzlIgneCqB2NaBFbf9QVu2tbLPrFlZ7XNI0NEhxHV2A2U8/hCWdJuCtP1cKevIvsQdWdcXUF5NLWP3ux71IKv6HPsHDI5eh+ysDkD9yBhq/Mg63uf7IiGtamNw86XgH8euHiTfiwwYTcHfBQ1jW4X8YqfzHhjV45Y4ZaPxoVyx57VfcPX0Ekr9eFYhb7Dw5Pw63FYzDta8Bz8eBadz8N3ltJewwJX6pcx3EmnO65F2yfoeIJB/SJbahM1K/Z76z33dm8/7u755mxoS+c6rPYM6ZibCZ3DL6W0j+7vdv4FH3d0Eze6XfmOjnoP/4teg/AW8qf7vGL1bx9F//+an/Wx7rov8dO/r+y9eU+Ws4/5bYXq+15vaG0F7b6TQanwEl+HDcZrx+2Hft83q3xvQe6tk/y2atwdt1Kp9HwxL9mtK67/FH32+Ulzf/lk1h1Qc6hVUPkrOqSmhWK3BartlfCcwtrF7ZpkksctmyPQo+fxSDPm6Cf3w03CUYrcV/7vo3MOIzPNbOsm1istDSn/YhufgfxJxnHsJSNMVudMWU0TcjeepVgeTjHSQN14/HdZ/sQ/Nfm+BOz/WgiVGjAfjqwRh3xo/SlROf2LlYdpqAN26Q7w1Wn7/b6G8x5xof/6MUzFgue+hTPPLkr5rrI5abJ/9eaZF3So4sw5VjX8OtSfQfCiPNrrSIbTiQ5N+r4/bhPl0+eH33NDMmnL1TfA5zzkSATeWW/ruJ3APPOG9N7JhWQ6Keg6biB6ifJ/D6nJFfewlPuL5vRicsieG/Qf4qv4c/BPq5v28nqf+y2aZyQGWw/5bYahe1/3cthEu7RAeue9Vte9F+Wgn+8ugFuNtVnSq/tX/JNty8IBevjW6q3O6/7OP1eLvOhZjePSe69mhWlzaswNEb5yuvbP09h8IqhVXj3DszV0STmmLQxNxwMMMzxi2sdr3I3e0i6PSEGVDwxWMYMnuvx55mt72F169PvqZoy7bkI9n4u9n3GjEXj7ZNmJQwZUgy8g7s2Fq8ds9oLDrnLkx6oVLkTuYY+fM3HrFTOTbGcx+4/yMOgEOf4i9//QhNY5z/8fDf1EWV6IOUeP2KO7QxTHSbE8i+dMg7/fcJD/7Oz+CLIanxH6aMUiodYhvOpfTDpL74F4xir/6+xYi56Lwm+Jhk+34UDqtQ5zDnghMzk3+Ptj2IOc8+jPd/9V4vGb+XBydi7Yho56C5+Kk++fzuaXQ3Jv2rb1QLVhLDf6P8bYp7X/pP1P/jZrT9l+NqLgeMr+Fo6xl1P+8DoW1072Nc9vEmPIomWNcvT3fxnsSov+0D7rwYo86XhdVNeLvOebEVVjf+gCM3fK3Ytf1YbkBhtezwQeTWbwCbTYAgCLDZbOrPSptSB4SburasvA/c4HNKsLj60+ijUAh+s31on6AW2xx0uQRsBVAzx4lzalT2Tg0E8Kffsn2E1S4XNgqNOUdbRmDF1v0gf8twBl2IvIMiStgB6R67dPc/YRMzxQ1j3qVugBnb1I1tonrGnEvUyKSPXemeg/Q/vf/urv/FdcAl2kNq0ufaVzz9cR0OXf+V8uMvx6v4FVaP79rqAVOnVWsKq+GmSTIKq+H66q5Y7XT+OeEuwXkREli1/VeQf4QQQ5hO3iHASrCh6R67dPc/wdIxbcxh3qVuqBnb1I1tonrGnEvUyKSPXemeg/Q/vf/ubvDVn4A2l6TPBa/39KcfUXDdl8qrO09WNRRWC35c4cOnWYdurFgNJ2vSUVjteF7DcFBxjgUEfvjlAMjfApAmlyBvk6AScFi6xy7d/U/AlEwLk5h3qRtmxjZ1Y5uonjHnEjUy6WNXuucg/U/vv7vPmX89pNat0+eC13kqbN6MX6/9Qnl1d2E1H2F1xzL1PaPHxVf1ZSuAUDMn0YTVM+ufH6oLIY0/dmg7OrRMpuOHQnIv4Qev3VlA/jGMEnnHELbFW6V77NLdf4vTicuZJMC8MwkqCYcxtkkYtCQ3mTmX5AFMAfPTPQfpf3r/3d14wQ2QLoqutpTIHxPClu3Iv+ZzxcS9p6t7CavLP30nqOlX3HI/e6wGpaQZkGjCaii2cywJkAAJkAAJkAAJkAAJkAAJkAAJkAAJkAAJuAncuvfBtIcxp+nbCoOzzm4V8PAq+cAqWRfk4VURpEwiCatvz9sSgSfmpi5Ysx0D+yTZ0e7mXEuKUbsOnkoKO2kkCSQCgRZn10gEM2gDCZAACZAACZAACZAACZAACZBAEhL4fFNJZMJqj0sbSdHwO6gYqd00pMFWWxt88+AjfG0SwpkUxLWyCidmLtppNQCf9SisRh1xwA0orMaXP3dPLgIUVpMrXrSWBEiABEiABEiABEiABEiABBKJQMTCave2jaRBDz1quU+SpNdrK5+73xNF/2Nkg3zWcK2pfV2CuoZ2O1nTdI9xv+9xUDNQv77vWG8svj6p7yv7uewIBtJQbw2iwipFxwLw4btTMHMxhdVgjJP9fQqryR5B2h9LAhRWY0mbe5EACZAACZAACZAACZAACZBAahGwRFh98JGRWLdqSdzIWF/dGYVy0QB0QrE/XMvOu+hSvDdlIoXVuGVp7DamsBo71twp+QlQWE3+GNIDEiABEiABEiABEiABEiABEogXAcuE1TUrFhv6EIpo6L1AuBJibFGG71+lncZVqNb6cX6b9nhvMoVVa6km5moUVhMzLrQqMQlQWE3MuNAqEiABEiABEiABEiABEiABEkgGApYIq0OGPY61K7+z1N/QBMvEFmFD80XF6NejMF1t1bod3p/yNitWLc3SxFyMwmpixoVWJSYBCquJGRdaRQIkQAIkQAIkQAIkQAIkQALJQIDCagyilAjCKitWYxDoBNmCwmqCBIJmJAUBCqtJESYaSQIkQAIkQAIkQAIkQAIkQAIJSYDCagzCQmE1BpC5hYcAhVUmAwmYJ0Bh1TwrjiQBEiABEiABEiABEiABEiABEvAmYImwOnjY41hncSuAUAIVjnDpXj9bFHHu6RKcU1KGuhUVqOFwIkeUIEkSSm02HM3KxMkMO/ZXycHOKrkos9lCMc3U2FDsD7MTAC64uAPenTyBrQBMRSS5B1FYTe740frYEqCwGlve3I0ESIAESIAESIAESIAESIAEUolA2gqrsoDa7mQRWheeRo4oQpKjKkkQIMD1zLDP6ZZqVbGyVh5OZmRYlgcxEVYvuQzvTnqLwqplUUvchSisJm5saFniEaCwmngxoUUkQAIkQAIkQAIkQAIkQAIkkCwE0k5YlStUuxw7hfaniiBKEhRF1VUGKv8jqgqrIrBKkGBzCa3yc3Ww+s/KWmdg5Zl5lsSZwqolGLmIiwCFVaYCCZgnQGHVPCuOJAESIAESIAESIAESIAESIAES8CZgmbC61k8rgHBvXY9GoPIcTtx+8DfkORyKOCpXpsr2qSKqSzHVbCzrror9AiCKElQBVFDaBMjjT9kzMKdRPZzMtK561b19KGKrGVYXXdIR70x6kxWrZmAl+RgKq0keQJofUwIUVmOKm5uRAAmQAAmQAAmQAAmQAAmQQEoRSBthtU55BW48dBRnyKKq7qFUrnoEVlVsdYuqsvjqVbXqGutSWXHCZscnjetbLq5SWE2p6yymzlBYjSlubpbkBCisJnkAaT4JkAAJkAAJkAAJkAAJkAAJxJFAWgircqVqv4IjyKuocN3377ql33Xrv3wclVqDqlajCm5V0y2iVjYBUBRXeaT8P1lwlX+SD7f6pPHZOJmZaVkorRZWW7e9HFPffoMVq5ZFKHEXSkxhdQ/e+3NbjF7fAc8sX4iBTePFz23HvZhaMB5XxssM7pswBCisJkwoaAgJkAAJkAAJkAAJkAAJkAAJJB2BlBdW5Z6qd+UfQg2lUlXtnep+qCKqqzrV1UJV7rGqvuYSWBVxVZ3jbh3geUWSICoCK3AqMwPTm52DMpv8LPJHPITVA3OH4p4Ze1zG98ILs59EJ9ezQO/pvV2wZjsG9mkbOQSuEBYBY2HVLShql4ylyOlHWN37Fvpd8Qw2Gnpqxr5QhdJQx4cVAk4Kk8C+KVfh6lFrgXaj8e28h9HEtY7ndfe6d8zBzrFXe3ZZ+mQeHpjuflqZN8HmyTMorIYZLE4jARIgARIgARIgARIgARIgARKANcLqw49h7aolhjjj3WO1+9FjaHfilObWflUIddesKgKqy3K3SOoWVeUWAUr1qnLGlbtdgDpYU8yqPJdF101n5uH7erUtSavYC6urMGbkftzxSn80BLDqjd54FqOw6BFZWg30nq+7FFYtSYGwF/ERVhcPR8u73gegq9JURM0deDgmlZvBK1bdIljbURvx8aBmJv0PVSgNdbxJMzgsQgI64V8rrLry150XbhG1/0cn8UJPQH1uUIEcZJ7bYAqrEYaO00mABEiABEiABEiABEiABEggjQmktLBamiugtXQM12864TqESoAoirC5VEvlln6XeJp9SXvkduuBnCt6IKP+2ap4WrwDOL0DYsFkoPwgRBGQC1IlUa5qVYVWucJVfthtahuBMbMa4Fhh5IdZWS6sXtoJUye+broVgFKhuqI7PnAJrdprJNB78jgKq/H9RPEWVr/Fsw1uxSy9qKo30VU5ilGjce6oZyrHe0RZdUKl6Kmuu2PUHPT5/FaMXq++7xa7lCfaue3uRX+8j1kBWgH4F1bdPriNdlckGlThugU5v3ZTWI1vdvrZXcm/uejzUV98fdcz2KgRVvV54X6u5FpTteIZBmJ8wHk9K+2gsJqQGUGjSIAESIAESIAESIAESIAESCApCFgirA566FGsW73U0OF4Vqz+coGAU2eKmDJtP6qWOl1dVNVqVVkElQVWoVp15N03FNX63aHYf+iEhB1H5LYBAs7Os6FlPfXWfunwTIgFkyA5TikirShKqsgqtw5w92oVgOXbauDzVbUiDr7Vwmqbdp0wZYJZYXUVxtw2CnsGvINJfeX6Ve0j0HvqOAqrEYc/ogW8hFW3wKi7ddpnA80t+R5xVH5tODBWuSVbL0hWip3qeL2A63ruI3T6v73fWFjVr6uvfDUQSgPaTWE1ouSK9mR3Hnq1AtDk2qjR2DFKI7y6q1LbdcDG9WtV6zxzA8zT+EFhNdpB5fokQAIkQAIkQAIkQAIkQAIkkLoEUlZYdWQAy7upsu4NP53E/ct+V36Wb+mX+6wqwmr16qjz5rvIankeNuxzYPKSMmzId1T2CRCA+nk2PHptDrq3yoRU/AvEbQ8AzsLKQ7DcDVflfqsSUFohYOzHTVBSFlmv1bgIq2vHotfYRWq2d3O3AXAlf6D3dNcHhdX4fmAYCaueSlOfnqauW6gNBS1vP9Rbrt3CqE44hfuWbNf7e9X2A5UVrmG2AtDdzi1b5C3AwnUolv/DqLztprAa3+wMsrvfPPSuWnaL//6qUvWV1bNc23pVVLteo7Ca0BlB40iABEiABEiABEiABEiABEggoQlYJ6yuMq5Y1ZwVFRKISCtdD9cHtrVSq0ll7XPcxwfQ9GiZS1xVX685/ElU73+nIqhOWVJaaV/leVWe1wZ3z8Gg7tmQDk2DmP+ytktrpcjqqmSds6wu1u+qofE3Um8qlwpXcG3TrjOmTBgfWiuAGU29DrByW6EeZGX8njyGwmpIqW75YHMVq7pKULegFfBQINlUc8Jqj4XqIUSRCquGVaxeYquxsOp9mJHWbgqrlieclQsaCavuqmulEvVcTFVaW6htJx7YrcszbR5f+4XaW9hgntyb1f2gsGplALkWCZAACZAACZAACZAACZAACaQXAUuE1QeGjsD61d8bkwtTUwxzmseG7a0kHKon90NVD6C66GAJXvjsoOcQqsz6DdHg0/lY8nMFRs487SW4amRMV42rKsROGlgN7ZpkwLHlXgiF61zVr75ur99RAx8vr5dQwuolHa7ApDdfMy2somAWhoxYgp7jJqJ/A52Pgd6jsBr3TxBzPVaDC6tevSw9hwSZE1YHxqBiVa0+9BVKA9tNYTXuCRrIAANh1bviWNO7V/6PAC7x1Kci+445mIpbNRXWunljr6awmtCJQONIgARIgARIgARIgARIgARIIDkIpKywuv5iESfOcNerysEQ8MJnBWh9sETpi3rWcy+g2p9uwvWvncLB46JeS1WVVPnhOpxKft6+SQYmD6wG58EPIOWP8SrG9fRcFYHDx7Mx7n9Nk0tYlcXSTxth0iOdFLu9qlIDvWeQ56xYje/F7y2sagQlw76VulYAmopVVaAEnlm+EAObuoVYk8Iq1EOFPIcQeQ6TCrPHqsd2X2FUL7wFtpvCanyzM8juBsKqXij3qmK+6muvPIOSs2u9qln9tQ1wW8KK1YTOCBpHAiRAAiRAAiRAAiRAAiRAAglNwBJh9f6hw7Fh9TJjR8MsPQ1zmseG7zo74cyoNEkWU+sWOjBu9gHkljrRcNon2FutJW6fKPdL1T/caqr+dQFfPlYDZ+ceQsU6zb2kEpSDrOSHPLOk3Ibnp7fSTI7Um8qlwm0F0Payrnj7jf8EqFg9gFkj78fkfPdezTDYU60a6D1fehRW43vN+wirijnePSo9FrqFVMNWALq+lnfci1nTt3oLrRqx1m9lobxZu9GYesNcPOARan0ZGR9eBcBfX1j3Etr3dbd9y0P6e9lNYTW+2elnd58Yu8Yp+dnc1Ue3cm5liwnNfzhwvV3ZR9Udaz/zXC9TWE3IjKBRJEACJEACJEACJEACJEACJJAUBFJWWP32CodadSoXo7p1TQG4fc1x3L72GJqt2Ybvtlfg0RlFxoGSFUxZjXU/XE/H3VENPVplwrnyXOUALGVpRe10NWZVDrGS8PQHrTXrJoOwal2+Uli1jmU4KxkLq+GsxDkkkPoEKKymfozpIQmQAAmQAAmQAAmQAAmQAAlEi4BFwuoIbEiwHqsLulSogqcol5O6VFFBQNVSJ6ZM34/Wy7Zg8fZyjJih9lfVPjQyqacTgKKfAnhtQDX0PD8TzhUtFAFVHmCzC5Uiq2uhp95vk2DCaje8/car5nusRpBxFFYjgGfBVAqrFkDkEmlDgMJq2oSajpIACZAACZAACZAACZAACZCA5QRSVlhddFk5HHYXL1lYdVeUihJ67ijCf0bMwG859dH71RMhQZ39cB7Oq/ELxB+vVwpa5apVtQ2AALnPqrxPSUUG/jkz0SpWKayGFOgkHkxhNYmDR9NjToDCasyRc0MSIAESIAESIAESIAESIAESSBkC1girDw7Hhh8Sq8fqyosdOFXF6QqUoJabyrfuCwIkUcKklvfiiiv7YeA7hVi7t8KjuwaKbIMz7PhmZB7E3+bA+ctIRUSVi2LVG/1lYVWEzSZg16FqmLLgXM1SbAWQMldMEjhCYTUJgkQTE4YAhdWECQUNIQESIAESIAESIAESIAESIIGkI5CywupPzStQUFtusOp+qKKq6JQg2IAO9dvggz+NUUTVe6cWuutZIXl+cmmxrhYA8utv3Fkdvc7PgnNdZ0glBxRhVa5adR8o5W61um5XLcxe2TQhhdWBL82LSZIO7NM2JvtwE18CFFaZFSRgngCFVfOsOJIESIAESIAESIAESIAESIAESMCbgCXC6n1D/oKNa5Ybsw2zWDPMaR4bCmo7samZWokqC6nyQzmLSum5qj5/+vIHcXfrm/DW4mK8ubCkUknVeyIAw3pWwcO9cnF8/zuonv8P17lWasWq++FuODB7RTOs332WZpVIvdHsEeZSl3bshomvs8cqPwBIgARIgARIgARIgARIgARIgARIgARIgARIwAoCKSusVmRI+K51GSoyZTVVJ34qCitQPasaPrphLFqd1RwLt5XjxS+LUXDc3T5AnXNZs0wM65mr/FtwfAeqbO2L6uJx14KVFavqkmpV7POz2qOkPIPCqhUZyjVIgARIgARIgARIgARIgARIgARIgARIgARIIAEJWCKsDhw8DD+uW2noXpgFlpag2tKoAvl1K5Sb++WHq82quykqIAI1sqthWIc7cU/rvsqY7QedKDihiqvn189Ag5pqeesHm+dC3Pcy7s7b62oXoF3T1WZAFLFhT23MXnVexPZrK2EjXgwAK1atoMg1SIAESIAESIAESIAESIAESIAESIAESIAESEAlYImweu+gh7Fp/SpDpvEUVkuygUWtTyt2yeKq2xavGlZR6ZSKhnn18Ei7u3D+Wc2V/8mPA4VHsHDvCizcuwoHfl+DhS22a9RU16quw7DcQujYzzrgWFFOxPlltbDa7vIrMWH8K5i5eGfEtgVbYMGa7WCP1WCU+D4JkAAJkAAJkAAJkAAJkAAJkAAJkAAJkEAyE0hpYVUOzJaGZdhbt8ITI/WwKQGS/IOssMoFqcoZV65TqLSnUWki+++z83FzzWOeo6xEUYLdJiiirCSqfVwXbW6Cbzc1tiQfKKxagpGLkAAJkAAJkAAJkAAJkAAJkAAJkAAJkAAJkEBUCFgirN7zwMP4aUPiVazKxCrsEpa0KkZxpghBFkIlSW0J4NJS3WWsspApC6SeslYN7suqFOKDJjvVg6o8k2WBVj0QS17zRFEOxszrZFmQrBdWu2PC+JdZsWpZhLgQCZAACZAACZAACZAACZAACZAACZAACZBAOhNIeWFVDm5xloQVLU6jOFttAuARV7XNV11Cq1ssVQa6egcsPm8LzraXKdWpNkWcBWwCIFetyo8Tp7MxZXF7S1oAuJORwmo6X5b0nQRIgARIgARIgARIgARIgARIgARIgARIINEJWCKs3n3/Q9i8cbWhr/Hssao1SBZXlzcvUsVVSVLEUUU71Rio9GF1twlQdFUBfWv+jpca7K0sT3UJs+pcAccKszH1O1lUzbU01hRWLcXJxUiABEiABEiABEiABEiABEiABEiABEiABEjAUgJpI6zK1GRxdVmzIhRniWrVqutWfkUklStRnXKf1Uq+DbPLMa3ZL2iQWeYa63XsFY4X5mLyd+1x3GJRVS/4WhHx9p164K1xY9kKwAqYXIMESIAESIAESIAESIAESIAESIAESIAESCDtCVgkrA7F5o0/GMJMlIpVrXHb6pTg57plAYKvHmz1bINfcU+tQ0plqvxwiiJs8s8CsPznRli0pSVKyjOjkkRWV6xSWI1KmLgoCZAACZAACZAACZAACZAACZAACZAACZBAmhKwRFi9674HsfXHNXFDGI4IeTpTwrbaxcivWa6IqJIoQbALSh9VQRLQMLsMS1r96PJJFVqLKzKxcU9DLN/RBMdPW3frfyj2hytUt2PFatzykxuTAAmQAAmQAAmQAAmQAAmQAAmQAAmQAAmkHoG0FVbdoaywSyioVo6jVRw4neXE8WwHHBnAy+fswbVVj+FUcVUcPFYDu3+viW0H6qOkPMPyLKCwajlSLkgCJEACJEACJEACJEACJEACJEACJEACJEDl2mCTAAAgAElEQVQCUSVgjbA6cAi2blobVUMDLR6KMGnOyHDrQs2trh8Viv3hWsaK1fBiw1kkQAIkQAIkQAIkQAIkQAIkQAIkQAIkQAIkYESAwqphXoQrX4aXZBRWw+PGWSRAAiRAAiRAAiRAAiRAAiRAAiRAAiRAAiQQLwKWCKt3DhyMbZvWWepDKGKjcppUAj9C80V1xK9HYbra7vIeeGvcWMxcvNMvqQNzh+KeGXtc7/fCC7OfRCfd6FVv9Maz3wMtBryDSX0bGq61YM12DOzTNoEjQtNIgARIgARIgARIgARIgARIgARIgARIgARIIDICFFYj42dqdnIIq6swZuR+3PFKf8hyqSKgYhQWPaKRVteORa9ZwDVYhD1dKKyaCj4HkQAJkAAJkAAJkAAJkAAJkAAJkAAJkAAJpCQBi4TVIfh5ywZDQGEWWEYVthCO0unHInNLWUfB3H6+xra9rBvefG1MwIpV7SylenVFd3zgElqBA5g18n7s6/8Omsy6H4sprEY1R7k4CZAACZAACZAACZAACZAACZAACZAACZBAYhOwRFi9/a77AEnyeCppfpZflFD5nlkcgpnb+116pWesH/3SaC2PuKpTKvWiq36u0Tz3a3rR099cwWbzwVC5hrET/sVgc6KtbNvE1181KayuwpjbRmGP5nZ/RWg9cDcWPXKOIrBSWDWbyRxHAiRAAiRAAiRAAiRAAiRAAiRAAiRAAiSQigQiFlZ7XNoooGpqTvYzQBv2RCvCZH5z8yP92xVuFWoonsoib1mFAzMW+e+xCvlW/7GL1GW7adoAFMzCkBH5uFfpuapWrlJYDYU+x5IACZAACZAACZAACZAACZAACZAACZAACaQagYiF1Zu6tgwsrFqhPAahbqq6NZTIWWxz0OUMBkTDp9IyB96et8UUCfUgq6Z4YfYA7FdaAHyDpzrIUymsmgLIQSRAAiRAAiRAAiRAAiRAAiRAAiRAAiRAAilNgMKqUXiDKqGh5UTQ5RJQWIVSpboEPcfdjX0jRmGBkcuN79P0YK0csGDNdgzs0zY0SBxNAiRAAiRAAiRAAiRAAiRAAiRAAiRAAiRAAklEIGJhNVgrgHBZBBUjtQuHNDhci/zNC7558BG+a0ejPUBZhRMz/bUCkIXUTxth0iOdFGMqK1bl2/+1D1asWp1BXI8ESIAESIAESIAESIAESIAESIAESIAESCD5CEQsrHZv20ga9NCjlnuuPwBLPgLL/XC/J4r6LgTez33WcB2qpX3dfbCW9rwtWQh1j/E5eCuUQ7p05vn6pHqk7GfygC9DkTaICqu0FRCAD9+dEuDwKlUwnZzvptwMg8dNRP8G+tBSWLU82bkgCZAACZAACZAACZAACZAACZAACZAACZBA0hGwRFh98JGRWLdqSdyct766M5wa0/DdD8X+cC0776JL8d6UiQGE1fDt189kKwDrWHIlEiABEiABEiABEiABEiABEiABEiABEiCBxCRgmbC6ZsViQw9DEQ29FwhXQowt6PD9q7TTuArVWj/Ob9Me702msGotVa5GAiRAAiRAAiRAAiRAAiRAAiRAAiRAAiSQrgQsEVaHDHsca1d+ZynD0ATLxBZhQ/NFxejXozBdbdW6Hd6f8jYrVi3NUi5GAiRAAiRAAiRAAiRAAiRAAiRAAiRAAiSQrgQorMYg8okgrLJiNQaB5hYkQAIkQAIkQAIkQAIkQAIkQAIkQAIkQAJpQ4DCagxCnUjC6sCX5sXAY2Bgn7Yx2YebkAAJkAAJkAAJkAAJkAAJkAAJkAAJkAAJkEA8CFgirA4e9jjWWdwKIBQYRsKlBBsEiCh1ZuL33MYotVWHTQBEKfjKge62l6dn2QRk2YByEXBIEiQJyBELUas0Hzk2ByDYAEkMvpFrRCjCa5idAHDBxR3w7uQJbAVgOiocSAIkQAIkQAIkQAIkQAIkQAIkQAIkQAIkQAL+CaSssCq7/AdqYVv1zhCFHEB0RpwHslSaZbPhwOlyHDhWggvqVUP1TBsqRAk2mx02qRQXFq7CmfgjpL1iIqxechnenfQWhdWQIsPBJEACJEACJEACJEACJEACJEACJEACJEACJGBMIGWF1VJnBtZV640ypwRnWTEyBQGZNkAWMeWq1VKnBJioXvVgE4AMQcDmonI8ekULdGzTFFPn/YB1hwtxTk4mKiQJ9uwqyLYLaH/6G+TYzAu5FFZ5eZIACZAACZAACZAACZAACZBAGhHYNR5dWo7ASsXlwfhKmoQ+aeQ+XSUBEiCBVCFgmbC61k8rgHBvXY8U8IHMFtiT0xplp/6APTMLh0oqcORkKVAmAtk2tKtXDYIgwClKitAaTGOVx1TJtGFbUTmaV8nEh8/dgcwMO27/x4cQ5DdlwdbhQHaNM9GsbDPOqdgdkQuhiK1mNrroko54Z9KbrFg1A4tjSIAESIAESIAESIAEQifw9RAI1012zUtToYgMQs+bNJ2xa3wXtByhyqpAZ4zbuQLDW7ieMo/SNCvoNgmQQDISSFlhdVdOa/wqNAWKT+JwhYiezWtjYN9usNsErNu0C098slbpg1olNxPNqmShWqYNJXJ1q0sk1QZT7tZaVOFEy1pVMfLuq/Ha9EUYeddVaH1+Ywz5xwf4bPdvaF8zFyWlFciodgYaSXvRomxLRPlAYTUifJxMAiRAAiRAAiRAAgYEdmF8l5bwaBmmGOkED1NzojDIq7oNGPyVhElG5W1egkyMbacYBCQiA13uKDLeuJ1Y4VHxopCv6bqk2esUAIXVdE0S+k0CJJBqBFJWWN2ddRH225ogp7wQq/acwFdj7sSJE0U4cvQ4rup2KcrKyzHn69U4erwQq/ccxdbdx9CkUQ3Uzc1SRFS9sJlts2H98RKsGn03WrWsjwwAhSUi3pu9CO98t1URaWvaBThza6CJuA/NK7ZGlCtWC6ut216OqW+/wYrViKLCySRAAiRAAiRAAslNIBxhNYCIGUsYZgWbJBZWvx4iwF3wmrTCXwIKq94CnitpO4/DzhXD4S6QjGUqp/ReZq9TGYJ2rD4eCZhHKR03OkcCJEACERBIYWH1AuQLTZBZWoi1B4swYVBPNGpQGzf0fgPS1Q3x4aCrcH7LRkobgKzMDBQcOorXZizGom1H0LHpmShxOOGU5AYBajODDJuA46UVaFazCobd1hXyW63Pb4a6daph688FuOmFmcgRHahX6yw0dO5F84rtEYRF7QVr5YPCqpU0uRYJkAAJkAAJkEByEghHWI1x1ac/sGYFm6QVVr1jQ2HVqivMX84nSF5b5WairGP2Og1mL4XVYIT4PgmQAAkkDAFrhNWHH8PaVUsMnbJYHzQNbrf9fOTbG6Pi9AlkZ2Ziw4FTWDR2IPbtP4T7X/8KyM0ESh2A3YYhXVvgxqs7oFnjBvh26Vo88sa3aNP8TKUHa4UoQoAACZJyeFVhuRN7j5VAWHcCM/97D67teQmcTmD7zgLc/eJ01KiShyZCPppX/GzaVqOBFFYjwsfJJEACJEACJEACJGCSwNcYIlwHd2fQhBX0zAo2FFZNxj1KwxJNEPOqihyMwZiMya62ngmb61EKTUyWNXudBjMm0fIomL18nwRIgATSmEDKCqu7ZGFVOEcRVu0ZGThZ5sBZVbIx4ek78Pr7X2LG2r14bWBPSJKIx974Vjm9asgNrTHsnj/h8JE/cPVzH+HcmrnIzbSjwiECNjVL7IKA3Aw77AKw7VQZ5jx1G9pd3EI+DwufLvgBd73+Hfo3KUbDBOux2vrSTpg68XW2Akjji52ukwAJkAAJkAAJGBEwL6wa3lItn+dtot+pW8TyXcPkIU9mBRsTwqr2lnstEf9Cm3HVo4/fBmJQS68DepTmnj63oPuzx22b3q7Q7df3szTKA30Fp0mf9UuZYWBwAryXT4O/gmTQQDecVgnafJM5foB7NAcmeeeelw2GrQKCVxUbxsaPP9p+tGqMd2r+I4d3PGITczWYIfmgj7/Z61TdyP9hbwHeC9ibNSz7w8x1/kIhARIgARJQCFgirA566FGsW73UEGm8KlZ32lshX2oAx+mTkGx21MjJwA8bDuPD0f2RYbdhwJAP8cC9bXHRuY0wYtYydK1THcsKTgAisPzVwcjMyEDHx97G+XnZyniHU3I1BVA0WGTYBZRUOLHrVBm+/PsAtGrRGO/OmId/L9uPW2odQ5PyxKpYbdOuE6ZMoLDK654ESIAESIAESIAEvAmYEFYNDv/xoWgkRGnEkc7jvkK/j6/zc3CWiduyzQo2gYRVr/f85IHejyC+e4mrur07d16Jle5Dz722CyDoGZnlFubCsR/e8Q2U/R5fQvE5oLDaGf4ZeMfcWywzEtu9/fAr5nvZoxXMXPthPLq0HAF3WLTrBLUhUA4GvUYMfPK6PsbhohEjPJXjgMvenVrx0WTOhhNzeelwfIi1sKq3UStah2N/JLnOXyUkQAIkQAKpLazusLfEPrEhyk+fhN1mV3qkbj5VisEdmuHOvj3Q7empaF41C7tPlaH1mVVQ5hRRLSsDJRUObN/2B5ZPf0wBdMWDr+PSZmeipEL0Shn5WZZNQIVTxM9F5bjgjFz8fLwIF9evi4b4FeeKuyJKMatbAVBYjSgcnEwCJEACJEACJJCyBIIJq+aFOegr88wIgW6uwQ4TskBY9Vdxqw+tVmwLVk3qX1gNnDDaKtRge/iv9jXew79YaCwuqqtUCp3B7AkoaoYb82DxDefWcMPDkXTViQGEOTMVyX0UdiavkYAHNOljqcbjT1920VTY+s+pSGMetg8xFVZ1sfPiGV4MIsr1lP2dQMdIgARIIDQC1lWsrjKuWPWUeYZmV7jTPLvssLXEPufZKC0+iQybHfJpU/Jt/RvzT2DR6w9i8bIN+PfM1bjs3LNworQCNrm0VgIy7TY4RRHbDhZi8/RnsGXbLvzfU9PQoU1dFJY53GdZqftIgM0mKL1XS50isgUJYk51NLUfwnnSTo3H1tXthiu4tmnXGVMmjGcrgBDzkMNJgARIgARIgARSnUBgYVUvRnrflq4XM3SVpz4im/Z9/e23QapWg1ajGcXJ2B7fW/51fnjENu3revvU96Btg2AgKlYKXro9fITk4LeZu2+dNm+/QcVmCzcnjT1+BSoTPuuxRxDzQLfim2kV4KvxVYqSWmb+K1MDiK76W8w1gqz+GglUxSyLpcPdMQiYLy5vXGOiG3PfVhGmfYihsIohAq5zN4PWtZMILwYhXt+p/quA/pEACZBAmAQsEVYfGDoC61d/b2xCmJpimNM8NmyXmmO/VB9lp13Cqlxharfhp98K8dg1F+OWG7pjxEsf4o/iUmTb7ZAk+QZ/pRMAqmTY8ePx0+h3YUOM/dtgvPjGNExauQOta1ZRKlS1D/mZ3H5VOejK6UB21Tw0Eg7hAtvuhBJWL+lwBSa9+RqF1TAvFE4jARIgARIgARJIVQKBhNXAQpNCJFClYbB+p7q5AQ8TskJYDRBCY+HOhP/aNYP46yX+hCOsRmS/sUiq6FRetoToc0Bh1UAsDytfwmkDEEA0C2CDf9HVnw3BeAUQzHXCqrn2BpXAg+esVTE3Ifq7zQpWeez3etG1StBXKH8FXOdRVYP0A/bpaevP/mCxS9XPfPpFAiRAAtYSSF1hVWyKfLEeyopPKa0AFNFUknBmTibWLNiP+V88gV2792PYS5+h7QV1cNrhcJEVXOOysGbJfsydNgx1zqqJLre+iEsvrYeicrlqVSv7yoKs+twpOpFdpQYa2w7jAvteCqvW5ipXIwESIAESIAESIIEoEAgkrJoRtMwKR8H7ZsZKWA3aEiBANaIaAD/VtcFuVw/4vnnxKhT7vW919tMKQCdEGa9vog+ujCYYA91t84EqoD3vBV3T4LLQzgkiYnu1sPASBjU++7Uh+DXi99CtEPyKbswj8EGPPirCqvcmvgJ0+PZHlOtR+DTmkiRAAiSQjAQsEVbvHzocG1YvM/Y/zNLTMKd5bNguNkF+RV2Ulqg9Vt0Pudfq9qJyfPuvQZj+6bd4f90eXHhGLsp1lajyuPzT5ejdoh5e+ftQPDtmKmZuzseF1XNRLnpXrbrXloXVnNw8NM48ggvs+xJKWG17WVe8/cZ/AlasHpg7FPfM2OOyuxdemP0kOinPDmDWyPsxOV/jUrdRWPSI+q7+sWDNdgzs0zYZrwfaTAIkQAIkQAIkkHYEklNY9VvdF6hq1GzVq05o9NuHMWDPzMCHFUF3KzNgQlgNy/5gvSeNBG8/J8PL10awXrhBxcLArSeM2gHs1N4C7lONaHzBBuud6T1Ly8A4Dv5bEQTj672Tl5AclJWZA6Vc63txCWaTPubBxgfwQY8/KsKq/hA0a+03fX2n3e8GOkwCJEAC5gikrLC6zdkY+RW1vSpW7TYBP58qxR2XNME9t/XGNU9NxEVnVcWpMgdyMuXeqhJsrupTERLysjOxYUUBFn72NMrLy3HdjS/j0p7n4KTSk1VQ2gbIbQDcD0/FauZRXJihVSEjlYkr9wi3x2pwYXUVxozcjzte6Y+GAFa90RvPwi2eqsLqvv7f4KkOwROLwmpwRhxBAiRAAiRAAiSQKATSRVjV93SVNcKdWOFqeGmmh6ehAKMVtIIJZRFVrIZnf8BKRxMiZVCf9WkcjEHAilV9xatcMfoBcE9LjFipbmTudvnQhEL9ur4tG/6EL7v4syG0vfz3LjUSuGMV8wh8iImwOhhf7bwAL7QcAVcayIkAaZJ6dJjpg7dco/3lUMi5nigf4bSDBEiABOJMwCJhdQQ2JFiP1W2OhthXXhvlpYUQXPKn3GN1++FTePSGDuja+VLcPPwttGp2JmrkZuPIqWKlB6vcLsD9UMYfL8Y9HVvi74/fj+H/eB3r84/ijOxMnwpXeY4EEVk51dEk6yguzDygCW0iCKvd8PYbr5rusapUr67ojg8UoZXCapyvU25PAiRAAiRAAiQQNQKx6rEarIIziGhmthLOb8VqoINqdBWaQQRHv304g4mKEQmr4djv74Cq0JPJf+9R3VohMTCKua5idPBgYPJkl6BmXF3r443BoVBBPdbGXN8O4Kt++Pg6t6int8FEpbG/zYOx8hKhfVsxGP/HgHBiHoEPsRJWpUloOb7yMDJvMdxC+5UiYe0+JnMuaIJxAAmQAAmkLoGUFVa3lzfA7vJaKC89CZuQqUQwy2bDz4dPYfj17XFNr87405VP4u2PhqNlyybo1fcFXHJZfZwqlXuougIuAXk5Gdj41X58v+rfKCo6jeu6PoSL/nw5bHab2m9V8xClCmTl5KF51h+4ILsgiYXVVRhz2yjsGfAOJvWV61f1rQCaYfC4iejfwPjCYMVq6n5g0DMSIAESIAESSD0CIdyardwJXlnl6VspFugAGpmcVhzSV8kF6eFpqbCqE/T0QpxHZHPZqBda/QliwYSyIO8b3QbvPkBez9p/5aNS1qlW8wVtHRCg761Zn/UXhI+oGXrM/VbZmqiwlc0xU30sj/PeR2unb6Wox00DGwz72FYGTpmqjglyQJM0Ce4aTHW/AL1D/eVsWDHXt34wvhYNfdDH3+x1qkKB4DmQygwbfVwq54QXgxCv79T78KdHJEACJGAJAWuE1QeHY8MPCdZjtexs7Cw/Ew5ZWEWGAssuCNhTXI4+LevhyYfvQLdrn8PqhS+i0TlnY/jf/oPZG3bj/DOroczp9MCVq1Z/PlaMuy4/F/965iHMX/A9xkz7GnvXHca5HerDLgClThEC5NYAFcjIyUPLrGO4IOdgggmrwXusYu1Y9Bq7SLU7QA9VtRdrU00PVu9cpLBqybXJRUiABEiABEiABGJCILCwGlycqzTS5/CpUCoHg4lmZgUbvxWrAcQyPWe9sBooDpa1AtALfZpNlT1aYrzmdvSAqRGK/cpCWlHLxG3hgWJlRcz9iIPhtAEIOEe3jzZ//Ym7husFFTPd0TIjHmojG6Wc9Yl5CL1cfXoD6zLRFAuXcLszVGFVL8Zq/kOPqX0tzvWYfD5zExIgARJIfAIpK6xuKa2LvaVnqhWrNrViVX5Uy7Rj86bDmD/zWWza+guu7NIBe/b+ippn1ECffi+gdbuzlZ6rNlfzVPmcqmpZdmw9dBJP3XoFru/TA1lZmdi89Rc88NIMWa1F63o1lL6rAhxKxWrTnGNonXtEE/1EaAVgQljVWBxYPFUrWvGkcc9VCquJf+HTQhIgARIgARIgATeBIMKqPMyMWGYktulEzs6dV2Klp0miNgImbreNWFg16Yeivbj7NwYTGXWVfRFWrPoVsd32mImDl/0h+Ow5lCpEn/UXksbGzuPG4aIRIzDZ8GILFHMjQdFEjvjkarA5Ol+1B3MZsg6wnqnYhCqshhA/vwJ/gE+6gIev+ZsXhKkpgTMCYVVfkaytgg85BhHmOn+JkAAJkAAJKAQsEVbvG/IXbFyz3BhpmJpimNM8NmwprYPdJWfAUXoKQKWwmpVhw84Txbj54iZ4buQgZNjtaH3TE/jklYewZ98BPPG3GbjwsgYoKquAuyeABAlVM+3YfuAksK0QN953Ce7tdx3OOqsW3npnFv77vx9xfuu6KCorRVZuDTTPPYHWub8llLB6acdumPi6+R6rKJiFISOWoKfRLf+B3gNAYZWfLiRAAiRAAiRAAslDwISwqjjjr3rOrNikjtP3SfQ+hCYANSuEVcWN8eiiPQTHLUQ+saPydTMH4wQVkoP1lPXDzcA+ryrJEO2vvEXadz//vST9CE7Bqop1wqa7AtTnUCAT6/hUjJqYo24v33LvyiMTc7xt0zIyyPeg6/mvMPWp5g5FBI5JzN3XXog++FyywcRKeUJkwqpPCxKvuIRqfwS5njwf8rSUBEiABKJKIHWF1ZLa2FWch4qyU55WADJJ+WiqnAw7dhwpxFUXNkBOVia+2LIfdatl47n7bsSXC1dh/s4CNK2aDadYeZCV/FOVTDuy7TZsWlMAFMzBA38bh359e2PxktV46eOlaFEnB2JGNbSochKtqxxNLmFVFks/bYRJj3RS7NZWrOKNodh/c2VP1VVv9Maz+fe5DrbyzU8Kq1G9Zrk4CZAACZAACZBAshAIVsGZLH4kq51e1aPa3rguh/SHNO1cgeG63qBxc92skB43AxN042SOeYIipVkkQAIkQAKBCVgirA4cPAw/rjO8r8lzDlSsA7G5qBZ2l9RARVkhBEHtsep+yHpplQw79hSVwiFKODcvF3+UlOMPh4hb2rbEtn0Hcaq4DBk2QRFi3Q+5j2qJKOLO7m3R+fJLUaVKFeTlVYPTKeKGEWNQw+5EVk4NNM85idbVj0XkshBpya5u9+AVqwEOqNL2XpXXbexfVJXfprAaUeg5mQRIgARIgARIIFUIUFiNayT9V2PKZvk/CCiuRrs258ns4UUhmWMensecRQIkQAIkEG8Clgir9w56GJvWrzL0xWJ90DSvzYU1sUsWVksLYbNlqKWqmof8VBZOZQGzwikpP8sVqiUOETWrZOF0aQXs8slU7nmCKsb+vPEw1i17S2kD8K+xE/DH78ex7cDvKHU4IIoOZOZUR8vcU2hd44RpW40GWi2strv8SkwY/wpmLt4ZkV1mJlNYNUOJY0iABEiABEiABFKeAIXVuIbY3wFMRkYZ3qoeN+t1om/QW/DjZmjCbZy8MU84lDSIBEiABEjAJIGUFVY3FtbEntPVlIpVO7wrVv2xcYuZFaIqtOrF2MwMG/acLMY1rRpi9N8ewamiIvzz1alYMmcbLujZCMdLS5CTUx1NqxahLYVVkynIYSRAAiRAAiRAAiSQogQorMY5sGb6XWoP64qzue7tdYcQefWYTRATE9eMJI154gKlZSRAAiRAAkEIWCKs3vPAw/hpQ2JVrG48dQb2nK6KirIiCLCbTgSba6SomyG/Lr8m91nd+Vshap1RBe/84yE0b94Ucz79As8//zFadKiDCqEKmlc7jbZ5J03vaTTQ+orV7pgw/mVWrEYUFU4mARIgARIgARIggRAIUFgNAVb0hvqvYgxywnv0TAq4MtsARA4+2WIeucdcgQRIgARIIF4EUlZY/fFkHnYVVUFFeaHX4VWRgpb7s1bNsqOkwomC77fi6gFX4u7+N2D12k2Y+L+laHZ2XTTOPY1LzjgV0VYUViPCx8kkQAIkQAIkQAIkQAIkQAIkQAIkQAIkQAIkEFUClgird9//EDZvXG1oaLx6rG48WR27C2VhtUgRVvUVqOFSdVeuZggCauZm4qeC40BhOW6/4TIs/eln2DOr4NwaJWibVxTuFsq8aAmrA1+aF5FdZicP7NPW7FCOs5jAroORifoWm8PlSCChCbQ4u0ZC20fjSIAESIAESIAESIAESIAESIAEEpdAygqrOwurYNPJaigvLoJgl1sB6E6vsiAm8oo5djsECNh7rAgNq2fDllsVF59RhHOrl0S0g9XCavtOPfDWuLFsBRBRVJJjMoXV5IgTrUwMAhRWEyMOtIIESIAESIAESIAESIAESIAEkpGARcLqUGze+IOh//GqWD3tELHwYC2UOiU4K8oAwXph1e2wLKxm22yosGUixy7g6rOPoWqmu1treGlBYTU8bpwFUFhlFpCAeQIUVs2z4kgSIAESIAESIAESIAESIAESIAFvApYIq3fd9yC2/rgmbmz9iZCHim1YdTQPDskGUYqesCo7bhMEZAgiOtc+hXpVQms8EIqIGq5Q3Y4Vq3HLz1hvTGE11sS5XzIToLCazNGj7SRAAiRAAiRAAiRAAiRAAiQQXwIpK6xKyg36Ek5XSCgozkGRIwM2SBCVlgCBq0nNi5eiaxcBVTMdaFClFFUzbGqD1BCEXAqr8b0IUm13CqupFlH6E00CFFajSZdrkwAJkAAJkAAJkAAJkAAJkEBqE7BGWB04BFs3rY0bqVCESXNGmpdWza0XeFQo9odrGStWrYhUcqxBYTU54kQrE4MAhdXEiAOtIAESIAESIDSQlTsAACAASURBVAESIAESIAESIIFkJEBh1TBq4cqX4aUAhdXwuHGWMQEKq8wMEjBPgMKqeVYcSQIkQAIkQAIkQAIkQAIkQAIk4E3AEmH1zoGDsW3TOkvZhiI2ArEVQkN1NDRf1NX9ehSmq+0u74G3xo3FzMU7QzU/5PEL1mzHwD5tQ57HCdYQoLBqDUeukh4EKKymR5zpJQmQAAmQAAmQAAmQAAmQAAlEgwCF1WhQ1a1JYTUGkLmFhwCFVSYDCZgnQGHVPCuOJAESIAESIAESIAESIAESIAES8CZgkbA6BD9v2WDINswCy6jGSQhH6fRjkbmlrKNgbj9fY9te1g1vvjaGFatRzazEWJzCamLEgVYkBwEKq8kRJ1pJAiRAAiRAAiRAAiRAAiRAAolIwBJh9fa77gMkyeOfpPlZflFC5XtmIQhmbu936ZWesX70S6O1POKqTqnUi676uUbz3K/pRU9/cwWbzQdD5RrGTvgXg82JtrJtE19/lcKq2QRM4nEUVpM4eDQ95gQorMYcOTckARIgARIgARIgARIgARIggZQhELGw2uPSRgFVU3OynwHPsCdaERvzm5sf6d+ucKtQQ/FUFnnLKhyYsYg9VkPhloxjKayGFrXPvlkPCZkQhQrYJRFOIRM2SQy4iGizI1Msx597dwhtM45OOAIUVhMuJDSIBEiABEiABEiABEiABEiABJKGQMTC6k1dWwYWVq1QHoPgNFXdGkpILLY56HIGA6LhU2mZA2/P2xIKibDG8vCqsLBZNonCqnmUny3YhIuanImul9ZDBTIgSCJsggBRV3WvXVGpHhdELFt/ENv2HkPf3peY35AjE44AhdWECwkNIgESIAESIAESIAESIAESIIGkIUBh1ShUQZXQ0OIbdDkKq6EB5eiABCismk+Qud9swN23XIysCgmwOwAhA4LTDtic0Lc0cbfjcL8uV61OnfsjbrnmUvMbcmTCEaCwmnAhoUEkQAIkQAIkQAIkQAIkQAIkkDQEKKxSWLU8WVmxajnSkBZMXmH1Wzzb4FbMajca3857GE1C8loevAfv/bktRq+/F1MLxuNKE/M/WbAeD9x0AQQx08RodYgkygKsHTapHJO+/AW3Xp0swqqbj+yFeUamwYQ0UB8rV+zddu19C/2ueAYbw84F88ZQWDXPiiNJgARIgARIgARIgARIgARIgAS8CVBYpbDqIXBg7lDcM2OP63kvvDD7SXTS8PF+vxkGj5uI/g18AVJYje/HjLew6hasvG3q/9FJvNAzmnaGI5KGM0frQ+jC6twF63Hfn1rDAYdpGBnIgggJNgiY8sVm3Nq7rfdctyjoerXtqI34eFAz0+tHa+C+KVfh6lFrEf3Ym/GAwqoZShxDAiRAAiRAAiRAAiRAAiRAAiSQ2AQorFJYdRFYhTEj9+OOV/qjIYBVb/TGsxiFRY+o0qoiqq7ojg9c7wdKawqr8b3oDYVVT+WfW9DqgGeWL8TAptGyNRyRNJw5EQqr32zAPdedB8lmNw1CEJ2KrCoJIj76cjf69m5TOden0lLmPR7N5pmroDVtRBgDE1tY1TnEitUwIswpJEACJEACJEACJEACJEACJEACsSZAYZXCqmHOeQupqzDmtg/RxE+Fqn4BCquxvoy99wssrAJLn8zDA9OhqVzUV7W6RVcDEXbxcLS86314qjD9CmABRFLXGm6rKys6K+c80+oZjJ6ujvCusNTezi6/qxWIfStW3b4qC90xBzvHXu0F638LNmJA7xYAbOaDJjgAyQbBJuGjr3ahb29NKwC3bwZ7wc3K856OL9Tb3zFqDvp8fitGr6/0/+r5asx8eWjN9hfHyph7RhvdYm8YF7jaK2g462Oum6fsEfQWfn2sdM91e+S7crYyVwLlgc5fo1hosLEVgPnU50gSIAESIAESIAESIAESIAESIAFvAhRWjTIi6GlToaVR0OUS7vAqWUgdhT0D3sGkvg2BglkYMmIJ0HgPduW7fO9WWc2qp0FhNbT8sHp0YGFV18sS+ufeYl+Phd63j7urHj3CmV5o9TjjR1iVBbPhwFilh6q/28HdYqpe2PUnnLr7here19m2b8pwfHfVeK8q3bnz12NA73MBiB7LR/x7GwRJ0rwCCHJPVbEC/3mutWecJAmYuXAn+l7TrjKE2jYAenHRpLC60S0Wu4TWjYBLyN6t9qA17I8aOI5yZXLAitUAcWnsaiHgETW1XK/62iUGy+0O3CKsmf6tIQirI3bg6rve14i1QfLARNy11xyFVas/gbgeCURGYMaMGcjPd3/ZAKpVq4ZHHnkkskU5mwRIgARIgARIgARIgASiRIDCKoXVSgJrx6LX2EXqc61wqry+t7KnqiK0votmT36Dpzr4AqSwGqWr1eSyQXusagU/A2HULcApQppLONuoVP01V6oXd7e6F7OmQzkgShXdYNBWwNxt/WpFqbsa0neOlxjY1HWgkbYC0WW/WtVqLKwGqp78bMFG9OvZGNC1Arh32FQ4pEqx1SYBH04YrERAcL0uC6uzF+/FjdcE7rHq2d+ssOrTtqFSqPTmpUmIYHEc1CywsKrLLa993AKvyy61etQVs71yBfNWT/zVeF1o4vAws8JqB7RdvxYbtWKyD0cA2jyAWlUdvGpWdZrCqskPFg4jgTgRePHFF/H000/HaXduSwIkQAIkQAIkQAIkQAKBCVBYpbBqmCHqQVVN1QOsFGEVmsOsDmDWyPuxuIurolW3AoXV+H7sBKpYha760EtEdR+w5CXSuaoQMRrfzjsXUxuMQfOP+uLru+aiz/KFaDYxDw/8LL8nV6BqH/6FVa/b85UpwYVVReRtPl4VzAwehsIq9LfA+1ZSzv3mR9za82wIUobPqjf2VYVU+fG/uZMr3xcl9WebhFlL9uOWazStALSraKpXfUVquSWBcSuAjWEIq8HjGFxY9R8XrQh6Pb6Vq2bdNrp8hHJAlzZX9Pmgx2tSWPVM08TOqPWAa5y7bYS3L4EraCmsxvfziruTQDACFFaDEeL7JEACJEACJEACJEAC8SSQ0sKqQxQhukWQECgLyq35AjLsAgT1SUSPoCskXCsAeG7/7yn3VYXaCkD5uYGMgsJqRAkR5ckBWwH46Y+pPblef8u4+hx4RhFUd+DhguHY8+e2+PqG0Th31DOYZdjD0lhY1a8dUsWqqxJRa6s3St9bxN3vGwqPAOSK1b5d5ePaKqtTtWvefOvD+HTOW4YRk3uszl7yG27RHl6lH6ntuTp0h3LbvFr9a62w6q7YDB7HtbqetarBgeOieX/UaOwYJfeBlYXUZvD0jfX4bfZQNJPCarvRmHrDXDwwam1lj1y/7Sd8w+Qv7tqRFFaj/IHE5UkgQgIUViMEyOkkQAIkQAIkQAIkQAJRJZDSwmpxWQXmLfsFkqRWmOlFUu1zh8OBiooKFBUV4ciRI5CcDqxY/AW++WwasjLNnxhuFK2kEFbl2/s/bfT/7J0LfFxlnb+/k7SlFNAWUIQWuSVAkeqyCph0US4r2qprwaV1UUFEE9HFpsut+G8RrbsrF20qq5AoIqDVtgoFJZVLkVWSLuC9hVASwGIr0iJy6TXJZP6fc86cmXPOnJlzZubMZC7PfD6lSc573svzvmdonvm9v1ddF7eYQ3BFrHpFqjc1gGfQRKyW9JkNrDy/w6u8AtRHTtpRiW8/Ub879gpTCppC9Elrm/bR5jZ8b7dyiVU7dYCdF9QTsZo6sCooH6y3TXffjTQFl6vbEoBZZNyd9/1GH2o9WA0aH8jVWyChYd3d94IrFYAh8lJtOiJmrUhKz3hSkZfJ8Xu23GfmoLUjcP3kZfA85sqxmpLnDz+gC47wzos8AjXdvvu+fBCGF6tWpLSRW9a7TvwjUV1zEELCIlbzmTfKQqD8BBCr5WdOixCAAAQgAAEIQAAC4QnUvFi965dP6rOfOEuNsQZ1fmel/vKXv+h1r3udSei1117ThAkTNGXKFFOoDg0Naffu3ebPt27dqne+851as/qH+kH317TXhMLlalWI1aQ87U6dF3FkOqeqASuZV3UwubbOzJJf1biMWA3/AJaiZJBYtSWj7MhJ54FLZoe8wip92rz3AKPMsvaIvCfUGz83xNgVevqfDElmveZ91MjXaufotO556uofa9ZP/1X/9ZtkGZe49as3y+FVqa32ycZ8ImvvvPeP+lDrARqKJTTOkVPVb14SalCDGmUIVfvru/7veZ39HmcqAO9p9fZBXMkandvYU9GYSdFclFj1ys/Mecx5eFXqEDO/eTF+5hiX61CuXPORa3XnI1Y/p8Ntbqm2w6yD7PPu7BlitRTvQtQJgegIIFajY0lNEIAABCAAAQhAAALRE6h5sWpErF58wVka19ior3WvNAnakarG33//+9/Nn42OjmrHjh16+eWXNWnSJG3ZskXHHHOMJk6cqAfu+XFRcrU6xGp0iwuxGh3LQmpyi9VCaqife35y3+/1Lye/IWsqACeJUSXUqJiM+Hf765/93zbNeW+WHKt1gDHjMC2/g6UqnANitcIniO7VPQHEat0vAQBAAAIQgAAEIACBiiZQ82L1pw8/pXg8niFUvYLV/t5IG7Bnzx499dRTOuigg9TQ0GD+KUauIlYr+hmouc4hVsNP6R33/1bv/8cDpYaYYomGnDcmEvFUOfvrnse26qwz3x6+wZoq6ZM2wplT1swjW/kvxGrlzxE9rG8CiNX6nn9GDwEIQAACEIAABCqdQF2I1c+c9yEzFcD/fO8OMxLVSAVgRKsaW/6nTTMOrnFHsRrRq08++aR57Q9/+IN27dql448/Xjd/83o98ou7804LgFit9MegtvqHWA0/nz++9zc68o2TdNyhkzSquGLaS6OxYbOC8YmY4o0JmT5VMTNK1XjfGInF1Tg6Tk/8ebs2bdutD59ZvxGr8qQQMMGZKRdkpnWwUz54ZyT7AWTh5y6qkojVqEhSDwRKQwCxWhqu1AoBCEAAAhCAAAQgEA2BmherP+sd0L9/Yo6ZCmDpd37sSgPgFar2IVeGWB0YGNBRRx1l/v3SSy+publZzz77rNY9tEZr7/5BXnIVsRrNYqWWcAQQq+E42aXuvPe3Go0Z+VPjUsJ6Wkdj0jhDpiYSSjQ0KhGLqyEuM6o10WAI2Aaz0Jz3/UN+jVG64gggVituSugQBFwEDLH6yPDJUIFAVRNYfVXGKZ9VPR46DwEIQAACEIBAmkDNi9V7+gZlC1NnblWnVLWv23+PjIyYQvXYY481D7TauXOnmX/VSBGw7777asX3vqUH7/mRxo/LvXXYxoxY5ZErJwHEajlp01a1E0CsVvsM0v+xJ7BG7bHZ6m7t1EDvfDVF3CHEasRAqW5MCCBWxwQ7jUIAAhCAAATKQqDmxWrPuqfV9rEPmqkAbrz9Lr3wwgvaa6+9TNlqSNO9997bzKG6fft2GUL1wAMPNMEbYtWIXDWuGX/v2rlTX1jwaU198+G66PNX6EuXnK/9Jk0INUmVJFbPXrQqVJ+LLXTBrBOKrYL7CyTwrZ89WeCd3AaB+iPw2Q8cW3+DZsQQyElgUMtmNqujr1WdA72aH2hKEassKAgEEQgnVpPPUqqyNvUkujTLU/ngsplq7uizftrWo0SXt4T7Bt/ya9oVm93t2+3WzgH1Bj/4QUPmOgQgAAEIQKBuCNSFWP3c+R8yUwF845Y7tW3bNu3evduMPjUiUSdPnmxK1n322cf8+QEHHGB+b+RVHT9+vMaNG2cuhh07tuuS9nM1ce9JuvDz/09XfnauJu+7Vyq1QK4VU0li9aa7N5R8cd/3aL8QqyXHTAMQgAAEIACBEhBArJYAKlXWOYFgseqVqklgGZHgnnKBYjVL+Rxita0noQBXW+ezyfAhAAEIQAACbgI1L1bX/N8z5oi92/3j8bgZoWrIU/uaXc5b1vjeiFo1xKshXI20AJ/5tzM1ZT/Eqt8DhVjlbQYCEIAABCBQ+QTWtMeUClozBU1zMlrV0ffWNrWpW92uCFZbvhoRdXO0OiMVgEfmFJEmgFQAlb+O6GEwgXBidbXm2BGqKfHpjlq1n9m2tjZ1d3cHRqyGL28/s2Ej1YPHTAkIQAACEIBAvRCoC7H66Y9+wEwF8M1b79SWLVvMKNRJkyalIlQNaWpIVuPnRnqAl19+2fz+TW96k5k2wEgH4HwZovWJ9b/T+t/0atWt/xO4VohYDUREAQhAAAIQgAAEykkgKW7sbb+Dy9p1z/u7NL8pM2LV3kqc2iI8uEwzmzvUZ8pYeXKselIDuMrm3rLsN3zEajkXBW2VikCwWHW3nNq+7/xQwpatxnM3Z7W1lT9XxGoe5VPtBUbAlooQ9UIAAhCAAASql4AhVn/T97A2b9qs7a+8qkSWoXjd4MR999XrDzxAsTmnNGe7x6wqFmgVi4cXk38jO/cMy8ixaqQCaGxo0NLv/FhPPPGEKUsnTJhgRqEeeuihZkqAl156SYcccoiZIuD555/Xfvvtp53jXq9l9w7oiee2aWjPLsXiQ+afvRtHddy0yfr3D7Xotw+s0I9u+UbOQQQi8CmQbUwF04pJu/eMiFQABRPkRghAAAIQgEDtELClS0Y0qV8qALcsVTLHo7Vl2CNSPcJWcka3ZuaLDAKKWA0ixPVqIBBKrHq357ueTc9z5JSmvvv28ylPtGo1rCH6CAEIQAAClUvAEKt33H6rLvvM+zX1oAMUSwZnGkGZiYS0Y/ew4qMJYyu9+behABsbG7TlLy/qph/8ovLF6j19g6ZA9dveb0xLtp8bh1qdfcM6feXDb1FDIqG2bz1gidVRS64afw6ePFHdl56j8z94EmLVQYBUAJX7wNMzCEAAAhCAgE3AlQpA9pZj/xyrVlljm/Ct0vnG4VZ2eX/pmknZ/yCeoNlArAYR4no1EChIrBoDS8pV+8OMVNR4gFjNiDLPVT7rhyzVQJY+QgACEIAABMaegCFWf9j1bX3ti/+mWMM4NY63zmqKx420otLfXtmhoZFRxeOjGh6Oa9y4Ru2z93hNed0+uuSq71a+WP1Z74DaP/4vZiqAG275iTZv3mxu+TeiVo3t/o2NjebXxp/h4WFz27/xxzjMqvVL9+nbnzxRDUqo/Zv3KRbfk5KqhmBtiA/pgW9doQ+fegxiFbE69k8zPYAABCAAAQgUQMAtYZTMs+rJtZiSL61q7etLpgEwtvYHRawW0CHHLYjV4vhxd2UQCCVWXV1N5yk2IsPnrHbkQ/YOySeHsftDE88NvpGwRlYBDq2qjNVCLyAAAQhAoNoI2GL12kVzlVCDxhspRWMNGhlNaHRkVFtf3qE9I3HFR+LaMxTXhPGN2m/SRB0weZIuu/p7lS9Wf/rwU7r4grPMVADXd63Qk08+qYkTJ2rq1KlmWoB9993XlKoHH3ywtm7dan5vXDdSAcy86h5XlGqDU6zGLbF6f9cixKpn1ROxWm1vA/QXAhCAAATqjYAhU8/Xreqd3yR5tu+no1N7ZVy2XnYkq/G1U7p6xKpXtBYJFrFaJEBurwgCgWLVeAZXz1Eita2/TGKVaNWKWB90AgIQgAAEqpuAU6yOjiY0bq+Jamho1IgRsToyquf//pqGhuNmtKolVhu03757603776vLv3RrdYhVIzLVeOVKB2DkXB0/frxiOZLCrv7VBn1j1dpU1KohVu/79pdSK2DH9lfV85PbM3KukmO1uh8Seg8BCEAAAhCoPQJOUSr3ITj2gVOmQ+3UQO98GX7V90AdP5HqvN8GV+ChOIjV2lt59TiiUGLVOIwq45UlhUbG1v6APKm+qQDS7wFEq9bjqmTMEIAABCAQFYGaF6t3/2qjLjp/jpkKYOm3V5gHUxmpAIaGhswo1W3btumAAw7QX3c16opVT+ivL71qilNDmjrzqaZ+ZketGrlWR+O67ztLpD+dJY0MSdpfmna1Vq34uUuuIlajWq7UAwEIQAACEIDAmBHIOJiq9D1BrJaeMS2UnkCgWDW6kPPwKk8foxCrqfYKy39cemq0AAEIQAACEKgOAjUvVu/65ZP6/CfP1rjGRl3zreX629/+lsqhaghWQ6y+4Q1v0BV3/Um/e3abKxrVPqTKFqymbDX/7FFs1IqCNcXq0x+UhocsuTpxhgaGL9TCi+amVgBitToeBnoJAQhAAAIQgEB2AnbexnJGtxli9corr2RaIAABCEAAAhCAAAQgUJEEal6srv7ffvNQKuOVLRXA6173Op12za80tHtXKko1LVFtmTqkBiNK1RSrRn0JM23Avd/+srTxfWmxGm/Q0PH36d/e+zbEakUueTplRkQsma6Bvg5zaycvCEAAAhCAQDABe6txeaPbEKvBM0MJCEAAAhCAAAQgAIGxI1AXYvWznzjLTAVw/U3LU4LVkKwvvfSSpkyZYv5p/dJ9qWhVc9t/SqI6xGoyPYASCbOepsMO0bcW/qv01EesaFUzanVYeudvXQdaVUvE6uY7L9L5y59JrsYz9JVVl6vF+O6xa3XGtWt9VqmjjOMqh1eN3QMdqmXEaihMFCotgcHOVjUvWJdsxClqBtXZ2qzUJaNEttyM3m2TqS4b9V2mjWHrKe1QqR0CECiCAGK1CHjcCgEIQAACEIAABCBQcgI1L1bvfOgJzb/ww2YqgP+64fZU1Oro6KgGBwfV1NSk/fffXzO/2GNt8U9u93/7kQfqyo+8S2+cvE/2SRjeJm35qvTqY2mpOjQknbK+CsXqOl1z6XP66PXzNE3Suhveq0W6WmsvNtVqxivXdcRqyZ/b4hpArBbHj7sjILBG7a0bdVkyatrcXqye5GnIlljtX5xQ6nDkPFpM19VcVD15NElRCECghAQQqyWES9UQgAAEIAABCEAAAkUTyFesjh/foNftu7feNGVfXf7lWxWbc0qzFb6Z5RULDNcsegyKyb+RnXuGZYjVPXv2ZE0DYESuGodX/dOiu5K5U60I1R8vmqc3NHxNGtlkddCIUjWjUocd0ame742IVePPaU9WoVh1z4MZvdp7qm5NilbX1S0r1N7xkE7vvFHzpmbOH2K1+DUdaQ2DnWptXiArNrBFS5fO0IKVdioAY2vnEk03frbAOI3Wjhz0Rg16tn666jQCCm0JZtx3nnTbYvU3z5Z1vq03erBFSwf61NFknNPgFGpGWavdlXMH1GcU4FUXBMzo1ZVzk+kpihCr5rpcqbnm+iqinrqgziAhUB0EEKvVMU/0EgIQgAAEIAABCNQrgZoXq3f84nF97oKzzVQA13zz9qQjTZii1T64yhCr77l6tZVjNRm1+tDSdumlC9NSNT6SzqNqH1TllKy2VB1t1NDMX1d5jtV1uuacq/XMuTer6ywjftX9CopmRaxW0tuJV1Qmc+S1LE1KLP+ceV7h6RZf7mhDPym2YF2moLXlq6u8uZVb6kl0aZbpVZ1irJI40pfSEbDW4Pqltkz3Sv20iA/qg1/kazqlQPh6gtrhOgQgUD4CiNXysaYlCEAAAhCAAAQgAIH8CdS8WP3JgxvU8al/NVMBLOn8XkqsGgdaPf300zrmmGM0efJkXXLL/+oPA1uSqQD26BfL/j0tVsNKVSO/6utP1MA+V2jhRXNTsxEYtOtTIFsUbv5TnLwjJu3eM6Kb7t6QvQpnLtV3ZUsDYElXXX6vrjjRvyrEasGzFP2Npqjs12JbXBotuFIBWFJLqYjTbHIzGdmajDR1ddTVRmaUoClS+xcnt3kn20/JVHf7GWWjJ0KNlULAmR81Ww5VczkauVhnpOV71v77rGVH2fD1VAog+gEBCBgEEKusAwhAAAIQgAAEIACBSiZQ82L1x2vXa/fu3TlTAUycOFFbd8S16Lv3aeuLL5lRqw/esMASq/G4tfXfPpzKPqDKjlo1cqoaQtX4fvxB0gldWnXHL/SjW75RfWLVsVKtg6yOSB9glbyWM0VAsgxitYIeeW9EaGixaqcOcI4lHfHnPnjIKOOOUHXmx8wtVpPizBSv5MSsoJVT1q7klp65handUXfktF/3w9VT1oHTGAQgEEgAsRqIiAIQgAAEIAABCEAAAmNIoC7E6r9/8sNmKoD/vuFWbd68WePGjdOkSZPM3KvGwVW7du0yfzZ16lQ1NDSkp+PFCxz5VIel/T8tvf79Wadrx/ZX1fOT211S1ShcNRGrzpH55lENjlY1qkCsjuET7W264IhVT5Srs17f7ft2+XwjVu0I2X4tHpiuJd7o2gpCSVdKSCBXCohQ6SFCSNNQ9ZRwjFQNAQgURACxWhA2boIABCAAAQhAAAIQKBOBmherqx74oxZ8+hwzFcDVX7tZTz31lIwI1fHjx2t0dFSvf/3rtWPHDjOqdWRkxPy5kX/1pJNOkl74WDKvajIi1Y5aTUWvDkv/9EfXQVV+81YVYtUQqXe8WV0Xt5hD8ItYzRbF6h0zYrVMT2+oZjz5K+1Dpzw5Vl2pAIIOkPKIVTOvZXfhEav2gVVmLswcW8JDDZdC1UHAWIfXHaO+LjOzrmu7v9pbtfEy63Az42Wur/V2TuBk/tUZPenUElnSBazJWU91YKKXEKhHAsuXL9emTcmDQ40Pp2MxLVy4sB5RMGYIQAACEIAABCAAgSogUPNidc65n9Hssz6iCRP2MoWpIVONf6QbL+Nr4zU0NGRGqg7t2a3ntzynv237q86a+3Fpy7z0Nn9nKoBjviONDku/+Yh0an9tiFVt1opLL1R36neZI9XWeaPmTbVXce4DrZxrHbFaYU++LVPNbrWpx4gMPU+6ra9DTcoW6ec9QEhSSsYmZVe3Nc6WpUs1Y0G/5ph5XAuIWE2JsXWyD7iqMIJ0J3ICOQ6ocuZetRZY8qA14xs/seo9/CrZ2Zz1RD4gKoQABEpEgIjVEoGlWghAAAIQgAAEIACBSAjUtFgdTSS0Zyiu3cNxNR/3Nn3xmm8pFmvQ9tde0ysvv6QJe+2lndtf1SO9D+kPv16nLX9+ViPDuzW+sVGr7v+t9nttobR7SzJqJLlx3QAAIABJREFUdUgaHrZSA0y/xRKr6zu0/a136fwPnpRzMqoiYjWS5WRVgliNEGa9VOWXC7Zexs44IQABCEAgKwHEKosDAhCAAAQgAAEIQKCSCdS0WLXBG4J1aDiu0ViD9nvd/mpoHKfXXn3ZzH26a9d2jWtsMGVqY2NMjQ0xM6J13gWf19yPzJK2dknb/yjt2W5JVeOwqtEGaZ/jpKYvaNUdD2bkVPVOOGK1kh8B+lYJBMzt3nJv766EftEHCEAAAhAYWwKI1bHlT+sQgAAEIAABCEAAArkJ1IVYdSIwJKvzZWQFiHmPl0qaUEOu/uNJp+jNRx6tCXtNTN1mpAzY9PRG/e6xh7Xilm8ErjHEaiAiCtQ1gRAHD9U1HwYPAQhAoH4JIFbrd+4ZOQQgAAEIQAACEKgGAnUnVkNNSqAJDVVLqlBgdT4FMmRvfk1mlo5Ju/eM6Ka7NxRbU+D9pAIIREQBCEAAAhCAAARCEECshoBEEQhAAAIQgAAEIACBMSOAWPVDH2hC85uvwOrKKFbPXrQqv84XWPqCWScUeCe3QQACEIAABCAAAYsAYpWVAAEIQAACEIAABCBQyQQQq3UmVolYreTHkb5BAAIQgAAEIOAkgFhlPUAAAhCAAAQgAAEIVDIBxCpiNfL1SSqAyJFSIQQgAAEIQKAuCSBW63LaGTQEIAABCEAAAhCoGgKIVcRq5IsVsRo5UiqEAAQgAAEI1CUBxGpdTjuDhgAEIAABCEAAAlVDALGKWI18sSJWI0dKhRCAAAQgAIE8CaxRe2y2uls7NdA7X0153l1Y8ejbNMTqI8MnF9Yd7oJAhRFYfdXpFdYjugMBCEAAAhCAQLEEEKuI1WLXUMb9iNXIkVIhBCAAAQhAIE8C0UvO4A5E3yZiNZg6JaqHQDixmnyOUsNqU0+iS7M8wxxcNlPNHX3WT9t6lOjylnDfkL28tz2juoQCqqse6PQUAhCAAAQgUGICiFXEauRLDLEaOVIqhAAEIAABCORJIHrJGdyB6NtErAZTp0T1EAgWq5mS0xxdRuS5p1ygWM1WPkt7alXnQK/mlyfUvXomkJ5CAAIQgAAEfAggVhGrkT8YiNXIkVIhBCAAAQhAIE8CacnZeXyHOrqt21s7B9SbsiUeqeKVN4PLNLO5Q8mYOE9UnPteK8LNv81iot8Qq3lOO8UrmkA4sbpac+wI1TXtis02Hl531Oqa9piMH7e1tam72/gid8Rq1vL2M+549lNliVqt6LVE5yAAAQhAoHIIIFYRq5GvRsRq5EipEAIQgAAEIJAngbT4tGSqtGxmszr67Eg0T3SpLVhsQWN+/4QWJQWPvY3YJVBTsseoy5BBc7TayOtq7kw2ROtgsk3/rcxhBoRYDUOJMtVCIFisukeS2r7v/NDDlq3GszpntSVec4nVnOXt9wnP+4JH5FYLX/oJAQhAAAIQGAsCiFXEauTrDrEaOVIqhAAEIAABCORJIHNbvi1pTNF69HWmkElHsAZI0KSc8b/X7lpmm1b0W+HbihGreU47xSuaQCixmopSTQ7FFUnueU6d0tQ3KWqI8t7IdKRqRa8hOgcBCEAAApVHALGKWI18VSJWI0dKhRCAAAQgAIE8CeQWq7fq/PTBN66a09Gl9pZg52VDrNr3utMKGKUQq3lOEsXrjEBBYtVglJSrSh5YlXr2AsSq68MUIwWIX3mvyHW0R4rVOlugDBcCEIAABAoigFhFrBa0cHLdhFiNHGkRFQ6qs7VZ/Ys53bUIiNwKAQhAoAoJZBer5jZ9WbkbM+WoNVT31n/DmTrKZ0S72ngQq1W4UOhyGQmEEquu/qRTehjP7ZzVVm5V31fGAVfGYxtQftETavakEsiQsWXkQ1MQgAAEIACBaiSAWEWspghsvvMinb/8meT3Z+grqy5Xi331sWt1xrVrU2Wbzr1ZXWdN813ziNVKeisYW7E62Nmq5v7FSvhuT6skTvSl3ATMtbFgXbJZ//yL9i+ELUsH1NeRJW7GFWnToqUDfbKKWms/1YTxo8BTk8tNgfYgUEoCeeZY9XTFK1bt59ESsQNqN3KppkSOsd34Oh3dm8yxmnEQDqkASjnT1F09BALFqvH/tNVzHP9uKq1Y7Zm7UrM7+lz/f0zldeX/mdWzsOgpBCAAAQiMKQHEKmI1SWCdrrn0OX30+nkydOm6G96rRbpaay821Oo6XXPObTq880bNmyppywq1dzyk0+3vPQwRq2P6THt/NR7TiFXEaiWthUrqyxq1t27UZX0dMhyoKWzkOdHY+OVyiXEOcrfWz80iVk2puj4tU83vpR7zsJ2x/VChkmjTl3olYAmZDZ09mrtytgx3Yn2+4NjBkJFb0fkBhJ2b0f78o01t3d3aYIrVJiOkVTObO5SsNlkvEav1utoYdzgCocSqb0hqlgPgMrb2ew+j8vTLW94vDYD9yDvfK8INj1IQgAAEIACBuiSAWEWs+i58M3q191TdaohWU6Ru0idSEawe0YpYreA3D1su9UizrZOaJWdUn/G9N7LP84/3wU61Ni9QKrYw9Q9tH3FlyrDpGuj7gH7miRY0og4X9zd7BJpVx8ps4qyCydK16AiYAn7lXA0kRau9JvsXD2j6kuzrI/M+4xfKJZpuRq0iVqObIWqCwNgR4PCqsWNPy9ETCBSrRpM5D68KEKV2nmNliRIPmWPV9QFM9BioEQIQgAAEIFBTBPzE6vLv36bEaEKJhLRj95DiowmNjo4qHk+ooSGms+Z9XG+asq8u//Ktis05pTmRi0gsVnpeMUXcSLmr82mvFGPavWdEN929IcSEGOL0aj3j2O5vRrD+0kgPcK6eu/RCPTiTVAAhQFZAEVuapmWqtQV7RjKqLzNa0C2r3JGF7mu5xKoViZgRseqKKDQLqLV5peamtm9XADK6UGYCVnTNesd2//S6ac4t3r3rKfkLpUz57/3AwPuBQpmHSXMQgEBBBBCrBWHjpgolEEqsVmjf6RYEIAABCEAAAv4EckWs7jWuUS/v2KWReELxkVENx0c1rjGmXUNxxGo+CyrQ01aKWHXmUX2XnQYgPVJLrko67JNWJGsWCKQCyGd1lLqsX9SeI6pPfmLTGfXn6Z8pQvu1ONtW61TEahax6hJfPuK11Diov3IIOCNynHncfNZYrohm98EcLWppWacZPoe1eT9QqBwQ9AQCEMhFwBCrV155JZAgAAEIQAACEIAABCBQkQSIWPWblkATmt9cBlZXKWLVMSzrIKsjkgdYWRGsuvxeXXGiZF2T2sixmt9CGJPS2cSqmYhSXc3ubf7pLnojXO1EAEYJO1VAARGrrihWKxqx30eCjQkqGh0zAmnpeZk2utZEvqkirOhXK2LVO5xc18Zs6DQMAQgEEECsskQgAAEIQAACEIAABCqZQM1GrE49+h068PC3lpX9tmf/oM1P/VoNRv4DhyytRrHqPKBq5qOOfKsm0c1akSMdABGrZV12AY2FiVi1I1B9qvLdul9MxKq9/b9fiwema0kq+rWSmNGXshNIpYRYrP5mOxewpxctSx05WLP0MCM1gKMcaSfKPq00CIEoCCBWo6BIHRCAAAQgAAEIQAACpSJQsxGrb591oT487+Pas2ePpJxpYPNme+NtP9VF531Q3r9X/2SlHu35tsY3NpjJaO1XVYhV44CqO96srotbLHXqjFg1UwQoGb0qWdL1uzoyGcHqBYhYzXtJlfCGLDlWUwcFBUQEekSVte06fbiV6zR3+5ArhwDLPFzIGKoj96VzC3gJKVB1hREw1sp1x6gvGVaafZu+d30m186MHiUyQlLduVrXtLdq42XGIVbW2M21uj6EnK0wVHQHAvVOALFa7yuA8UMAAhCAAAQgAIHKJlCzEaszP/RZnXbGaWn6iWx61bqQVq/WqV3Gy4g8jZnRp9bPrD/G1+4/diP33b9WfXd3aeKERjU2NqTargqxmoxC7d5kd/tI11b/VH7V5OUmx8FWiNVKfsgNEXWetHiuVs5eIGtDf1qMWj33HvIjySFHnTksW5Yu1YwF/Zpj5lg1dZW59brbrrdHmr1kejqy0JatZpUD6ktaLkukrROnzlby2ill38IeLBUgVh3ry+itc41lnKocJuK1lEOmbghAoCACiNWCsHETBCAAAQhAAAIQgECZCNRsxOppc/9DD9y/xsRoi9DR0VH5/YnH46mfG1/b33t/btw7PDxsRsEaf3bu3Kldu3alpupLX/mqeu++SRMnjNO4qhOr0a04IlajY1mzNeXasl2zg2ZgEIAABCCQLwHEar7EKA8BCEAAAhCAAAQgUE4CNRuxetrcBXrg/p8jVu3VFJN27xnRTXdvKPn6QqyWHHHVN+BKIVD1o2EAEIAABCBQKgKI1VKRpV4IQAACEIAABCAAgSgI5BKroyOjev7vr2loOK7h4bj2DMU1fnyDXrfv3nrTlH11+ZdvVWzOKc05E5gaO+lL/Yo5T4pKNnbqOR1a+8C9iFXEaqmXH/XnTYDT2fNGxg0QgAAE6pQAYrVOJ55hQwACEIAABCAAgSohULtidW6H1t7vFqt33323OS3ve9/7XCkB7C3/v/rVr/TOd76TVABFLl4iVosEyO0QgAAEIAABCJgEEKssBAhAAAIQgAAEIACBSiZQN2L1rrvu0gc+8AFTqPb09OjMM880v37ggQf07ne/2/y6HsTq2YtWlWU9XjDrhLK0QyMQgAAEIAABCNQOgeXLl2vTptRJmuYhogsXLqydATISCEAAAhCAAAQgAIGaIlCzYvXdcxfoQUeOVadY9R5g5YxYNWb3xBNPNEXr0NCQdu/e7TrYyjisamRkxDwQy7hmHGJlvzi8yiJBxGpNvUcwGAhAAAIQgMCYESBidczQ0zAEIAABCEAAAhCAQAgCiNXRUVOQbt++XTt37tTg4KCJbfz48aZAzeeFWEWs5rNeKAsBCEAAAhCAQG4CiFVWCAQgAAEIQAACEIBAJROoS7FqpAJobW3VCy+8oKefftrcZuZ8GdGo3p+FmUTEKmI1zDqhDAQgAAEIQAAC4QggVsNxohQEIAABCEAAAhCAwNgQqFmx+q5zOvSLB/wPr5o8ebJeeeWVrMSdYtX4OtfLKWARq4jVsXmMaRUCEIAABCBQmwQQq7U5r4wKAhCAAAQgAAEI1AqBmhWrp3x4vh568D5zngw5+vzzz2vDhg0ycqSW6oVYRayWam1RLwQgAAEIQKAeCSBW63HWGTMEIAABCEAAAhCoHgI1L1YNkfr73/9eW7duLfmsIFYRqyVfZDQAAQhAAAIQqCMCiNU6mmyGCgEIQAACEIAABKqQQE2L1Tt/skKPPPKI9uzZU5apQawiVsuy0GgEAhCAAAQgUCcEEKt1MtEMEwIQgAAEIAABCFQpgZoVqye+v12LvnC54vF42aYGsYpYLdtioyEIQAACEIBAHRBArNbBJDNECEAAAhCAAAQgUMUEalasvu3MT+qLixaWdWoQq4jVsi44GoMABCAAAQjUOAFDrD4yfHKNj5Lh1SuB1VedXq9DZ9wQgAAEIACBmiGAWI1wKhGriNUIlxNVQQACEIBAVRJYo/bYbHW3dmqgd76aqnIMuTpd3vEhVmtuATEgBwHEKssBAhCAAAQgUP0EEKsRziFiFbEa4XKiKghAAAIQqEoCxYrHQS2b2ayOvlZ1DvRqfsWZ2WLHl9+kIlbz40Xp6iIQTqwmn7nU0NrUk+jSLM9QB5fNVHNHn/XTth4lurwljAv2+4vn5qzlq4snvYUABCAAAQiMBQHEaoTUq12sbr7zIp2//JkkkTP0lVWXq8Xm89i1OuPatcnvjlRb542aN9Uf3n2P9uuCWSdESJaqSkFgsLNVzf2Ls/zDuxQtSmvaY5q9fqkG+jpqMIqrNMxqtVZz/S1Ylxye/y+J5nrpllqWDqivI4tdWtOumFHIfLVo6UCfvEVD1VOroBnXGBAoVjwiVp2ThlgdgyVMk2UjECxWvVI12bWMiHhPOcRq2eaQhiAAAQhAAAKI1QjXQHWL1XW65tLn9NHr52mapHU3vFeLdLXWXtwimVL12bRMNb+XW7w6OCJWI1xUJaxqLMRqCYdD1VVFYI3aWzfqsqRgN8WnPNE1hjBdIrWpW+vnZhGrplRdn5ap5vdyR/KEqaeq2NHZsSdgCYwNnT2au3K27ACx1s4B9ZrhpWmx2nl8hzqS3r+tJ6F0AJlXltjRqT7RZCmBku2eJBHXhwxO+XK0rjP726njOzrUrWRbWqaZzR1Kxrc5ItyKGZ+fFLZ/5v8BStB8IlaDCHG9mgmEE6urNceOUE095+7nyf4Asa2tTd3d3SEiVgt7HquZNX2HAAQgAAEIlIoAYjVCstUtVt0gzOjV3lN16/XzJMfXhnSV1umac27T4VmiVhGrES6qCKpyRwYaEX23Sec1KxUsaMT5mRGBUmdrs/oXO375N6XU9GSE6WDyeo80e7YsV+CMEAy6noxYTQm04PLyEwVsV4tgVVRWFeYaXTnXEclsr40BTV/SrJVZxGrmfYYQWqLpqajVcPVUFg16U/kE0oLTkqnybN1PX7dkqlcs2tdtseGVkX5yMuCepCSVqz92/d7+NkmDhlR9QouSssbeQmz1t7jxNSe3I6dEs9lWh/oKfO9GrFb+E0EPCycQLFbddae2+zsjVu1/KxnP2JzV1i6OvCJWkayFzyB3QgACEIAABCTEaoSroHbEqiFOr9Yz596srrOmJSNWnRGq1nVdfq+uODETIGI1wkVVbFWDnWpt7tdiv1xcGakAbAmVW6wuWJeWqe5IQ+v+7Nf9xWr28m5JRoRtsYuhUu+3JM56x3b/9Fw3m2sqm1i1xLszQtWqS8nIwND1VCoa+lWhBDK3+tuyw5KJAxmHV1nRZMlI0QErfUU6wtUIcnX+zCtqvdeTaTGc9xx9nWKzN6Ryslr9OT4ZvR0iNYGr/cz+5zW+Jnd7SopWd8Ru+KlFrIZnRcnqIxBKrHo/ZHalAfB8cOOUrPnkWBVytfpWDz2GAAQgAIFKIYBYjXAmql6sOvOoviuZBiDJx0wN8Esb1pFqOuwZHTkPsRrh8ilNVaZYXaAZri2oVlOZojKcWA2OaM0mZrNFrGYp75XCrujZ0uCi1jIScP6i6Iyscc27tSazilXTN1l5WK1Xi1pa1mmGEXXd7PxQIbieMo6cpqqeQHFi9f33WAfM5CNW3WLTR6y+/x4zKtQVsapODfTOV5MjNYH1vfVyPzvWz7KJ4fzEql23IZJvlc43DuIqXNogVqv+gWEAOQgUJFath9V8vu0PLlLvJ4Fi1dMZO6LcPO/Kma6EaYMABCAAAQhAICyBmhWrBze/XZOnTdeE8RPCsnCVa2hoUGOj8adRo6PSaHxE8XhciRy1bXnqt9r05GOaOKHRvNd+xYJ64FMgpsC7gmp1X49Ju/eM6Ka7N4S6zzrI6ogseVSJWA0FsVIKJeWqcUyQ8xCgiherpgxIb+v2zcNZKYzpR1EErHQVM9STuEwbXeko8hWidsSqlUIg/SFAvvUUNRxurnkC2cWqayu9I6qs5BGrSbGaypdq51E1LWpQf70RsdkjVkONz0wzmzxUrrVVrX19BacBMHqPWK35B6quBxhKrLoIuVONzFnt/HDRgzLjgCs/1Om8zojVul6KDB4CEIAABIogULNidTSR0PBIXCPxhIyv83nlpTQdhQ0ZOm5cg8Y3NqihIX0hsL4KFKvaskLtHQ/pdL88qhxelc9yqqCy2bZJz0r2sRIjVhfIPjfeOMaoxyelQQUBpiuFEjDl/0rNHVis/mY7f6+nspaljhysWRpKpQaYo9WxIuopdBzcVycEQuYgzSZW7a3yqfe0zMOdXCLWKUez3GPlNTUCVntlnp/lJ2Ic/XHnVE1Hr7oiVlMRrFlyyGYdn9G48xAu+2CuwpYHYrUwbtxVHQQCxarx/7XVc5RIbesvUqwaEarXHa1eu75UxGpxz2l10KaXEIAABCAAgdIQqFmxmlBChk81pGqeXlWxQBPqPxnGbbFYTA1GBS7hGjB5lSBWDZF6x5vVdXGL2dnsEaue/Ks+QyPHamke1uJrdYvTzIN/PFv17UjXlNAqVrzmmQog45eJ4glQQ4UQMNbWdceoL/mLXTpitUu25rd66o00TebxndHj+CXTHlNmrtb0aIlYrZCZr5Fu2BGgbWpTt7qTYaLpaK/MCNEMUerYfmtB8Xxw5LxuC8yc96RlSxqy5/Aq37yMydJtbWrr7tYGV47YIsZnPL3J3Kr2luUM3xtyNSBWQ4KiWFUSCCVW0/luHGPM8mFzRioA+70hKU6TB92lo9vt9wC//69WJVI6DQEIQAACECg7gZoVq0WRLFCsZmszsLpKEKvarBWXXqjuTfYojlSbHa1qRq9+V4PJS032oVZZBoxYLWr1RXuz98CDjFyWVkRoOkWA85fzNvX0SLOXTE9GCpZZrPrlAAwTtRgtQWorCQH7oDO78vSBaO7mAsSqI82FcZ8z1UXuekoyKCqtGwIhDoMqM4us4jbryeC5OhjR+FwHYhWqVUkFUOalRHNlJhAoVo3+5Dy8ytPhILHqTNWRvNWV77nM46c5CEAAAhCAQC0QQKz6zWKgCc1v6gOrqwixmt+YcpVGrEbHsp5ryhZRu2T6gPo6Cv8lvZ6ZMnYIQCAKAhGJxyi6YtaRmUogJWLGUKzah2MVm7fRiFi98sorI6NFRRCAAAQgAAEIQAACEIiSAGIVsRrlejLrQqxGjrQuK8w8rIrt3HW5EBg0BCqOQKWJVQOQTyqAgqSqo65QB99kmxy7P8XnxkasVtwDQIcgAAEIQAACEIAABBwEEKuI1cgfCMRq5EjrtELvdvFcW73rFBHDhgAEIFDjBBCrNT7BDA8CEIAABCAAAQhUOQHEKmI18iWMWI0cKRVCAAIQgAAE6pIAYrUup51BQwACEIAABCAAgaohgFitM7F69qJVZVmcF8w6oSzt0AgEIAABCEAAArVLALFau3PLyCAAAQhAAAIQgEAtEECs1plYvenuDSVft0SslhwxDUAAAhCAAATqggBitS6mmUFCAAIQgAAEIACBqiWAWEWsRr54EauRI6VCCEAAAhCAQF0SQKzW5bQzaAhAAAIQgAAEIFA1BAoRq/vtM1EH77+fLv/yrYrNOaU5kWu0sVjpWcQUcSPlrs6nvVKMafeeERGxWvr1SAsQgAAEIAABCERDALEaDUdqgQAEIAABCEAAAhAoDQGnWB2Jj6px/AQ1NDQqHk8oHh/V8397VXuG4xoZGZXh5WKNDXrdpIma9sbX6wv/eTtiNcy0BHpaxGoYjJSBAAQgAAEIQKDOCCBW62zCGS4EIAABCEAAAhCoMgJOsbpnaFgNjeOkWIPiowkl4qP689aXNTQS18hwXHuG4hqV1Dh+oo49/A368rU/RKyGmW/EahhKlIEABCAAAQhAoN4JLF++XJs2bUphiMViWrhwYb1jYfwQgAAEIAABCEAAAhVKwBCrN3/9q7rqko/qwP33k8yt+8afhBIJadvfX9VIPCGNJmREtDY0NGjcXhP18su7tHx1r2InH3dwzlQAhY87UEcWXnXAnVGnLyhoJFluKiZFgGHIVz/8bMm42RWTY7XkiGkAAhCAAAQgUBcEiFiti2lmkBCAAAQgAAEIQKBqCZhi9WtXa9yEyRo3fpKySVKv5pu47756/YEHKHbS9IMT9/VlP2k+X6mYMHSuz8v580S2bnpute/JrNOwxlbhrGWSdXnvTbXt6Ge2PtvDyOhvljFa/clvLYWSwLGYjIiPD57xTt3Vi1jNjzClIQABCEAAAhAYKwKI1bEiT7sQgAAEIAABCEAAAmEIGGL1z38a1O6hEb3y2m7t2D1k3mbGrcaMP1aIZEOD5eaMiFXz60RC8dERS6w++OiT+vayr/i2FyRW8xWJBTUShkSBZYLGV2C1VuRwhK+PXDBfs097B2I1QqZUBQEIQAACEIBAaQkgVkvLl9ohAAEIQAACEIAABIojEJlYvenrX6o051kwmailpuWpo3kV2rePfuo/NOvUtyNWo5kGaoEABCAAAQhAoAwEEKtlgEwTEIAABCAAAQhAAAIFEyi5WC20Z9GpyEJ7EO6+QkWnu/bSj/Zjn0ashptRSkEAAhCAAAQgUCkEEKuVMhP0AwIQgAAEIAABCEDAj0B0YvVr/hGrBWPPwzXmUbTg7pTyRn85G+2oEKulnMEqq3tNu2JLpmugr0NNIbq+pj2m2epRomtWiNIUgQAEIAABCERHALEaHUtqggAEIAABCEAAAhCIngBiNXqmeddYaWJ13Q3v1aJfSk3n3qyus6ZZ49myQu0d39VgcnRnXn6vrjjRf6j3PdqvC2adkDcHbigTgSLFqila1y8NFLNhy5Vp1DRTYQQGO1vVvGBdsldt6kl0yavuzTXULbUsHVBfR5aPAYz1bBQyXy1aOtAnu2iYNioMC92BAAQ8BBCrLAkIQAACEIAABCAAgUomEJlY7cqSYzXK/KJZQeYR3PnClOe0ee9n9Np+r6hhwmgkc/Pu9WdFUo+zkmhSDKRr/KiRCuDdIXKsPnatzlghnam1emamLVbX6ZpzrtYztmg1ylz7rNo6b9S8qZlDR6xGvhyirbBIsRptZ6itPgmsUXvrRl2WjJr2jYo216nUpm6tn5tFrJpSdX1apprfKylpQ7RRn/AZNQSqigBitaqmi85CAAIQgAAEIACBuiMQmVgd28Orgs3qK/ts04ZDHtOxh/6DTjtgnk5pOlN7jd+76Amfs/oovStArAb3Lnw3ChWuH2u7RO971z8GHF61WSsuvVB/mnezDl9xoR60xaopUqWvrLpcLWZX7XL+UauI1fDzWZaSg51qbV4gKzawRUuXztCClc5UAIPqbG1WKnhQ7uhBr/TKkGCu+qW2noSMrAGZsixXO9a1/sXWvebLI4Dd0YfuyMSycKSRkhEw53blXEcUtL0eBjR9SbNWZhGHmwMbAAAgAElEQVSrmfetUXtsiaY7olbtTmeWLdlwqBgCEIiQAGI1QphUBQEIQAACEIAABCAQOYHoxGq2HKsFWsUCb/MFtGnKRm07cou+cMK3dfwh79D2ndu1c89ODQ8PaSQ+4ntPIpEIhH34IUfIFKt/DIhYDRhMlGPN1unzPnOp3nvKCTnF6uY7L9L5m8/T2osPNQWrLVbNn/eeqluvnycrMYAlVlPi1dMoYjVw6ZSxgCWo0mLKEE+z1d2S3srvFaBeAZVbrFr1rU9t1U5HCQ64crMmpeqMdK5WS5TOSEYXBohVU972a7HPdvEywqSpkhDwriHJXBv9i5XoavasX08HXBGqxjWrLiXlfrp0ZhslGQqVQqAmCCT/P9HaqYHe+aFycaeGPbhMM5s71FfIvVnYGWL1keGTa4Isg4BALgKrrzodQBCAAAQgAAEIVCGB6MTq178c6fDzko05Cj83ZaP0loT+q3WFYrEG/fmvz2k4Pmz21XubS6Um3GkCPN+a9x/f9FZTrBafCsBnAHkBCEZ/XrshVv8hu1g1c6hu0ifMqFS3OM0Uq5KRh/V70xw5WB1dQKwGz0fZSvgJSWckqHl9pea6IvzcUX85xWqG2HKoLKdY9RWjznbCiNUFmpEhzMpGkoaiJuDMjdrmOBzNtVa8HwxkdsLOw2pdaVFLyzrNsCOfs7UR9VioDwI1RQCxWlPTyWCqhkA4sZp8PlOj8s9RPrhsppo7+qxSzv/HumgMatnMZtnF0lU6DywN117VQKajEIAABCAAgRIQiEysdi1dEmn38vKKWQq/ss+Leuro3+s7//ywduzaoWe2DKZlarYGknY1JVnNLxIyNWvStdrBrK1vm2mK1VM3nF3k2EsvVj/edkkOserd2h8kVolYLXLCy3e7n/jMEKt2mgBnt9Jb7QPF6hJnWoF0Ha77fAWsU6YGpwKQI+VAzsOMykeXliIikI5evkwbXSkhgsWquwvZIlaTUbCpCOmIOk41EKhJAkWI1RLwIGK1BFCpsiIJBItVr+RMDiMjQtxTrlCxakege2lFGJFekRNBpyAAAQhAAAJ5EohOrHb6i9VYRlxonj0sovjDTT/TVafcosMnH6Nf9z+qhrxsrTRq29WEoVbN/5gvQ6waEaxntrw3KVY/nLuXebZrVJb9lgIqk/Tx9kt05j+9LUvEqnU41X1+ozjsk7p13iadT47VIlbiGN4aKmI19xb7QLGaOizIo7iijFh1VZ1dno0haZouhkAqcnqx+ptnq9uvLkf6iqxN5YigtsS8Nzq7mE5zLwRqlUBarHYe36GO5ANp5882R+0VLilx45Wy1vcbOjt1fEeHutWqzoFezW8Kzw6xGp4VJaubQDixulpz7LRIqV0ZPrnxu6W2tjZ1dxtfOCNQnYzsiFX/qFfrOX9CizLay/85ru6ZofcQgAAEIACB3ARqVqy+MOU5Nb6tQf/5T8t1/2M92jW0U5P2mqQTj23R8IiVCmB4dFivbn8lRehvr22zvk5Ir+x42SqXlKjmj5PRq+bfCems086pEbHqXSTeiFRLvOry5GFVGYdZue8nFUAlve14ckvaUZ8pSRUcEVjSHKuOA4tc7WT00/2LQMZBV5WEnL4EEzDm97pj1Jc8qcydbzdzrtM5gjNz9aZL+6z1UG0Ed5cSEKgvAuloN0umeuSLR7bYW46tsv5i1XCzrZ0D6s3HqCahI1bra/XV82iDxaqbTmq7vzOC1Jathkyds1qx2WHEqrPeLJLVKJL6QCVHmXqeQMYOAQhAAAJ1SyASsbr2kX51L/uKL8Sxilj99SG/0Pktl6v59Sfo0f6HzRjQqW+YptYZ7zb7mY77bMg9+bGYhkeG9PfXXrLKJaQX/vZXM3j1bc0n6L8eadfRT/2jeWn37p168YXnM+srIMg06ohV4/Cq98x8a87Dq9Id99nqb+Zg/a4GzUJHqq3zRs2b6o8OsVph7yeOLfRSm3oGpmvJedJtfR3JQ0mSsmqdo985DrfyilbnFn0jx+XSZL7WjHLJg4VS0YgZEYjOrWtt6umRZttpBpy5Mo1uZo2+qDD2dCcLAe+aS68bz6+NnsOrPGLVtbYld4qIsG0wSRCAgJtAZioAK5dxlii15PuzJU4HrAMSU6Kn+LQCiFXWZ70QCCVWvf8ecm3L93wI4pSsyQ8yvf+P9c2xavxb0eewUDuneaEfktTLPDJOCEAAAhCoPwKRidVvL/vPaOnlISP95O1DR9+h5R/6nXr/+L96buuzZhqAtza9XSc0vUODz/9aT2x+VJMnHawp+xyiSRP201GHvMXVf3fzOeRrzF3S+K7zPxfmxSKPoebKEZCzTVOstoYVq3l1P6MwYrU4ftwNAQhAAAIQGDsCwWLVfWic1VPE6tjNGC3XBoGCxKr18Gmgd76UPLAqJT4DxaqHmyPFhyv1h1HMrov8qrWx2BgFBCAAAQhESiASsfrA/z2hm2/470g7lldlPmbyoeN+rNVzntb31nxL23e/IsN/frB1ng45cJp279muhbefqa1/f1E7tg9JiYn6+mfuUPPUt2jX8E7d9ZsV2rZ9mxKjCY2Mjmp0dFRT9nmDLnx3u+7+7R1mSoBjDz7WjFo1/hx3yPGu7l59+ee0/5TX5zUEb+G8ZGuIlj7+mUsQqyE4UQQCEIAABCBQ3wRyi9X332OdNp4SL0Ss1vdyYfSREQglVl2tudN2zFltRJZn6U4oIWpHvBobg4zUHlZdvikHIhs1FUEAAhCAAASqn0DNi9VrV/w/GVbVEKufmvU57Tdpf3PWNm5+TF/64cdMsbp9xx5NPeAYXfvZH+j23m9p66tbTaEaj49qZCSuow46Vp97T4cmTdhHn7r5Y4qPJhRPJDQSj2vUkK/xhK7+8Jd0/FQr6nV+23lqOuLNRa0OxGpR+LgZAhCAAAQgAIGCCOQnVt3bg0kFUBByboKApECxanyIsXqOEqlt/UWKVSNC9bqj1Zs2qJrZ3KG+1CFzadHK9n+WKAQgAAEIQCA7gcjE6nf/5xr/Vgo0hAXelurDg9NXmhGrV982X7GGmPaesJcWnP1FKbWrP6bb1v6X7vjlzaZYfW3nkA5501GaPv1tGjGFakLDo6N69zHv0Tknn2vW+9L2F3XFigUaNaVqQnFTvhqSdTQlVvuf2KDuZV/TUUccmuZRwGCizk378bb/0D+3zgiZY7W4R4ZUAMXx424IQAACEIDA2BEISgWQli1mH9va1NbdrQ3kWB27KaPlmiAQSqz6hqRmOUwqIxWALWKT+ZK1LClSPfjsPPbefK6OYojWmlhyDAICEIAABCIiEIlYvX/d47rlm9dWpFi94uZPKdYgHfmmo/SJ93w+1UdbXM6/6f16/Jk/mmJ1+44htZx8qqZMeaPGj5uoOf/4EZ10VGvqnqf+ulHX3/NfGhlNaHQ0bkWuxo10AQldffbVesu04/Tk44/rlpu+ocOmHVxRYvW89kt0Rsvx+tzSnoiWTu5qLph1QlnaoREIQAACEIAABGqXAIdX1e7cMjI3gUCxahTPeXiVh2iQWG3KrM8lTBGrLFEIQAACEIBAKAI1L1bnd80z0wC854R/0XtO+JALyrbXntctD12nB9fdrZdf3WGK1eEh6dwPX6i20+frkMmOqFMjYnXHi/rRIz/Q9t079NqenXp267NWuoDRUa36/Eqz7o2PP67vf+dGHfKmN1akWL2r99lQC6OYQkSsFkOPeyEAAQhAAAIQsAkgVlkL9UIglFitFxiMEwIQgAAEIFBFBCITq9+78fpIh53X7nmfwmuP+ZGZCqDtfz6ghgbpU2deohmHvT3Vx9/++WH94onV5pb+Z/88oD9s+I0pVnfsGNLMt56p7y/6SbKsf0+sn1r/3fbaNr1hvzeYX9+/pke/fODnmnbIQZHySFWWF5h0Fz7edonOeOdbSAVQmlmhVghAAAIQgAAESkDAEKtXXnllCWqmSghAAAIQgAAEIAABCBRPoObF6sc7T1VjLKb/PK9LB+57kPaM7Nbax1fpqa3rzTyqRrSpkVP10d/16tlNfzLF6vYd0umnnKHzZ12gREJ6Z9NMHbDvgVr3dK96N/7KzLE6bcqbtddeEzVp3D6aPm26Dj/gcHM2fnrHT/Tb/+vVwQcdWPzs+NWAWC0NV2qFAAQgAAEIQKDiCCBWK25K6BAEIAABCEAAAhCAgINAZGL1tpu+5g+2QBGY3yxlNvLA0cvNiNW5171D++69r77ZfqeGRnbrp7+7WX99ZbOGzfyoxjb+uBm1untoSGvuu0svv2KkBJD2DEuz3neGTjrunfrMaZ/TpAn76Ov3Xqsn/vKERs2Dq4xDq6w6ph8yXV886yqzyz+78yd6/Le/1v5TJqeHUACDAm7Jiexjbf+h008+jojV/BYWpSEAAQhAAAIQGEMCiNUxhE/TEIAABCAAAQhAAAKBBKIRq32P67auyhSrM7+wv95y2NvUeYG9td/YwB/T5r8/IymhTS8+rdGE9PS2jdq05U+6/Y5bTLH62g7pwCn7atMdf05BXHrvder/S78pVs0DrOJx829LrC4yUwOsXP4D/enJJypOrBqpAE47eTpiNfCRoAAEIAABCEAAApVCALFaKTNBPyAAAQhAAAIQgAAE/AhEJlZv7/56tISLDNm8v9mKWH3HFXvpk/98iT7x7v/w9K/Bt7/9mzbohb9v1T19P9W+EybrrU3/oLNPm2OWveh7F2pkVBodHbUiVuPW328/4u26ZPYCs0znf39VI7t3usRqQUMp6KbsU/DxT/8HYjXaFUptEIAABCAAAQiUmABitcSAqR4CEIAABCAAAQhAoCgCNS9WT/5/e2nhnKU6823naN3gGm177Xntv89BGte4l96w31Tt1ThRb3zdIdpr/MRA8XrP7+9WIpFQ/182anQ0occ3P6F4YlRnnXiWzjnpw0mxeo0aR0e0zz6TUvUV5EgLugmxWtTTwM0QgAAEIAABCFQUAcRqRU0HnYEABCAAAQhAAAIQ8BCIRKze17dB3/92Z6Rwi/WK9zX/wIxYfefiier69M/VdNBx+smvb9TWV/+SzI86qlEjx2oioXknfUZ7jZuou373Q01onKj9Jk3R6/eerMmTDtCUfQ5Q0xubs4zNinrdObRTkyZYIvUbX71W42Oj2nvvvUPzyGuseRVOd+Fjn16g004iFUDoSaEgBCAAAQhAAAJjTgCxOuZTQAcgAAEIQAACEIAABHIQiEys/uA7y8YMtJ9rvLfp+6ZYnfmlibp34bOSGvTt/73KPKjKiDY1/jaiTY1t/Z8+7Qva+soW/fCRm1MHU40Y2/wT1lb/r5/7LQ389Snd2vs9TZm0vxndOm3KoZo4YZIOO/AwHX7goSmxuqjjUk09+CBNmuSNgM2FJ7wtDV/S3d5HP92BWB2zFUrDEIAABCAAAQgUQgCxWgg17oEABCAAAQhAAAIQKBeBSMTqvb3r9cPv/o9vn2OFmsAiCfz8yNtMsfrZW07VVz+yXH99dZN++vvvKR5PKJEYlSVOE6Y4vWz2f+uXT96vhzbemxSvxvWEGc1qSNivn/tN/d/gOlOsWnlVjWhX4wCrUfPgq0VzvqDjDjnGOLtKVy24XEccdqjGj2sMPwJfRtGC++in5uvUE4/l8Krws0JJCEAAAhCAAATGmABidYwngOYhAAEIQAACEIAABHISiEys/uiWb0aKulghu+aIW02xen3PZ9R22mJt3/OKnnrh99ry0p9Mmfrc3542BekhU47QvJM+rZ/9fpV+99yjllhNxBWPSyOjCR35xiZ99oyL1fOHe/TT3/1M8dG4dYCVkUbAOMAqMarFH7pSx02dbnhVffGShWo+6nAXi4IUaUE3ZZ+Cj36qQ+9+xzGI1UhXabVUNqjO1mYtWCepZakG+jrUFHXX17QrtmR6aeqOuq/UBwEIQAACFUtg+fLl2rRpU6p/sVhMCxcurNj+0jEIQAACEIAABCAAgfomEJlYXfG9aMWqGf5ZxGvNEd8zxepPfr1M//wW62Cp9Muqe098l17d+bLeuN/BWv/nX+tPLz6jv+34m7b8fYu279phRrQe8YajdNHpn9f3+25X32CfGek6akSymhGrCcXjcf33R5aY6QBefPEl/c9Xv66jPWK1kGEUN/rMFs/91PzQYnXdDe/Vol9KTeferK6zpqUq23znRTp/+TMZP/e2dt+j/bpg1gmFDJt7SkHAkJ6zpZ5El2aVon6jTo9YXdMe0+z1JZK4pRoD9ZaVwGBnq5pN22+82nzXp7mOuo3PAwbU1+HzcYC5trt9+m3V1xyijbIOmsYgAIG8CRCxmjcyboAABCAAAQhAAAIQKCOBaMTqw3/Uyttu8u12sZGnhbK457BbTLG6a/hl7Rl+1UfTNuRwt5bWfGbroPbfxzjAaooeevIX+v2mP2jrq9v0wqvbzJQCo2ZKgYSWf/YWs/zTGwe0/ObbdXTTEXl1uxyM/u2Tn9e733F0cMTqY9fqjBXSmVqrZ2baYnWdrjnnaj1z7tU6vfdqPZj6uf8wEat5TX/pC5cjmrQcbZSeFC2UjcAatbdu1GXJ6GlToKpHiS6H+jfXlKFcu7V+bhax6tPfdF0KbqNs46UhCECgUAKI1ULJcR8EIAABCEAAAhCAQDkI1LRYtQH+5fG/q2H3BDUfPF0HT55q/jnqoGO139776YTDTzKL+ac5bcg6B3/b/pK2vbZNm178s9434z0psbp6+Y81berBec1d5YjVzVpx6YX607ybdfiKC30EqnUdsZrX9I5pYXdUoBEYaMsrR3oAs4feiMGA64Odam1eICvesEVLl87QgpXpVACZoiyovTHFRONjTMBcpyvnOlJJWOulf/GApi9p1sqwYtVclys1d6BP3gDXzDbGeNA0DwEIhCKAWA2FiUIQgAAEIAABCEAAAmNEIDKxuur2Lt8hlEMaBrHbMzSk7dt3mjlV9+wZ0sjIiIaHR1K37Rke0iHTDtYhh07V3nvvrSOajtSkffbWwdMOcSnXTPnqjnp9/PcbdN/qeypWrL7r7c05I1bNrf6bz9Paiw/NIlARq0FrrSKvZ0STJiXnjHSEoCVgZyS3Y4e7npZda9Qem61uR/5Wr1j1fo/kqsiVMkadstbPesd2f3N99C9WoqvZFKxhxapv5Ks5qsw2xmiwNAsBCORJALGaJzCKQwACEIAABCAAAQiUlUBkYvXH3/fLc1eesRQqbw3JasjWXbt2Kx4flSFgrZ/FUx1vHDdOUw6YrIOnHqyJkybpyKYjtf+B+2vKAVOSZdK69YF77tOG3/xRh059U54Dz1S2hY4pW8MfueBi5RSrW1aovWOTPrHqcrUom0BFrOY5sZVR3CtWzai+fi125Vw1xNMSTTci/VTAdb8cq/bWbt8oQkd7kZ+kVRnY6UUAAWd+1FQktSTX+rQkfzixaslT9SSUyiiQrQ0mBwIQqBoCiNWqmSo6CgEIQAACEIAABOqSQCRi9ee/+oPu/NF3IwUY9eFN+XZu1+60bB0eHtaQ8WfPsEu6Ttp3H+29jxXhOnHviXp+81/00l+36Y0HHuBqLmpJmu9YjPJzz/9cDrFqpwC4V1ecaJRGrBbCuGLv8YpV38Os7K3XCXXJ77CrgOuBYtVOG+Ck1KKlPlu2K5YjHSsZgXTE9GXaaKYAsOVoeLEaFAXtjsou2VCoGAIQiJgAYjVioFQHAQhAAAIQgAAEIBApgcjE6uoV2cRq6RVp6VtwM9+5a7cM2ToyEtfuPXtM2WpEvRqvAw/YXwdMmZzXJJVDvBpi9ZR/bMqSCsA6nOo+v14f9kndev08TTOvEbGa18RWSuGKiFj1RshWChz6UREEUlHNi9XfPFu++x8cqSYy++wTreotlCP/akUwoBMQgIAvAcQqCwMCEIAABCAAAQhAoJIJRCZW71pxi/84y2I9y9KI7/icLRuCdTQ+qvHjx5dszguVsOec99kcYtXbXSJWSzaBY1Fx2ByrqcODsuRYTV335Ku0D7LKmmM1fNThWOChzTEgYKyZ645RX3LPfvZoUu/ayVybRu997w/dxhiMnyYhAIHQBBCroVFREAIQgAAEIAABCEBgDAhEIlbX/Or3+tmq26Lt/ti5UteBVVEMakyHkhzAv378M0WIVf+I1qZzb1bXWVYsq/N136P9umDWCVGgo44oCGSIVaPS5IFTdv0Z0YAB122Zat7fpp6B6VpynnRbX4eMlKmZhwglhdg6x4ByRiBGMXDqqFwC3vWQLS1EGLGa7WCqsG1ULiV6BgEISIZYfWT4ZFBAAAI+BFZfdTpcIAABCEAAAhAYYwKIVd8JiFaFRltbYSsmP7FaWBv2XYjV4vhxNwQgAAEIQKB4AskPyFo7NdA73/zQqxpfiNVqnDX6XC4CiNVykaYdCEAAAhCAQHYC0YnVH98eKecxlZGRN55/hfnfkRv/hz/WnkfEanFTiVgtjh93QwACEIAABIongFgtniE1QKCyCYQTq55dSMZOo0SXZnmGNrhsppo7+qyftvUokUzX4y42qGUzm2UXS11zlQ/XXmWTpXcQgAAEIACB8AQiE6s9d/wgfKsVXjJqqamCKizopqxkzz7304jVCl93dA8CEIAABCAQHQHEanQsqQkClUkgWKx6JWdyHBmR7J5yBYvVLO1lkbmVSZVeQQACEIAABPIjEIlY/fnDf9D9P12VX8s1UrrQw6QKH35hwvUD/3oeYrVw6NwJAQhAAAIQqDICabHaeXyHOrqt7rf1JJQKRBtcppnNHUrGqDmi1Kx7N3T2aO7K2anotNbOAfXONzNp57iuZERbqzoHemUWlx3l5h8plwssqQCqbNnR3bISCCdWV2uOHaFq5N2fbbwZuJ9FMzd+t9TW1qbubuOLoIjVgKjX1P3pCFfXe09ZKdEYBCAAAQhAoLQEIhGrd699VIlEwvzj+8ry46KHlnSMMW9IqMc9xjz20/u90Y/Mn7krCXWPt127X55+2nX51Zli4u2zp65C2J1+8nH63NKeQm7N+x4Or8obGTdAAAIQgAAEIiSQjhyzhIZHbppS9QktSgoXexuwVTZ9ryVTvbI09/X332NtKU6JWFvgZpU12YeNWI1wSVBVzREIFqvuIae2+zsjVm3Zajyfc1Zb4jVQrDrrTUvWVP2O++2fpT+YqblpYEAQgAAEIFDnBIoWqycfd0hObVr+iM7iZ7SwmNAc7QZUmCGGix9CZg0xaWg4rtUPP1uK2l11kmO15IhpAAIQgAAEIBBAIDMVgBWV5owkdVSRlCuW/BgwI1K7HfLFLUfyu65k7sZCItYQqyx0CGQnEEqspqJUk/W40gB4PnBxStZ8cqzaEbDethxdR6yykiEAAQhAoFYJFC1W55zSPOZiNXIxGbFZDazOp0ApxrR7z4huuntDydcyYrXkiGkAAhCAAAQgULRYtbf/OiuKRqw2KS1xb5XONw67yT8NgNEvxCoLHQIRi1WjuqRctT/0SEnPQLHq6YsjnYj9wYnrECyjqdZW9fU5ItiZUAhAAAIQgECNEUCs+k1ooAnNbxUEVodYzQ8opSEAAQhAAAIQKEqs2tv1U1GkISNWXakCfCJavfWptVWtfX3qKyANAGKVRQ6B3ARCRay6qnCnCJmz2sqt6vvKOODKr1RwDtVU/lZnfmcmFgIQgAAEIFBDBBCriNXIlzMRq5EjpUIIQAACEIBAngRypwLwilVbfrgiVs3AtvxzrLoPrDK6nSX9QIgREbEaAhJF6pZAoFg1PjBZPUeJ1Lb+IsWqEaF63dHqtetLRazmTjHiPSyrbieMgUMAAhCAQE0SQKwiViNf2IjVyJFSIQQgAAEIQCBPAkE5VtORZmbFbW1q6+7WBleO1Ta1qVvdfVbT6Rypdt3ZrlvlfQ/KyXMUiNU8gVG8rgiEEqu+IalZUnNkpAKwRWxSnMo49K5DybeENGs7It2RGsA5EeRXratlyWAhAAEI1B0BxCpiNfJFj1iNHCkVQgACEIAABMpIIFPKuhsPup4s7Uov0FRQ/xGrBWHjpjohEChWDQ45D6/ygAoSq8Zj7KnPLU09H9i4PpCpk0lhmBCAAAQgUHcEEKuI1cgXPWI1cqRUCAEIQAACECgjgSBxGnTd6moUuRUNsXrllVeWcew0BQEIQAACEIAABCAAgfAEEKuI1fCrJWRJxGpIUBSDAAQgAAEIVCSBIHEadN3UqmqPzVa3smw5DjluxGpIUBSDAAQgAAEIQAACEBgTAohVxGrkCw+xGjlSKoQABCAAAQjUJQHEal1OO4OGAAQgAAEIQAACVUMAsYpYjXyxIlYjR0qFEIAABCAAgbokgFity2ln0BCAAAQgAAEIQKBqCCBWEauRL1bEauRIi6hwUJ2tzepfnFDXrCKq4VYIQAACEIDAGBBArI4BdJqEAAQgAAEIQAACEAhNALGKWM0gsO6G92rRL6Wmc29W11nTzOub77xI5y9/JlX2zMvv1RUn+q8zxGro568MBRGrZYBMEwUQGOxsVfOCdck7/XMw2gfftCwdUF+H34ni1vpOVWPU1tajhP0pguvk4hYtHeiTbzUF9J9bIACB8hBArJaHM61AAAIQgAAEIAABCBRGALGKWHUTeOxanbFCOlNr9czMpFjdskLtS6XF18+ToVktyXqEvrLqcrX48EOsFvYwluYuxGppuFJrcQTWqL11oy7r65ChS02BKocQNSo3pOgSqU3dWj83t1j1jcg2per6tEw1v5d6El0ieLu42eNuCJSTAGK1nLRpCwIQgAAEIAABCEAgXwKIVcSqg8Bmrbj0Qv1p3s06fMWFetAWq15GhmjteEind96oeVMzASJW830MS1neFqs90mzjdGbj5YncG+xUa/MCpWIHe+y0Aca950m3LVZ/s9+9ua9nyjKrLyuzSrJScqDuSiZgRq+unKuBpGiV7HU7oOlLcq2Z7B8cZNZpnFC+RNOJWq3kpUDfIJBBALHKooAABNuQLF4AACAASURBVCAAAQhAAAIQqGQCiFXEaoqAGYm6+TytvfhQU7BmFatGVOu1ImK1kp/sVN/srdJpmeoWnu7IQbeMyrzX2r49Ixn1F3DdGyFoCtyVmovYqoqVU75OGsJzttY7tvub66x/sRJdzQEy3psKwPGhQUaEqtWOUh8clG+EtAQBCBROALFaODvuhAAEIAABCEAAAhAoPQHEKmLVImBGoW7SJ8zt/Vbkqr9YzXXNqoqI1dI/uOFb8InoM7dYT3dEBzpqM+Vnvxab26X9ogGdUX9B190iKy3L2Igdfv5quKQz/6kzL6rPGgwb5ewW/8kUA1aYthmp3dKyTjM4yK2GFxVDqwUCy5cv16ZNm1JDicViWrhwYS0MjTFAAAIQgAAEIAABCNQgAcQqYtXImppMAWAfSJVdnpoHW236pG5N5lv1w4dYraR3imCx6j5EyOi7fZBQNnFqR/0FXZe8kYe+uTArCRd9GRMCaSF6mTa2Niu9TvJNH5ErKpWI1TGZXBqFQJEEiFgtEiC3QwACEIAABCAAAQiUlABiFbEqaZ2uOedq3efH4rC0RA0jVY0qEKslfWbzrDxArPpu148qYlWGWbUiYAema0kqEjbPIVC89gmk0kQ48/l6ht2y1D/K2lksV7oJDq+q/XXECGuSAGK1JqeVQUEAAhCAAAQgAIGaIYBYRaz6EPBGrFrfdyt3pKpdEWK1kt4f8hOrZv7VbnfE6oJ16byVoXKw+hxCtMA4Gcu53buSENGX8hMwBOh1x6ivy0oL4d3Cn+6QN2I1mVN1Ro8SXbO0pr1VGy/rU0eTdYe5ftf7CdjMPK7lHzQtQgAChRBArBZCjXsgAAEIQAACEIAABMpFALGKWA0Wq+ZhVWszy73raq29uCXj54jVcj2+YdoJTgVgyVSrrpalSzVjQb/muHKs9kizZ8sqYktXU4eZBwv1L8523arTTjXQxqFBYSasTsrkOHTKRSC3WJUzT6u1gNNRrWb06gIZTt+6NKA+28DWCWWGCYFaIIBYrYVZZAwQgAAEIAABCECgdgkgVv3mNhbthAdW51MgpsC78utkTNq9Z0Q33b0hv/sKKI1YLQBaRd7il0PV2dGg68mybMGuyNmlUxCAAASqgQBitRpmiT5CAAIQgAAEIACB+iWAWEWsRr76EauRIx2jCoPEadB1q9tmRKysrdu8IAABCEAAAvkQQKzmQ4uyEIAABCAAAQhAAALlJoBYRaxGvuYQq5EjHaMKg8Rp0HVTq6o9NlsiDcAYzSHNQgACEKhuAojV6p4/eg8BCEAAAhCAAARqnQBiFbEa+RpHrEaOlAohAAEIQAACdUkAsVqX086gIQABCEAAAhCAQNUQQKzWmVg9e9GqsizOC2adUJZ2aAQCEIAABCAAgdolgFit3bllZBCAAAQgAAEIQKAWCCBW60yscnhVLTy2jAECEIAABCCQjYCVgqXbvNymnkSXos1wPahlM5vV0deqzoFezdcyzWzuUF9rpwZ656sp4okxxOojwydHXCvVQQAC+RBYfdXp+RSnLAQgAAEIQKCuCCBWEauRL3hSAUSOlAohAAEIQAACoQgMLpup5o4+tZUstzViNdREUAgCNUQgnFh1fqiT/YMd+z3K+uwny+Gma9oVm219POR9tXYOqHe+8RFOuPZqaBoYCgQgAAEIVCgBxCpiNfKliViNHCkVQgACEIAABEIRWNMe0+zuZDRp1OGjZg88YrUkbaSHSsRqqGmnEARKSiBYrHolZ7I7GZHsnnIFiFXrQ6Ow7ZUUC5VDAAIQgAAETAKIVcRq5I8CYjVypFQIAQhAAAIQCCBgC09HsZS08EoIr3gNuD6Y3O5vVN3apjZ1q9tOBdCUvNclUDz1FZEmALHKwofA2BMIJ1ZXa46deiQVcepOR2J98CO1tbWpu9v4IkvEasaQ7fcU+73L+D64vbEnRw8gAAEIQKAeCCBWEauRr3PEauRIqRACEIAABCAQikBmxKotJGzB4Y04DXndlqMpYeIUHLPVnZKnHtFqS9nQAsU9TMRqqGmnEARKSiBYrLqbT233d36oYr93GO8Fc1ZbW/1Dvi+k6stS3re9khKhcghAAAIQgECaAGIVsRr584BYjRwpFUIAAhCAAARCEcgQq0mZkc5LaKQmtPIXmj87+rr012bewqDrWcSsR7ym27PLF3aQFmI11LRTCAIlJRBKrHrzoroi1T3vA07J2hV0vJ43WjU51JztlRQHlUMAAhCAAARcBBCriNXIHwnEauRIqRACEIAABCAQioBXrNqRXNnE6q063zzsKvz13GJVycOzMjuLWA01gRSCQAUSKEisGuNIylX7fSH1PpOPWLXLelOK+B1wVUTakQrETpcgAAEIQKBKCCBWEauRL1XEauRIqRACEIAABCAQikDlRayG6nbWQkSsFsePuyEQBYFQYtXVUDrPsnHY1JzVVm5V31dOGZrOHW0dWpVtNO72AoNgo4BCHRCAAAQgAIEkAcQqYjXyhwGxGjlSKoQABCAAAQiEIhA+x6odQZotx2ryup0jtdAcq6F6nb0QYrVIgNwOgQgIBIpVI3p09RwlUkYzIrGaK1o1R3uI1QgmnSogAAEIQCA0AcQqYjX0YglbELEalhTlIAABCEAAAtESyBSrkmw5mmrKsy0/6Lpzy21rp3rmrtTsDqlzoFfzmzyHVRltZNSn0IfUeGkgVqNdH9QGgUIIhBKrviGpWVKAZKQC8MujmiNa1S8NgDmwwlKOFMKEeyAAAQhAAAI2AcQqYjXypwGxGjnSIiocVGdrs/oX59o+VUT13AoBCEAAAhAoIQHEagnhUjUEQhIIFKtGPfkcJhVGrKbqC5Cz9hjIrxpyNikGAQhAAAJRE0CsIlYzCKy74b1a9Eup6dyb1XXWNPP65jsv0vnLn0mWPUNfWXW5WrKsRsRq1I9pMfUVJ1bNyKf1SzXQ16HkWdHFdIZ7IZAiMNjZquYF65Lf+//SZEXeSS1LB9TX4bcCrfWdqsaora0ntRXR3YZxiQ8YWIIQqDYCiNVqmzH6W4sEQonVWhw4Y4IABCAAAQiEIIBYRay6CTx2rc5YIZ2ptXpmpi1W1+maS5/TR6+fJ0OzmuJVV2vtxf5qFbEa4skrW5HixGrZuklDdUZgjdpbN+qypLA3BarSQtSEYUSqLDE29XVr/dzcYtU3InuwU63nSbcl27Ak6wz1JLqU9eyLOpsFhguBaiBgiNUrr7yyGrpKHyEAAQhAAAIQgAAE6pAAYhWx6iCwWSsuvVB/mnezDl9xoR5MiVU3JDN6tfdU3ZoUrV6EiNVKeiexxWqPNHu2rANZW7R0oE+pAEBDQDUvUCp20BHV5xZeRv6rJZq+dIYWLDBqIo9VJc10NffFlJ4r5zoio+11O6DpS5q1shCx6gVirvOVmutc+9UMjb5DoE4IIFbrZKIZJgQgAAEIQAACEKhSAohVxGqKgClMN5+ntRcfagpWf7G6Ttecc7WecaQJQKxW8tNvb5VOy9QMWeqIHPQKrkyxashZhGolz3j19c06sGK9Y7u/uQ77FyvR1Wxu9Q8Sq+lUAJ4PDZwwzFxtImK1+hYIPa5zAojVOl8ADB8CEIAABCAAAQhUOAHEKmLVIrBlhdo7NukTZu5UK3LVJVaNFAHXrrXKvit7GgDjMhGrlfTU+6QCMLdYT/fPm2pG9fVrcXK7tJ9YFXkqK2mCq7cvzkMuHHlR5VqD1vrNLlbdw8++3T+/eqoXKj2HQO0RQKzW3pwyIghAAAIQgAAEIFBLBBCriFXjaKpkCoB7dcWJBhAfsergZB1kdUTWA6wQq5X0FhEsVr0H/Di3+CNWK2kua7cvaSF6mTa2NiudMzVfIWpFv3rlP4ew1e7aYWS1TwCxWvtzzAghAAEIQAACEIBANRNArCJWjeOozO399/mxOOyTmblUzejWh3R6542aNzXzJsRqJb0lBIhV7/ZoIlYrafLqpy+p/KeL1d9s5wL2DL9lqX+UtbOYTx5VpGr9LCNGWpsEEKu1Oa+MCgIQgAAEIAABCNQKAcQqYtWHgCdi1RCpd7xZXRe3mGWJWK2mxz8/sWpKqO50DlUiVqtprquor4YAve4Y9XXNMjsdfgt/MmfwjB4lumZpTXurNl6WPojNLVGTZRVCyFYROroKgXojgFittxlnvBCAAAQgAAEIQKC6CCBWEavBYjWZGqB7k130SLVliVY1ShCxWklvAsGpACyZavW5ZelSzVjQrznkWK2kSazBvtiHqtlDy3bolDcVgFusypmn1VrA6ahW7zW7KWc+1xoky5AgUGsEEKu1NqOMBwIQgAAEIAABCNQWAcQqYjXyFY1YjRwpFUIAAhCAAATqgsDy5cu1aVPqk1zFYjEtXLiwLsbOICEAAQhAAAIQgAAEqo8AYhWxGvmqRaxGjpQKIQABCEAAAnVJgIjVupx2Bg0BCEAAAhCAAASqhgBiFbEa+WJFrEaOlAohAAEIQAACdUkAsVqX086gIQABCEAAAhCAQNUQQKwiViNfrIjVyJFSIQQgAAEIQKAuCSBW63LaGTQEIAABCEAAAhCoGgKI1ToTq2cvWlWWxXnBrBPK0g6NQAACEIAABCBQuwQQq7U7t4wMAhCAAAQgAAEI1AIBxGqdidWb7t5Q8nVLxGrJEdMABCAAAQhAoC4IIFbrYpoZJAQgAAEIQAACEKhaAohVxGrkixexGjlSKoQABCAAAQjUJQHEal1OO4OGAAQgAAEIQAACVUMAsYpYjXyxIlYjR0qFEIAABCAAgbokgFity2ln0BCAAAQgAAEIQKBqCCBWEauRL1bEauRIqRACEIAABCBQlwQQq3U57QwaAhCAAAQgAAEIVA0BxCpiNfLFiliNHCkVQgACEIAABOqSAGK1LqedQUMAAhCAAAQgAIGqIYBYRaxGvlgRq5EjpUIIQAACEIBAXRIwxOojwyfX5dgZNAQg4E9g9VWngwYCEIAABCBQMQQQq4jVyBcjYjVypFQIAQhAAAJ1TWBQy2Y2q6OvVZ0DvZrfFARjjdpjs9Xd2qmB3vlqGlymmc0d6rO/z3Z72HJBzUd4HbEaIUyqgkCNEECs1shEMgwIQAACNUIAsYpYjXwpI1YjR0qFEIAABCBQ1wQQq3U9/QweAhBwEQgnVpMfMKXubFNPokuzPCwHl81Uc0ef9dO2HiW6vCXsG4LqC7rOJEIAAhCAQK0SQKwiViNf24jVyJFSIQQgAAEI1DWBIsVqFbMjYrWKJ4+uQ6BEBILFqldyJjuSEbXvKZdVrGapT7asDdteiYBQLQQgAAEIjCkBxCpiNfIFiFiNHCkVQgACEIBAvRGwt+Ub425tU5u61e1KBeD5Rd4lDDypAOT93qjUfX9bT0Jds4LLSY50BBmpAzIF8Jr2mGZ3JycvZzSY/wQjVutt4TNeCAQTCCdWV2uOHaG6pl0x843IHbVqvz+1tbWpu7s7a8RqKqo19R5mv9cZt9jvncHtBY+MEhCAAAQgUI0EEKuI1cjXLWI1cqQlrHBQna3N6l9s/KOwhM2MWdW1Pr4xA0vDEIBASQl4BGdKCthSM0sO1dQv/UFi1ZaqzmgrQwrM0WpnbtaUfLXLecSpvLlbPdcHLJnR2jmg3vlNGlzWrnve3xUiR2waLmK1pAuNyiFQlQSCxap7WCkx6vwAyn5fNd4356y2xGuWD38yxapk/8x+f3O26NteVZKm0xCAAAQgEIYAYhWxmkFg3Q3v1aJfSk3n3qyus6a5rue6ZhdErIZ59CqlTPHicbCzVc39i3PkpBrLsRY/vrHsfb22ba6pBeuSw/fPiWZHmbQsHVBfh99JPtbcp6oxaisgWq5e54BxjzGB5C/86V/YcwtLyb7u2Zaakgj+ojZTCIQo5+zb++/xHIrl308FHZqVAzdidYzXIs1DoAIJhBKrqQ+kkgNwvQ953jOdktUv0sBbl4NJ6n00Z3sVCJEuQQACEIBAZAQQq4hVN4HHrtUZK6QztVbPzPSI1VzXHLX8f/buBEqK6mD7+NPDvorgFkFBZFDyRhM/QxKGaBSNChqDJoA7IgqiIqMiigFBwQ03ECOLImKUOJBEggpqBH2NDFHim6goKoig4L6gCLIMzHeququ7urq6q6qnpqd7+t/neHCmbt2693dvN8wzt24RrIb2/sxBRTUPHglWczBMRXWJxRpa9o6uriyXEZeaAaocD5MwfniZYNzQN1Nv9M8crNbf1dhFNSmKrrOpK6GSA8uTn7I9bCVJx1+wqtjDWryCVddyQYLVLrH3sLUVgOM2XD8DS7DqR4kyCBSXQFbBqkEUC1dTPtu8glUlVqha0mVlZaqsrIyvyJdb+FqDXyoV14jSWwQQQKCwBQhWCVZtAhtUMXKw1g2YpU4Vg7U0KVjNdCwZkWA1nz4UjOD0POnhsVpV2kfRn2176O7VlYou8rOC1UVSH7fjiTKJlX+JW0KdKwITqwedqwUdqw7d/vFpriaUhkYmqNvdh+mKK2x7Ya2ZrLLSKxRfw2juZ2W1Lfv+pYZ20XbPSxvW5dPYFkdbzOB+Xn+tjgWtiTm7Wt0mZBqrmv/SoDiE6WVeCgResershcdWACn1W+eHvGLVtpg8022zmcaAYDUvZyiNQqBOBXwFq0ktTOwpbeyJ2neBbe9nZ098hqHx/Vnj/ya1V5R8vfq53VadTgEujgACCOSVAMEqwWpcYMPjwzRww3laMvwAM2C1B6uZjjkJCVbz6T1uBZyJMDV6m/VhWmRu6J96PDlsjB0/LLFiMPl8KXXFqtc5xj82J6hbLNxNPt+5759hmbyCMTloq2H/zHBBMQsjZzYC3HnqHw+e82ksi7Et0fnwhu12/8R8KfUIwZ3hvv0XCsVoSZ8LSsD5UCivPVZTOudzj9V4gGCsiL1dXZf53WPV+STs2NeOdhorawdqjrm/qrWay20/QoLVgpqdNBaBOhfwDFaNz6IFfW3bVIUcrDofhuVxPYLVOp8yNAABBBCoVQGCVYLVqMDGCg0tX6/z549SD0VXp8aD1UzHXPwIVmv1PRuwcrdVe/Zg0+W4eZt1t+gKQTNoXKWx1lNVzatnCkatcDLDOXLUab9e7EEpcv3tf6zrSW2qYf8c18vvbQ0CDn0hF7evaLbvi+oy9n5XFzt/IVDIPLS9SATs74OyyVrUf576lEuTVy+LPvzJCl/tHL4fXpV6fuLJ1n00075iK+U6Ge5ASGln4snZZjOz2OeYFatFMt/pJgIBBHwFq8bDqFJe7vu2x2/jd36GKvbAQOtBfY760u6vGi+X5noB+kpRBBBAAIH8FyBYdRujSLgD51mdS4GIPM8K1siItG17laYvXOlynnWb/zO6prtx2B6sKrY9gNux5AdbWRUTrAYbmtotnS54NJdpakZvj2DVuaLTbGzyOSlhpOc5ycFs8grZ6IoCZ7Ca/DAj86fzpBW3yfto2uvw6J+ZA1sP34qugGRPztqdkUFrTwSiV+udpPEJum2D+9wK2h7KI4BAbgUIVnPrzdUQKAQBz2DV6ESQh0ml7LFqrXCNBatdHL8kMn9PZG1LFRMLcr1CQKaNCCCAAAK+BQhWCVYlLddt/cbrWTeLjp3VZf1arXE9doHm3DFAzniVYNX3+y8HBWu4orPWVqwm9ktNhKTmv4JTg1XX2/WtFbE17J+ZE8dW0K7upgkpq3NzMERcIrNAfHsG+z7BjlN63G3bgzVNdWzzwExDoCAFjGB19OjRBdl2Go0AAggggAACCCBQ/wUIVglWXQQcWwEklch0LFqQYDWfPjjS7EEafxiQ14rONPul2h4mlO7hQlc492W1zknZh8ru5R2sRh8W4HyAlmMPWd/9M5NVc6Wq+XCuLG5TzafRrhdtMQLQ2w9RZWxDsvS38DtXrCbP1cVDy/TO1dZD2mJPJn/DRwBbLxDpBAL1R4Bgtf6MJT1BAAEEEEAAAQTqowDBKsEqwWp9fGfH+2QFp4ukPn0U3W3Kvt+TV7BqlE9s+G+e7lwdaK4EjK5A7RF/yFDmc6wnqcabGa/T/XZte/ked9+tw65Ypb62h2+tGluT/sW2A7hieeptXfV6buRr5/w+dCpzsJpyC6CfVa35SkK7EChiAYLVIh58uo4AAggggAACCBSAAMEqwWro05QVq6GT1qBCt1vla1BdCKemrnCNriac0G21KsuNJ7IEeYXUP9d9YYO0g7IIIIAAArUhQLBaG6rUiQACCCCAAAIIIBCWAMEqwWpYcyleD8Fq6KQ1qDCk4LEGLXCemvywKuNo0IcQ2WsMp3+pbQqxw1SFAAIIIJC1AMFq1nSciAACCCCAAAIIIJADAYJVgtXQpxnBauikNagwnOCxBg1wOdV5q7d9C4GgVwqjfzwtPqg65RFAAIFcCRCs5kqa6yCAAAIIIIAAAghkI0CwSrCazbzJeA7BauikVIgAAggggEBRChCsFuWw02kEEEAAAQQQQKBgBAhWiyxYPX3M/JxMzkG9j8jJdbgIAggggAACCNRfAYLV+ju29AwBBBBAAAEEEKgPAgSrRRasTl+4stbnLStWa52YCyCAAAIIIFAUAgSrRTHMdBIBBBBAAAEEEChYAYJVgtXQJy/BauikVIgAAggggEBRCMydO1fr16+P9zUSiejaa68tir7TSQQQQAABBBBAAIHCEyBYJVgNfdYSrIZOSoUIIIAAAggUpQArVoty2Ok0AggggAACCCBQMAIEqwSroU9WgtXQSakQAQQQQACBohQgWC3KYafTCCCAAAIIIIBAwQgQrBKshj5ZCVZDJ6VCBBBAAAEEilKAYLUoh51OI4AAAggggAACBSNAsEqwGvpkJVgNnZQKEUAAAQQQKEoBgtWiHHY6jQACCCCAAAIIFIwAwSrBauiTlWA1dFIqRAABBBBAoCgFCFaLctjpNAIIIIAAAgggUDACBKsEq6FPVoLV0EmpEAEEEEAAgaIUIFgtymGn0wgggAACCCCAQMEIEKwSrIY+WQlWQyelQgQQQAABBIpSgGC1KIedTiOAAAIIIIAAAgUjQLBKsBr6ZCVYDZ2UChFAAAEEEChKAYLVohx2Oo0AAggggAACCBSMAMEqwWrok5VgNXTSGlS4RpPLSrVqbLVm9K5BNYFOrYtrBmoghRFAAAEECkSAYLVABopmIoAAAggggAACRSpAsEqwmiKwfOqJGvOi1OWsWZpxWgdJG1QxcrBmrrcVPXq8lgzv4fq2IVjNp0+Tugg56+Ka+WROW/wIrJlcptIrlseKDtGi6hlyZv+Lh0bUZ6bU4+7VqizvkrFa17KLhypiVBB7+anHT9spg0DRCayZop6l5aosm6zVy0Yo87sxXB0jWH1558/DrZTaEECgXggsuL5XvegHnUAAAQQQKGwBglWC1WSBFZN0XIV0gpZobc/kYHXdgGd0TXfvCU+w6m2UuxJ1EXLWxTVzJ8qVwhBYrKFl7+jqynIzoDFDUS1StX1ZtRGKTpCGaKbe6O8RrLqWXayhkQnqtrpSZia7ZrLKSuepv/V1GN2gDgTqRGCNpvQsVXllmSavXqYRuUg5CVbrZKS5KAIIZBbwF6wa/x7oo8SvWd1/mbtmSk+VlldGLzjE8W+SpGaEXR+jjAACCCBQ6AIEqwSrNoHoytR1A2apU8VgLSVYLfT3t5EmxbYCWCT1sf5R2UN3J4VL0TLxxYNy/IPTDKSuUHxt4SLbtgKux/xcsx7Q0oXQBMzVq/P6a3UsaE3M29XqNqFU8zIGq9Z8c5Q15+YqjY2vhHUEraG1nooQyLVAHQSrue6i7XqsWK1DfC6NQJ4LeAerzhA01qGU1feOcmmD1TT1Of/tLL/15TkwzUMAAQQQ8CVAsEqwGhfY8PgwDdxwnpYMP8AMWJ3BamIrgM4aMnmaBrR3n2OsWPX13stRISs0TYSp0VuwD4vfeu1cLZgcciWvLEw5FumjN+K3aVtlT9GTZlCbuKbrisQcCXCZfBeI/vCRmEfG4tIyla4aq+oZpWbonylYzVQ2uj2A8YuCq/WORz35rkT7ilPA2uLC7L35g35pbLWqzcMICOZIA5Nu1XeGr9H32crJi9R/Xh8lFmVZvyjzd3xmPIzwKm8uRU/aisNscRZbCRCsFufcp9cI+BHwF6wuUF/rl6zxz6XkRQTWZ+2QIUM0c+bMtCtW46ta48Gr9VlrnJJYeOC3Pj99pAwCCCCAQP4LEKwSrEYFNlZoaPl6nT9/lHrE9lRNBKvJSGYAO/cgTTTLpr4IVvPpje92W75t5Z7cbo/OsLLPvgrQ/MepXPbGdLmmeat2N9uKxHwyoi11ImAPXewrQ5JWmkbnUtpg1UfZeDDV427mX50MNBfNWiD2HimbvFrLRnTRmilD9dTJMzSii8uK1ZRb9d2DVeNW2OgP/9ZxK1xIrK7KeNwRrKatL9YemW1XLAx2v/3Wy4dg1UuI4wgUr4B3sJpsEw9G7b/ksf49YvxbpO+C6C+E0qxYTQ1WJet71md1/JdKPuor3pGj5wgggED9EiBYJViNP5wqsYdqdEuAdMGqtFy39RsvjXLfc5VgNZ8+JNIFq2Yiqhmlybf5J1ruXOFqbQRglIj9cJw2LCVYzacZUAhtSayijq4sXTXWWvWRKVh1zjNn2WhQZM7z3rFVsFfIsQ1GIejQxqIVsH7YT1nlWYNg1VZX9JcO1j6tsWDV93GP8quNX7ytjO8BGw0efuT6kDqv8SVY9RLiOALFK+ArWHWunk/6THX8kskestr3fbeI3Vbix45Fg1XHL5K86iveoaPnCCCAQL0SIFglWJUVlD7rZtHxAs25Y4A62I+Zq1tfUK802wEQrObTZ4SfFav2fSgdbXeuSmXFaj4Nbv1pS/zBUmO1qtT+gAlbF1NWnKbb50xSj7u1qP889XHZtzXzfq31h5Se1A+BpK0A4nv4FUCwqinqWVqupBWrmqzVy0aYD6wL8iJYDaJFWQSKSyCrYNUgioWrij2wynW1Iyy+SgAAIABJREFUqVuwajy9wP6QK6OqsjJVVlbKqGOOBpoPwApSX3GNGL1FAAEE6qcAwSrBqotA8orV5VOH6YPTE3uqLp96osasdwlcYzURrObTh0WaPVbjgZPHrdaOYDWxZ+UM9Y5tzJ9uj9XEqsPYXntsBZBPE6Nu22IEqbcfosrYDy3OfX8TjXPOz9h8Psztab2Osq6/FLhCh9kfvla3ClwdAd8CybeaWiuirNWm5k/6ZpBZGV+JlWYrAN8rUo0tUjOtaPVYsRoLVmPP1zaih/jqVd+djhUkWA0qRnkEikfAV7CaxJG87UnfBcbnXBovn3tCx/dTXVStMOorntGjpwgggED9ESBYJVj1DFa1YpKOm7QkUc5tFautFoLVfPqAMMKm86Sx/TWvzxWK3tDv3OfOCl9t7batDrSvmOpx99067IpViYcAmCsNrXqt7QPYCiCfZkB+tsU55xJbTyS3twbBqpnnJ//A1CP+oLX8VKFVCNgFjDB1oOaY+6tae/ZZq6CSQ0/jLCsssG3VYqYF2d7qX7Ng9eSnjFv/jQWry2Q0vyYvgtWa6HEuAvVbwDNYNX7JuqCvquOrT0MOVh0Pw5Lj3x1J+j6D2vo9YvQOAQQQqJ8CBKsEq6HPbILV0EmpEAEEEECg6AQST5s2u570kLfYClXj+9YP6/a9/8omR7fDiIebQfdQrVmwOqKL21YdPLyq6KYwHUaglgV8BauuS1LTfB6l7IlqfZbFfkmVsho/2sH4rf/O/rLHai3PAKpHAAEE8kOAYJVgNfSZSLAaOikVIoAAAgggUDACKStqra0K0jxpO1PHWLFaMMNOQxHIuYBnsGq0KOPDqxxN9gpWuzh+4WX+zst64KZL9wlWcz4nuCACCCBQFwIEqwSroc87gtXQSakQAQQQQACBAhFwPGXbHmwQrBbIGNJMBApDwFewWhhdoZUIIIAAAgUsQLBKsBr69CVYDZ2UChFAAAEEECggAZetALIIVY0OGytWR48eXUB9p6kIIIAAAggggAACxSRAsFpkwerpY+bnZH4P6n1ETq7DRRBAAAEEEECg/goQrNbfsaVnCCCAAAIIIIBAfRAgWC2yYHX6wpW1Pm9ZsVrrxFwAAQQQQACBohAgWC2KYaaTCCCAAAIIIIBAwQoQrBKshj55CVZDJ6VCBBBAAAEEilKAYLUoh51OI4AAAggggAACBSNAsEqwGvpkJVgNnZQKEUAAAQQQKEoBgtWiHHY6jQACCCCAAAIIFIwAwSrBauiTlWA1dFIqRAABBBBAoCgFCFaLctjpNAIIIIAAAgggUDACBKsEq6FPVoLV0EmpEAEEEEAAgaIUIFgtymGn0wgggAACCCCAQMEIEKwSrIY+WQlWQyelQgQQQAABBIpSgGC1KIedTiOAAAIIIIAAAgUjQLBKsBr6ZCVYDZ2UChFAAAEEECgKgblz52r9+vXxvkYiEV177bVF0Xc6iQACCCCAAAIIIFB4AgSrBKuhz1qC1dBJqRABBBBAAIGiFGDFalEOO51GAAEEEEAAAQQKRoBglWA19MlKsBo6KRUigAACCCBQlAIEq0U57HQaAQQQQAABBBAoGAGCVYLV0CcrwWropFSIAAIIIIBAUQoQrBblsNNpBBBAAAEEEECgYAQIVglWQ5+sBKuhk+ZFhYuHRtRHi1Q9o3detIdGIIAAAgjUfwGC1fo/xvQQAQQQQAABBBAoZAGCVYLVFIHlU0/UmBelLmfN0ozTOsSPb3h8mAbOXRv7urOGTJ6mAe1TAQlWC+MjYc3kMpWuGus7KCVYLYxxLZRWmvPviuWx5g7RouoZckb25pybKfW4e7Uqy7tk7FpK2cVDFTFOTnm5X6tQ3GgnAsUmQLBabCNOfxFAAAEEEEAAgcISIFglWE0WWDFJx1VIJ2iJ1vZMBKtmqLrsGM25Y4ASUav7ZCdYLYwPAYLVwhin+tnKxRpa9o6uriyXEZe6hvZGMDpBGqKZeqO/R7Dqsyy/HKifs4le1W8BgtX6Pb70DgEEEEAAAQQQKHQBglWCVZvABlWMHKx1A2apU8VgLY0Hq8t1W7+H1SnNClUnIcFqfn0sJK8M7KG7Vz8snVeq+GJBRVcEjl1V6rjVf40ml5VqXizUSg2loscT9bASML9GvnBaY87Ref21Oha0StG5tWrsanWbkJiD7j3yWXbNZJWVzlP/1ZXyWPxaOHC0FIEiECBYLYJBposIIIAAAggggEABCxCsEqzGBcxVqRvO05LhB5gBazxY3VihoeUvSB3Xas36WPGjx2vJ8B6uU59gNY8+EcwwaZXGutxmnbJi1bx1Wolbsh1BlDNYdX6dGo7lkQNNyWOBxRoa6aM3bLf7J+ZmaVK479YJv2VZrZrHU4CmIZBBgGCV6YEAAggggAACCCCQzwIEqwSrUQEzPF2v8+ePUg9FV67Gg1Vje4BJ7yf2VDXLPqjOo57RNd1TAQlW8+gtb4ajV+iwRdVyPnMqdSuAaMClWFnn8aRgynX1n3H+BHVjRWAeTYA8bop9D9QhtoeiJf0yIHnVdEpvfJdNntt5rELTEEDAIUCwypRAAAEEEEAAAQQQyGcBglWCVSkWpK4bYAWlbsGqNNEMXY2X47jDkGA1z97ysXDVeEyQ/SFAbnusOlf/rRqbCGRTg9UrZD16KNFjY6sBbrXOsxmQ982JbldxmBZVX613zC0ArHmXKVi1tgDwLstq6ryfAjQQgbQCRrD68s6fI4QAAgikFVhwfS90EEAAAQQQqDMBglWCVUnGHqrj9aybRccLNOcKaUL5C+oV32OVYLXO3rE1unDmFalm1dYKwNXdNMGxhUBqsOq+xUCNmsjJxSkQXwE9VqtK+2imm0KPu217sBoFovPZuyyrVYtzUhVTr2PvhbLJWr1shPlAuPr0IlitT6NJXxCoHQGC1dpxpVYEEEAAAX8CBKsEqy4CzuDUY2sARw2sWPX35st9qeQVfu6r+GwPpLLfnp3y5HaPW7Rz3zmuWEgCRpB6+yGqjO1PkVixOkO9k/rhnGex+XmYbeuAeHn3OZm+7kICo60IZBKoy2B1jab0LFV5ZZkmr16mEbWQ6hKsMvsRQMBLwF+w6vyFrPtDV9dM6anS8sroJR3/Fk5uR6b6rM9GR8sz1ufVS44jgAACCOSrAMEqwaqPYNXag/VBrYmVPiHN/qrGYYLVPHq72/exdP4DMdMWAVcs1xDHvqypD/+xhbBWl1NWFeaRBU3JIwHn3Em3hURNg9XUB2PlEQJNQSAkAYLVkCCpBgEEClTAO1hNc5dLykp/R7m0QWi6u2assJZgtUCnEs1GAAEEshIgWCVYzWriZDqJYDV00txWaIaxxjOsnKsHc9sMroYAAggg4EcgEaxO/lG5ymP7Y5RNXq1l8SWkjhDAGSasmaKepeWKrdFKrNKyvh8vb1+hOkcaaKxWtbWxbIiGaKZmJq1gtc5xXx3m1UNWrHoJcRwBBPwFqwvU1/q3bXzhQfLnkrmIYKY0ZMgQzZxp/I/bHTJSfFVr/HgiSI0uTKjZ5x4jigACCCBQWAIEqwSroc9YgtXQSXNaYerK1JxenoshgAACCAQSSISm0TBVjtvzHStarbDUCgTMr9/SmFjgYAUGZjhQGgtcXYNV49b/1K0ArPPjwa7zeoH6JhGsBgSjOAJFKOAdrCajxINR+y+ZrLDV+Gzsu0ARM2H1G6wmwtbkz2H7dbP75VIRDiddRgABBApOgGCVYDX0SUuwGjppDivkQT85xOZSCCCAQAgCqVsBJIWbXW83A4LEClaPlVSxcMEsf/JT0ZWsAYLV+IPlYucotl+hc3sZvx0nWPUrRTkEilfAV7Dq3B4raeW+43PRHrLG9oNP0nXWZTuYPlg1ChGuFu8specIIFCfBQhWCVZDn98Eq6GTUiECCCCAAAJpBDIHq3M0MPEglqQaEj/gW7e/2g9nH6xK0fqMB1pZ2wVkHyYQrDLxEUDASyCrYNWo1PELoPgvoLyCVdm2A4g1rqysTJWVlbZfYtlabdtuJdtfMnkZcBwBBBBAoO4ECFaLLFg9fcz8nMy2Qb2PyMl1uEiqwH1Pvg0LAgj4FLjklEN9lqQYAvkqkD5YNX+Al7Fvtn3FanI/km797y0jFU2Uz2rFaqIOlZWprLJSlTV4EjbBar7OO9qFQP4I+ApWk5qb2ELF+JzsuyC6t6rrK+UBV+7F4vuzOh7+Gi3t3IM1f+xoCQIIIIBAzQUIVt0MIzWHtdfgWZ1LgYg8zwrWyIi0bXuVpi9cGey8LEqzYjULtBBPWfPRtyHWRlUI1G+BLvu3rt8dpHdFIBBwj1WHiDNYtcKB6Mqt1Roa6aOZ1u2r8dtfjdWoxh6r9tWp0a+dIYKUKJvNYBCsZqPGOQgUl4BnsGp8di3oq+r4bf0hB6vOh2EZK1Rv76pl1vXiK1Zr9nlYXKNKbxFAAIHCESBYJVgNfbYSrIZOGqhCgtVAXBQucgGC1SKfAPWi+9GAYOXkReo/r4/KK6OdSrrd1HYbarzLLk+zjp44RENmztRKM1g1k9PoQ1yMV9lkLeo/T33KFQ9WZa/btrLL9eEwWXgTrGaBxikIFJmAr2DVdUlqmm1KUrYCsILYWDCq2IP9HM4pD+1zjkMNVu8X2ZDSXQQQQKCgBAhWCVZDn7AEq6GTBqqQYDUQF4WLXIBgtcgnAN2vPQH7lgKJpayBr0ewGpiMExAoOgHPYNUQyfjwKgeZV7DaJXFrv3Vmyt6pjuslHiBYdMNDhxFAAIF6L0CwSrAa+iQnWA2dNFCFBKuBuChc5AIEq0U+Aeh+rQlk3m/Q/2WNYHX06NH+T6AkAggggAACCCCAAAI5FCBYJVgNfboRrIZOGqhCgtVAXBQucgGC1SKfAHS/lgSs22bT3GYb4KoEqwGwKIoAAggggAACCCCQcwGCVYLV0CcdwWropIEqJFgNxEXhIhcgWC3yCUD3816AYDXvh4gGIoAAAggggAACRS1AsEqwGvobgGA1dNJAFeZnsLpWs089Qje/2l3XvfScBh0UqEshFrbacb4e2DhFvwqxZqoqTAGC1cIcN1pdPAIEq8Uz1vQUAQQQQAABBBAoRAGCVYLVFIHlU0/UmBelLmfN0ozTOkgrJum4SUtcpI7TxPmj1MNxhGC1bj8K3INVK1C0ty2XIWeaYPX9P6r/L6/Tf1zJ/LQvaFAatHzdjmXBX33pCJWe+1C8GwP+9I0m9rL3yj4vY+P9fvI5Vukjxv9H8y7qnEKy7v7j9evxKxLfP/svWj3p1/Gv/3fUHrrwUevL1DlFsFrws4wO1HMBgtV6PsB0DwEEEEAAAQQQKHABglWC1WQBI0StkE7QEq3tGQtWXYzM8FXjtWS4M1aVCFbr9lMhJViNh1uOVZpmqPmuLs3Jyk3vFatWQJYuQHNXDRqUBi1ft2NZ0Fc35te0rppnhJzxAN0xB825+aaOOHKF/pNmNbMVjKaGspJic9uaM86y0a8zr04mWC3oWUbji0CAYLUIBpkuIoAAAggggAACBSxAsEqwahPYoIqRg7VuwCx1qhispemC1Y0VGlr+gnpNnqYB7VMBCVbr9hMhOVj9h8a0/70q5HHreyz40vib1XX8dYnyjhWHidAzWu+74/+i3k/8Xje/Gu1zUvhlP/fI8zVAD6kiw1YA6YNVqw+Wq7Xq0GUV7pE36x8LL1WntO0mWK2b2ek2D51zyGWFshXIWuPqaLxzzlhfm/PwoOhqaKVZ6WpVRbBaNzOCqyLgV4Bg1a8U5RBAAAEEEEAAAQTqQoBglWA1LrDh8WEauOE8LRl+gBmwpgtWM61WNSojWK2Lt3LimknBqhUwOm6PTmmh7Zb8eDhqfG+ENMkIKuUMJBNhZ7S8MziLfZ0SdKa/vd89WHXW61z56hKUZmw3wWqdzE6XeRgd7//RAxtHaG2a/Xe9VzHb5uH4m/Xu+Ov0H8ecO+LI7vrPq7GtAlwCWoLVOpkRXBQB3wIEq76pKIgAAggggAACCCBQBwIEqwSrUQFzFep6nW/umRpdueoerC7Xbf3GS6Oe0TXd3WcswWodvJNtl3QLVuMrTVP2NI2tZPVYGWhUH72t2gpGHcGp83hsn8zECtcstwJw3OpttCM5bFPsoVjpV+Qmt5tgNZezM3n/U/sYWatVjX1TrTF0hu5WaOq1127yimbrFwPpVrM6t5ogWM3ljOBaCAQXIFgNbsYZCCCAAAIIIIAAArkTIFglWJViQeq6AVZYmj5YNVe1LjtGc+4YoA5p5inBau7ewG5X8rdi1bES1ApWMz74x7iav2D12OeiDxSqabDqumIxKWx1D1aTH1hkbzfBat3MzuQVzr9+2r73aZrQ3c9qa6uMuRK1qx4wt72Ibklx4XuOOZhmjhOs1s2M4KoIpBOYO3eu1q9fHz8ciUR07bXXAoYAAggggAACCCCAQF4KEKwSrEqKrkJ91s2i4wW2ENV7tapRBcFq3b7X/e2x6h2sJu1X2Sv/VqxGVyamBqWZ202wWlez0wq7j3Dsy5vcntT9c10fWhU7KXk1cuJhVjJ+QXDSkyo996FEuE+wWldDz3URqJEAK1ZrxMfJCCCAAAIIIIAAArUsQLBKsOoi4L5i1VytOvcgTTS3C0j/Ilit5XetR/XJwaotbEraX9JvsCpd99JzGnSQ87Zsj60AFH1wkHO/y8SK19ROZNxjNd721GDUGa5F60nXboLVnM3OpSPU/70RmndRZym+R6/bbf0uK1bjW1Y4t3hInrcdzbFeEX9oWtIcOn5x0hyUo6zlwIrVnM0ILoRAVgIEq1mxcRICCCCAAAIIIIBAjgQIVglWfQar0dWqa8+apRmnpdsEIFoVwWqO3r1pLpMSrJrlkvehjJ9q3frvuprPsXfl2eer4tE3k4NWW1ibdvWgcbEjb9YDv3lcF8YDT7/BqqR0+8JaVdiPO24JN4oMSGo3wWouZ2fyHqvp9kpNDVbTP7Qq3cPMEr1K2kPV2iogdtht9SvBai5nBNdCILgAwWpwM85AAAEEEEAAAQQQyJ0AwSrBauizjWA1dNJAFboHq4GqoDACRSNAsFo0Q01HC1SAYLVAB45mI4AAAggggAACRSJAsEqwGvpUJ1gNnTRQhQSrgbgoXOQCBKtFPgHoft4LEKzm/RDRQAQQQAABBBBAoKgFCFYJVkN/AxCshk4aqEKC1UBcFC5yAYLVIp8AdD/vBQhW836IaCACCCCAAAIIIFDUAgSrBKuhvwEIVkMnDVQhwWogLgoXuQDBapFPALqf9wIEq3k/RDQQAQQQQAABBIpMIBKJFFmP03e3urpaBKtFFqzOPbtdTt4ArS55OSfX4SKpAgSrzAoE/AsQrPq3oiQCdSFAsFoX6lwTAQQQQAABBBBIL0CwmrAhWE03T0IO3z2rcykQkedZwd7nEWnb9io9cf8lwc7LovTmFypEsJoFHKcggAACCCCAQJIAwSoTAgEEEEAAAQQQyC8BglWCVe8ZGX6mmfmaBKveY0IJBBBAAAEEEHARWKMpPUtVXlmmyauXaUSX+oVkBKsv7/x5/eoUvUEAAQQQyDuBBdf3yrs20SAE8lXAHqwaKzaL7eXsP1sBuM0AgtUavS9YsVojPk5GAAEEEEAggADBagAsiiKAAAIIIOAq4C9YXayhkT6aGa9hiBZVz1Bv82vr72NH9UMWqXpGtETSa/FQRfokarIfK5u8WstGKPaLU5/1Ma4I5FCAYDURGrIVQLqJR7Bao7ckwWqN+DgZAQQQQACBAAIEqwGwKIoAAggggICrgHew6gxVY9WUTdbqZSPUJcRgdciias3oHTCoZVwRyKEAwSrBqvd0I1j1NspQgmC1RnycjAACCCCAQGaBNVPUs7RclUapsiEaopmaGd8KIPqD38rJk/Wj8nLNlLVFgOMHwvgPgrFL2es0vhVfYWPVt0j95/VRuXlR43C1rn63p0pj30heXWPflsD6wdC+qsf/ALMVgH8rSiKAAAIIZC/gL1hdoL7WCtX4ilPr77ea/X0nWX9PW3+H1rS+7C04EwEvAYJVglWvOaJaeG5U5muyx6r3mFACAQQQQAABBBT/wcsKRuM/2KUGqNGw09h0NfbDmnWOFaJa4an59VsaE/thcc2UaGAaXTGTCGSdX7uFqSc/FT03fm3ntQKOIcFqQDCKI4AAAghkJeAdrCZXa/1dqYwrVv3/UjFeX/wXm24rVv3XlxUCJyHgU4BglWDVe6qwYtXbKEMJVqzWiI+TEUAAAQQQSC8QC1IToalzKwBHiGrUlPacND+gJZVfHd1PLuUHx8S5rkFsrLySQtrgA0uwGtyMMxBAAAEEggv4Clad+6Im3f2R5tZ9+QlDnatVjfbXpL7g/ecMBIIIEKwSrHrPlyIPVp+f83cNWyH98NRe+tsJraJer7+qQ2duiNslHXOIEqx6TzFKIIAAAgggkI2AFWIGCVbjq2BSLpj4YW/x0Iicz9CIXiNosGrkuEZdxgraOdLAUpVX+vmh0l2DYDWbWcI5CCCAAAJBBbIKVo2LOLfWsS5s22InesdHhhZZgW26usycNbENkGd9QTtPeQQCChCsEqx6T5liDlaNAPVJ6TRt0Ds/tYLVjzX6srfVZeyxGryvpE/f1ekTNupk62uCVe85RQkEEEAAAQTCEAhlxWpyQ5JXnDpXuAYPVq0VsiorU1llpSrTPRHZhwfBqg8kiiCAAAII1FjAV7CadBXnVjnOJiRWnGYOQsMuV2MKKkDAU4BglWDVc5IU7x6rmzXr5qVac0ovdXlyqZ6yglUzSN2s4fceqWNNPUfQSrDqPacogQACCCCAQBgC1ooVrz1Wk1a9uGwPYGuLM1i1Vq9mu2I1+fZF+4OsggMQrAY34wwEEEAAgeACnsGq8YvNBX1VHV966ghWS6eo5+1dtcw6Hl9h6vH3YLrVqsb52dQXvOucgUBgAYJVglXvSVOkK1bXPfu8Tvr4UL09sKUZsMaDVUnR7QE6aNq9XbXWccwJylYA3lOMEggggAACCGQtYN/jrWyyFvWfpz7l0uTVyzSiS5oQ1XYLYfy66R6QMWSIhsycqZVZbgVg1J/6UI/sekuwmp0bZyGAAAIIBBPwFaw698wxLxHb7sbt71nz8KJYGJt5H9WUVa2e9QXrH6URCFOAYJVg1Xs+FWOwmrQqNbpy1R6sGmjW3qvav5uevq6rOqWRJFj1nmKUQAABBBBAoF4LpGxZkF1vCVazc+MsBBBAAIFgAp7BqlFdxodXpR5P7Idunhx9GKRsK1jj9WV+mKTVk+T6gvWP0giEKUCwSrDqPZ+KLli1tgD4rW453OBxBqvGrf+vSEOix82VrQulq9lj1XsuUQIBBBBAAIEiFLC2E6jpAzYIVotw8tBlBBBAoA4EfAWrddAuLolAPgoQrBKses/LogtWo8Hp424y+3fTtJ9u1LB/t7etUnVf0WqdzopV7ylGCQQQQAABBOqvgLUqJ80KnAAdN4LV0aNHBziDoggggAACCCCAAAK1KUCwSrDqPb+KLlh1kjiC09df1aEzpWnWw6vMbQNW6ZDYCtaUs1+oUKtLXvZ2pgQCCCCAAAIIIJBBgGCV6YEAAggggAACCOSXAMEqwar3jCRYTfPwqgTdD0/tpb+d0MrVkhWr3lOMEggggAACCCDgLUCw6m1ECQQQQAABBBBAIJcCBKsEq97zLU+D1c3f79a27dVq1iSils1KvPthLxGRtm2v0hP3XxLsvCxKE6xmgcYpCCCAAAIIIJAiQLDKpEAAAQQQQAABBPJLgGCVYNV7RuZpsPrpV7v04murdfSPS9WiWcBwlWDVe9wpgQACCCCAAAJ5JUCwmlfDQWMQQAABBBBAAAEVe7DqnAJPvPa9Ply3Rtt2VOmbzdu0ZdsOs4gRLUYixn8R8/9LSiLm/5eUlET/v7pau3ZXKdL3qNLqTPPKqKS2X9EmhvjKdXUu13Pr08bPq/TS66vNjh5zRNdg4SrBaogThKoQQAABBBBAIBcCBKu5UOYaCCCAAAIIIICAf4FiDlbtfbfEFv53K8FqyvTJ02D1w8+q9OJr78Sbe/yRh/oPVwlW/X9KUBIBBBBAAAEE8kKAYDUvhoFGIIAAAggggAACcQG3cLEYeKqrq5NW6xKsZhr1PA5Wl/7f20ktP+ln3bRv2wbeczgWrM49u5132RBKtLrk5RBqoQoEEEAAAQQQKGYBgtViHn36jgACCCCAAAL5KECwmjwqrFh1m6V5HKzOenxJvMVnn3yc9tqjRHu28vEgq1iwOn3hylp/Xz77yioN6n1ErV+HCyCAAAIIIIBA/RKYO3eu1q9fH++U8Q93Y3UALwQQQAABBBBIFWjZsqWGDx8ODQI5FSBYJVj1nnAFEKz2O6GXGaru3aaBSnzkqsY2tNu2V4lg1Xv4KYEAAggggAAC+SHAitXcjgPeufPGOnfWxpXwzp031rmzZm7n1pqrIWAIsMeq33mQ58Fq4FDVHH2CVb/DTzkEEEAAAQQQyA8BfkDP7TjgnTtvrHNnTfiEdW4Fcns1Pkty683VEHATeOK173l4VQpMngarX3yzW998t1stm0X8r1S1OkewyicAAggggAACCBSYAD8w5nbA8M6dN9a5syZYxTq3Arm9Gp8lufXmaggQrPqdA3karPptvms5gtUa8XEyAggggAACCORegB8Yc2uOd+68sc6dNcEq1rkVyO3V+CzJrTdXQ4Bg1e8cIFj1K+VajodX1YiPkxFAAAEEEEAgJsAPjLmdCnjnzhvr3FkTrGKdW4HcXo3Pktx6czUECFb9zgGCVb9SBKs1kuJkBBBAAAEEEMgkcN999+mSSy4BKUcCeOcIWhLWubM2roR37ryxzp01czu31lwNgXQC7LHqJlPkweryqSdqzItSl7NmacZpHaJCKybpuElLYlqdNWTyNA1o7z6tWLHKBw4CCCCAAAIIIIAAAggggAACCCCAQH0XIFglWE0WMAJqwKCtAAAgAElEQVTUCukELdHanrFg1QxV30+EqebX0sT5o9TDxY9gtb5/bNA/BBBAAAEEEEAAAQQQQAABBBBAAAGCVYJVm8AGVYwcrHUDZqlTxWAtjQWrGx4fpoHLjtGcOwYoun51uW7r97A6pVm1SrDKBwsCCCCAAAIIIIAAAggggAACCCCAQH0XIFglWI0LmAHqhvO0ZPgBZsBqBavRbQDsK1SNYHW8NOoZXdM9FZBgtb5/bNA/BBBAAAEEEEAAAQQQQAABBBBAAAGCVYLVqMDGCg0tX6/zzdv7oytX48GqsUY1tu9qtHBndem4Vp0HEKzyEYIAAggggAACCCCAAAIIIIAAAgggUJwCBKsEq1IsSF0XD0pTg9VkJlasFufHBb1GAAEEEEAAAQQQQAABBBBAAAEEELAECFYJVmN7po7Xs24WHS+w7a0aK8DDq/gEQQABBBBAAAEEEEAAAQQQQAABBBAocgGCVYJVF4FMK1ajq1XXnjVLM06LPsrK+WKP1SL/VKH7CCCAAAIIIIAAAggggAACCCCAQBEIEKwSrHoHq+b+qw9qTaxklwyhqlGEYLUIPjnoIgIIIIAAAggggAACCCCAAAIIIFDkAjkLVj/5aou+3rxde7Zqov3atgiVPaJIqPX5ra5q125tivWpQYOStG3wbF2swKp1X6bU8cNOe5nfW/fJN9q6bWfS8eZNG6nTfnv463tE2ra9StMXrvRXvgalCFZrgMepCCCAAAIIIIAAAggggAACCCCAAAIFIZCzYHXV+q+0at0X6hYLCu06zRo3VItmjbRnq6Zq2MAzhkyBrYtg1QhVv9j0vc68YLj+PHtqxrDYs0e2YPXN97/Q/xy0l6w/jfDUClSN79lfRjnj5StgJVgtiDckjUQAAQQQQAABBBBAAAEEEEAAAQQQKAyBOglWjYDVeO3atUs7duzQa//5t5a9+Lz++uiMrFazZhOsrlqfvDq0W8d2iRHzSEKtUPWMCy7T8CuulbGqtFsn2/mSdjZqpy8//cDsT02CVaNRzkDVObWMgNVa2Zp22hGsFsY7klYigAACCCCAAAIIIIAAAggggAACCBSEQF4Eqzt37lRVVZV6/r+uatOyifZo2UTNmzT0DZhtsPpWLOA1g1GfwaozVDUa6Ras3jjlT7rlxuu1fs2b2nfP5pn7kmHFqhWsWqtTnRVZK1sJVn1PFwoigAACCCCAAAIIIIAAAggggAACCCBQY4G8C1bH3XSHnnx8vl7998tm5xqURMx9Wfdukz6c9BusOlepBglWP/nS2CN2m9mmYSNGmitVrZc9WP3o6yo1iuzQ8cf/WuVj71KvHoerfbsmapRhD1ZjSavb/qpW/VZ46jT4fNPW+JYBfoPV08fMr/Gk8VPBoN5H+ClGGQQQQAABBBBAAAEEEEAAAQQQQAABBApSIO+C1dfe/UiNGzeOY27e/K16/KSLunZokxY4SLBqD1ODBKtG8GmUv+GGGzRu3LikttiD1RnzXlT/3x6nxru36qLLrtZb76zRP56cp30yBMNWsOp2y799v9UwglUeXlWQ71MajQACCCCAQD0RWKyhkT6aGe/NEC2qnqHe8a+9jtsZ1mhKz1KVVzpohixS9YxEjfUELsRu+DNeM6WnSi1cTD38wzRlXmc/2TONA67ZuYZpyhhkNwbGWT4+Y9ZMUc/ScsX/SiybrNXLRqhL9hflTAQQ8CmQ98Hqnx6coemTJ2S8nT5TsJpplWqYwar18K3+Z1+g1nu11503jdFRZT9T/8FX6eKB/dR5/z3SD0lsxSrBqs9ZSzEEEEAAAQQQKEAB5w+GsS7Ef/jzOu7sMj+kB58Efo0d5QhWM1CHbcq8Dj6v3YIn5+cLrsFdveZ2UNOg5YO3uH6e4TUORu46VJE+iV9ZRh2cv7isnzr0CoF8EMjrYPX9tWs04LcnaJ9WETVu1CCtl1ewmm6VapjB6l1TZ2rsqEvVtdN+mvbY8yo7olRHdOuoKQ8/rV9176ZDDmxLsJoPM542IIAAAggggEAdCRg/HC5QX2uFavwHQeuHP6/j6YJVfnj0P6D+jBcPjcj4GX3IkCGaOdP4H1YBpzcO29QKn5jX/ue1Faxm+nzBNZhnbZgyBsHHIMg4SGWTV2vZCNaoZufMWQhkL1AnwepRv+qlDR9+ICM4NV577tlWvU7oo79WPCJjK4BIRPr73+bp7tsmqFH192rbumnGHjqDVb+rVMMMVm+9c6omjrlSpbZg9ceHdIiHrIf6CFYvKR9l9vPSEaN035Tbzf//4+Tb4vuoshVA9hOdMxFAAAEEEEAgvwTit5qnuV3R67jktvqJMCrIKLsaW4G3Eab2XRBdBUWw6pu15qbMa9/YGQqmjgOuNXWtuSljUNMxMM5PGQdrCwBu/Q+DlzoQyEqgToLVA/ZppUYNS9Qktgq1ale1Nm/driat91OLli312aefqOr7b7Rnq6Zq2jj9SlWrx27Bqp9VqmEGqy2bNTLb2y/LrQC2fl+lLdt36gvbA6mMINX+gCqC1azmOCchgAACCCCAQL4IOG9XdP4g6HU8qR9pbivl9sfMo53R2LGizB6ysm9tetdQTZnXWX9c+RoHZ+38Miajd6imzO1amdvWGJWVqayyMrHHKr8Qy5qbExEIKlAnwWq3ju63xW/fuUvVu6WGDUvUsEHEd1+MYDWbVaphBqvdOrUz22t/eNXgS67S26vX+np4ldVZ4yFZxl6rxkOrjIdiGW20viZY9T0lKIgAAggggAAC+Sjgtg+cPVz1Op6pT7YHdwxZVC1ywDRYGYwVe2BV/HZSglV/76LaNGVe+xsDo1SQzw9c/bnWpilj4G8MvOa26/6q0arZGsA/MSURqIlAXgWr2XbEClaDrlINEqx+8uUWfb15m9nEy668RpdcfnW8uUYAagWrH31dpUaRHerVq5euHDdFx5X9WPu3baxGDUrSd8+WIWcKVt0qsIewGf0i0rbtVZq+cGW2zL7Pe/aVVRrU+wjf5SmIAAIIIIAAAsUokHggh3sQ6nXcaZZYDUWw6nc+JRv3XRDdW9X1xW2mPlHDNmVe+4R3FPP6/MA1uGvYpoxB8DEwznCMg2IPrnL7JSWrVrMj5iwEAgoQrErmytBuHaMrTs1XhsWyVbt264tN3+vsi0bEw1V7sGpVMWbSA7r79lv0/rtvaN89m2ceFp/BqhGi2l/GqtbwgtUNqhg5WDPX265w9HgtGd4j+o2NFRpa/qCiu+JKJ4x6Rtd0d+8WwWrAdyHFEUAAAQQQKAYBY1XNgr6qji8ldfnhMNPx3g4kY7XT7V21zKovvvqpTJNXLxPP73CZVB5jQLCaxRsxbFPmdRaDEFutmunzo5TPi8CwXp/ZQU2Z24GHwDzBzziUlqvStg1OfB9WgtXszDkLgYAC9SpYDdj3pOJ+g1XjJGe46haslrTcXx99sFr7tW2RKaeNtsFnsOrWv7CD1XUD3ALT5bqt33itPWuWZpzWQVoxScdNel9DJk/TgPaprSJYrclM5FwEEEAAAQTqqUDa2xVjexx6HY+v0okFp5qinuYPk44XP0imn0Cexo5T2QrA+81YY1PrFwzMa2/sDCW8xsF223lSLXxeZP954WnK3K7RnLZO9prbrg9yNE7ml4yh+FMJAj4E6k2w6qOv/ov42N7VHq4++sAUM0BN9/Kszkewmqnx1n6sGTvouRVAdMWqa7BqBqnSxPmjFF2/mqGsJIJV/1ONkggggAACCBSVgNfDqTIed/yQ3iV1T0X2k/Mxm7zGwF4FwaoPUJe9PTNtm5Biyrz2h+yjlNfcdhzn86K2TZnbPoT9FfGa2ynhKqGqP1hKIRCOQM6C1U++MvYo3a49WzXJGEJm0y1jj9VQXz6rM8LVTZu3qU2rpmqYYQ9Vz+ocwarVF2Ml7LpPvtHWbTszdq9500bqtN8emQl8BquJrQA6x1ekbnh8mAYuO0Zz7higDrZgdWnP2ApWx5UJVkOdjVSGAAIIIIAAAggggAACCCCAAAIIIJCHAjkLVmuz73UVrPrtU5Bg1aqzNvoU5OFVZpg69yBzleoBKcGqtHzqiXqoA8Gq3zlAOQQQQAABBBBAAAEEEEAAAQQQQACB+iVAsOo2np5JaLBJ4FmdS4G6Dlal6L6qGvWMzt7AitVgI05pBBBAAAEEEEAAAQQQQAABBBBAAIH6LkCwSrDqPsc3Vmho+QvqZTyg6iP2WK3vHwT0DwEEEEAAAQQQQAABBBBAAAEEEEAgmADBKsGqKbB86jB9cPo0DWgfBTFu9R+z/oLYvqqJ1avXdJeU8jCrZET2WA32JqQ0AggggAACCCCAAAIIIIAAAggggEDhCRCsEqxGBcywdElCo6MVqsa+Za5gfVBrzC8TD7Zy4yNYLbwPAlqMAAIIIIAAAggggAACCCCAAAIIIBBMgGCVYDXYjPFRmmDVBxJFEEAAAQQQQAABBBBAAAEEEEAAAQQKWoBglWA19AlMsBo6KRUigAACCCCAAAIIIIAAAggggAACCOSZAMEqwWroU5JgNXRSKkQAAQQQQAABBBBAAAEEEEAAAQQQyDMBglWC1dCnJMFq6KRUiAACCCCAAAIIIIAAAggggAACCCCQZwIEq0UWrJ4+Zn5OpuCg3kfk5DpcBAEEEEAAAQQQQAABBBBAAAEEEEAAgboQIFgtsmB1+sKVtT7PWLFa68RcAAEEEEAAAQQQQAABBBBAAAEEEECgjgUIVglWQ5+CBKuhk1IhAggggAACCCCAAAIIIIAAAggggECeCRCsEqyGPiUJVkMnpUIEEEAAAQQQQAABBBBAAAEEEEAAgTwTIFglWA19ShKshk5KhQgggAACCCCAAAIIIIAAAggggAACeSZAsEqwGvqUJFgNnZQKEUAAAQQQQAABBBBAAAEEEEAAAQTyTIBglWA19ClJsBo6KRUigAACCCCAAAIIIIAAAggggAACCOSZQFEEq+07dtat0+areYuWcf55D92rl5Y+ZX7/4w3rNGrI7+LHjPIT7nlEs6ZM1LLnF5nf73lsH1127S1q3KSp+fUnH32gay/up83fbvIc0ohXCZcCEXme5VVr8vGItG17laYvXBnsvCxKE6xmgcYpCCCAAAIIIIAAAggggAACCCCAAAIFJVA0wWo8KF0aDUqNlxWgqlp65u9/VsXsqUnft4JVI1QdeuUNmnHXuHjQev3tD2rW1Ina+MFazwH3jEjzIljdoIqRgzVzva07R4/XkuE94t/Y8PgwDZy7Vl3OmqUZp3VI22+CVc8pQQEEEEAAAQQQQAABBBBAAAEEEEAAgQIXIFi95xEtf+EZ/c9Pumvs5edo8zeb4oGrEay+/mqlbp0+Xy8+u1AVD0WD16CvQgpW1w14Rtd0d/ZwuW7rN15rzxqvXsvGa2lPgtWgc4DyCCCAAAIIIIAAAggggAACCCCAAAL1S4BgNXbL/2/PGKxPP96gO8eNSApWjeEePGKMGbr6WZ3qNj0KP1i1ehVd1UqwWr8+BOgNAggggAACCCCAAAIIIIAAAggggEBwgaIJVu17rG7d8p2uHdbP1LK2CFj33tuu/2+U6Tfwkuhq1m836arxU1R2zEnasX2b7r11dHxrgEz0hRSsJrYC6Kwhk6dpQHt7zwhWg7/FOAMBBBBAAAEEEEAAAQQQQAABBBBAoD4KFE2wmmmPVXMv1aWLNGDQcB3Z4xhNuenqeMhqDLpzxWr7A1MfblX4wWpyD6L7qR6kifNHybbLKitW6+OnAH1CAAEEEEAAAQQQQAABBBBAAAEEEAgsQLAa2wrACFZb7dHG3E/1v6+8pB7HnCgjcLWvZF32fPTBV8UQrErRfVU1yr7nKitWA7/DOAEBBBBAAAEEEEAAAQQQQAABBBBAoF4KEKzaglVjhHv26qPLrr3FHGzrVn/j9v8jfvZLXXNxP3Of1aIIVjdWaGj5C+qVtB0AwWq9/BSgUwgggAACCCCAAAIIIIAAAggggAACgQWKJli177FqKFW+8LQee3BK/JZ/Y8Wq9brqhin6aY9jkvZQHXD+cPU//7J4GeP8O8eP8AVeCHusLp86TB+cnthTdfnUEzVm/QWac8cAdYj3kmDV14BTCAEEEEAAAQQQQAABBBBAAAEEEECg3gsURbAaeBQ9k9BgNXpW51IgIs+zAjdi2/YqTV+40v28FZN03KQliWMd7aFqdFuAZx1ndjlrlmaclohdrcPPvrJKg3ofEax9lEYAAQQQQAABBBBAAAEEEEAAAQQQQKCABAhW3QYr/Ewz85TIh2A1xElLsBoiJlUhgAACCCCAAAIIIIAAAggggAACCOSlAMEqwWroE5NgNXRSKkQAAQQQQAABBBBAAAEEEEAAAQQQyDMBglWC1dCnJMFq6KRUiAACCCCAAAIIIIAAAggggAACCCCQZwIEqwSroU9JgtXQSakQAQQQQAABBBBAAAEEEEAAAQQQQCDPBAhWiyxYPX3M/JxMQR5elRNmLoIAAggggAACCCCAAAIIIIAAAgggUEcCBKtFFqxOX7iy1qcaK1ZrnZgLIIAAAggggAACCCCAAAIIIIAAAgjUsQDBKsFq6FOQYDV0UipEAAEEEEAAAQQQQAABBBBAAAEEEMgzAYJVgtXQpyTBauikVIgAAggggAACCCCAAAIIIIAAAgggkGcCBKsEq6FPSYLV0EmpEAEEEEAAAQQQQAABBBBAAAEEEEAgzwQIVglWQ5+SBKuhk1IhAggggAACCCCAAAIIIIAAAggggECeCRCsEqyGPiUJVkMnpUIEEEAAAQQQQAABBBBAAAEEEEAAgTwTIFglWA19ShKshk5KhQgggAACCCCAAAIIIIAAAggggAACeSZAsEqwGhPYoIqRgzVzvQ3k6PFaMryH+Y0Njw/TwLlr4wdPGPWMrunuPpsJVvPsXU5zEEAAAQQQQAABBBBAAAEEEEAAAQRCFyBYJVhNClbXDXAJTDdWaOjd0tg7BqhDPGQ9SBPnj1I0dk1+EayG/j6lQgQQQAABBBBAAAEEEEAAAQQQQACBPBMgWCVY9Q5WnUZG0Fr+gnpNnqYB7QlW8+w9TXMQQAABBBBAAAEEEEAAAQQQQAABBHIgQLBKsJoUrCa2AuisIWmCU62YpOMmiRWrOXiDcgkEEEAAAQQQQAABBBBAAAEEEEAAgfwUIFglWHWdmdE9Vd1u94/uxbq05yzNOM3YGCD1xVYA+flmp1UIIIAAAggggAACCCCAAAIIIIAAAuEJFEWwOmDQcJ3S73xdO6yfNq5PPIDJYLzqhinq3PWHuvbiftr8zaaobCQBPOD84fpN//N1zcX9tPGDtbpq/BSVHXNS0gh8v/U7ndPnyLSjYqvOvYxLgYi9EWGMd0Tatr1K0xeu9Fnbct3Wb7zkeEjV8qknasz6CzQntt8qwapPToohgAACCCCAAAIIIIAAAggggAACCNQrgXodrLbao41unT5fVTt3qlnzFrrhqkFJwWr7jp1167T5+vabr1KC1VatXc79IDmUNWbCyPFTzAlxx/gR9StYddlH1U+oaiCwYrVefUbQGQQQQAABBBBAAAEEEEAAAQQQQAABF4F6Haxa/TUC1HF3zk4JVo3Vqo0aNdZ+7Q/Q2MvPcV2x2v5A27mOYNU6duNVg7TBJXS1rl8IK1aXTx2mD05PPIwqOUSN3v4/U5lXqlr9JVjlswYBBBBAAAEEEEAAAQQQQAABBBBAoL4LFG2w2rNXH53U9yw9vWCu+g28xAxW+5x+ro4+4dTo6tVvo9sCZApWjW0CDujUJeNqVaOOQghWow+kWpKY7x1tIarzmFXq6PFaMrxHynuEYLW+f2zQPwQQQAABBBBAAAEEEEAAAQQQQACBogxWjS0CJtzziObPuc+cAdkEq8ZWAUYdf3n4Pr20dFHGmVQQwWqI7wWC1RAxqQoBBBBAAAEEEEAAAQQQQAABBBBAIC8FijJYNbYAMF53jhshY+WqFay6Pbwq3YrVnsdGV7yOHXGO58ASrHoSUQABBBBAAAEEEEAAAQQQQAABBBBAAIGCEii6YNUYHeOBVc1btEwaqE8++iDxACtbEpouWL1q/BRtWLdGFQ9N9RxwglVPIgoggAACCCCAAAIIIIAAAggggAACCCBQUALOYHXVv5Z7tr9bjx6KVFdr1+4qRfoeVVqd6YyIZ6roeT3PAhGPXUzTPbzKqNi+YtXvHqvWNgDGVgLLns+8DYBxDU8ClwJeffJEcRaISNu2V2n6wpWBTw16AlsBBBWjPAIIIIAAAggggAACCCCAAAIIIIBAoQm4rVh9p/L5tN34ybEnqKQkUtzBaqYHWrnJ5VOwevqY+TmZo4N6H5GT63ARBBBAAAEEEEAAAQQQQAABBBBAAAEE6kIg3VYArz3395Tm/Kz36SopKSm8YDUwrGcSGqxGz+pYsRoMlNIIIIAAAggggAACCCCAAAIIIIAAAgjUsUCmPVaX//3heOuO/t35ikQiBKvZjBfBajZqnIMAAggggAACCCCAAAIIIIAAAggggED+Cng9vGrp3Ht1/NnDo6tUCVazG0iC1ezcOAsBBBBAAAEEEEAAAQQQQAABBBBAAIF8FfAKVo0w1cgFCVZrMIIEqzXA41QEEEAAAQQQQAABBBBAAAEEEEAAAQTyUIBg1W1QPJPQYCPpWR17rAYDpTQCCCCAAAIIIIAAAggggAACCCCAAAJ1LECwSrAa+hR89pVVGtT7iNDrpUIEEEAAAQQQQAABBBBAAAEEEEAAAQTyRYBglWA19LlIsBo6KRUigAACCCCAAAIIIIAAAggggAACCOSZAMEqwWpMYIMqRg7WzPU2kKPHa8nwHuY3Njw+TAPnro0dPE4T549S9Ejqi2A1z97lNAcBBBBAAAEEEEAAAQQQQAABBBBAIHSBehmstu/YWbdOm6/mLVrGwSpfeFp3jhuRBNizVx8NvfIGzbhrnJYtXZQ4FpHaH9hZE+55RLOmTNSy523HshiCfNpj9YRLH8miB/XjlOFn/aJ+dCTkXkyd+6+Qa6Q6BFIFunTZHxYEEEAAAQQQyFKgqsneWZ7JaQgggAACCCBQE4GG2z/PePo/V35Vk+oV6XtUaXWmGiKeqWKNrm+eHFHyRYxgNR6K2gNTv5eqx8Hqn5e861ehXpWb/bdXRLCaOqRGqDro9J/Vq7HO1BljHtDf3A63Yf5lVfPcXpSrIYAAAgggUGACn35u3Rnm3vAWjVsUWI9oLgL5K7Bl0yZ99/XX2r51S/42kpYhEBNo0qSpWrRrp5Z77olJHQls2ZH5s2LPPTvVqGUEqz74PLNllwLOsNjHZTIXiUjbtlfpjr+8VeOqCrGCZ5//PzNQa9GkpBCbH2qbq3ZXa/vOahmB1wm9jgy17nysrHnjiPZsXlKU/f1lz/+XMiS77j9IDS56v1aHqnWzEu3bOmr+XSRx50CtXpTKEUAAAQQQKGCBDz5ao2lX9XXtwbA7F6hV09YF3DuajkB+CXz49pv6w/BTdcB+e6tBgwbGSi1eCOSdgDEtjYWKn335na6/Y772K+2ad20slgZt3vZtxr+jiypYtVayfvX5p9p3/wN1141XaPjoW6O3+y9dJGNrgMuuvUWNmzTVayuWqVPpofGtACbN+KsOPuRH5rx5752VmnD1YN06fb5efHahKh6aan5/wPnDdfQJp+rSs36dNL88P6dzGKzeXqTB6j9iwWqzxjUMVjf8S70HvaT/HvxLLZv+C3UusE+SXburtaMqFqoe6zNU/fgVXTRVuv7mn+mAAutv8ya2ULXI+tv950ckjVbD2Z2lH54tvfWo9jtqsD755yxVDcq8Oiab4W7TokQd2jQwQ9UdjfkhMBtDzkEAAQQQKD6BNevfNX9oe/vjbSmdnzL3ae3RgpVKxTcr6HFtCax97T+6c+xZKmnQUE2bNFIJyWptUVNvTQRKStSgJKIGDUo06Mpp6vzj5J/valI15wYT+GbL1xn/jq63wapzj9V5D92rl5Y+Ze69+t8VL5n7rdq3DFj33tvmsSfnP2QGpVeNn6Kf9jhG9946OmmPVfveqx06HqwjexyjUUN/Z46KEb6+uvyFeNBqDVU+BauT5ruvWP3Vuffof/90edLscvuen+kX5LwgZe3XDtre516Irlht0shzNCR9penDZmvCe/YrHqo5z56s4z98WX0Gv6TXDv6lXpr2cx3kB8Rnmeduu1MDl0hnjL9Kd5Y5T7LatJfGzhqoi7NIOHdVS1WxUPXXbiHjx69oyNXL9bZ16QN76FEjTDW+P1UaG2qw+pUqrlskDT9HA35gXXCNbj3nKSV2NO6qWx/prRQKn55GqNo2tlK1MPrbTpfebvfw2dFYMXt/f3xk6l+6TVeMUcnbc/XTq2/Uv2+/3gxX//bl6ebZVVVV2rFzu7Zv36bt27aZfxpf9xsQ/Wzz+2rXskQd20VD1Qg/APploxwCCCCAAAJ6c82qjD+0tWnZzlPplSfm6Ge/GehZjgIIFLvAe/99Vbdd20/VkYiaNWuhhg39/IxYeGr1s1eFNw7ZtrgkUqKSkhI1atTADFYP/onPhVHZXrDIznvv1RU6+Mjuvnq96bsvizNYddtj1bn3qv1rQ7PfwEs09vJztPnbTSkPrzJWo/Y//zITfcf2bWbgaoSx4+6crRuvGmR+v3zsnbrhqkHm+faX5wdaDles3pYmWD3m3Hv0gi1YNb42Xvbv+ZlxQc8LWt5qg9t5zj7Y27skFqw28vxLc7VGnrhQFdpLY2YN1NAOkja8rFMGv6RDx12lOw6M/v9rnX+pF0MOVpdMulPnL5EGGNexpYnW96P9sbXLz4DEyuyulnbtiq5UPf6Y1NvDpTW67dxFUvnluib2eb18+tPSxSepx8crNORe6fqbusvgCOf1lSr+sFi67OxEsPrxCt3274N1zW/ampfY8MSjOvtfXfVoFtc1tnxo2yJ6K3pB9XdeO936p5PUIyCyvb/dfvLjlLPbzNQkR/YAACAASURBVO1ifs8IVXe3GqSSzbPNcNV4lV7zvnbu2q2dVbtVVRX989stOzT1wb/pzIHn+m7J3q0a6OC9G5rmTdt4//Dnu2IKIoAAAgggUAQC/7fqzfgPbcYKVfu2AMZWAF7B6psvLNSWzV8TrBbBXKGLNRcwgtVbr/m9+fNR42bN1ahhw5pXWsQ1NG3S0Nx2MN2fRUxTo643bBBRowZGsNpIF4wkWK0RpsvJRrD6/dZv9aOjjvOs2h6suv0dXW9XrIYZrBrKg0eMMUPXbzd9ZT4Ya/6c+8yVrCPHT0kahDvGj0gZlEILVq3Q0uhIkGA1m/OyOcdol9t5foLVBg08RmP5U+p4w9tS51/qhftsK1I3vKz7P/y5LjrgZZ16oRGsHqr+elvzYndS//iCQVrYPxoIGkGsWcaaCb1O1fpRpRmPvT9vjo558AvH3DlUDz59sqJv8690/yWzNXHtXhrzwEBdFCDhrK6Wdu+OhqrHuYaqkj5eoaGjvtT5bqGecexeqdcByzVtmdGWdho2yRaIyghJH9G0D/wes5ePdfnAHnrEGaBmalOGjz4jZGwXC1WLrb+df3R4Wpl2r41Rw3cq4itW9/3lBWrVc6x27tqlqp3V0XB1527tqKrSt1t26t5Z83XGoAs8/5IxCuy3RwMdsm8jc47tsfc+vs6hEAIIIIAAAggkBJa//nrWweq6V/9phqoEq8woBPwJGMHqzaN+p6pdu9W4SXM1bESw6k8utdRfKip07nnn6E8PP+L65/fbd2ZbddGf16hBAzVuFFHjRo00eOR0VqyGPCOsYHXb1m/10xNPy1g7werSxI3FmVasZtoKwLjl39g79dqL++nwI8s09MobNOOucWaw+stefXTGBeXmIDz24GS9ZLueNTL5FKwOve911wlzwZX36cG7LpHxp/1lfM/PKx/Os/rg1t7333zd3AqgpMRjNP71lDoZwar16nWq1l0dC0WN7xmh6UUv6XXtpT/cbwScqzWq90LN06GatfhkHWcdj523zghMZ3+hwwcN0sKy1dFz3Y71b6slt9+pwUul/uOu0qRfOHvxle6/dLZuWmtd18+oSNWSqmOhapfD0odu0lo9UP60PjzlTN1wvGMPr8/+rXE3v6IDBl+iCw+T9MY/NHDxnrpt1E+1n6T/PnKfHt8vdp7vY19r8aRnpPPPUO80Odwnzz2ma/6vS/w6fnq8b+sG6hoL+Aqtv0mOfjoryd7fgzOEqkZ1+8wr1YftTtUBXy7UPj0H6bNls3XgVWviq1SNlao7d+5KrFi9/1ENvPhSz5bsawtVW++1t2d5CiCAAAIIIIBAqsC/3ngjq2D183fe0JbvNhGsMqkQCCBgBKs3XX26tu/cpSZNmqtBw0YBzqaoXeBvf6nQueeeoz/96RHXP7d8T7Ca7Yxp1LBETRuXqEnjxrrwaoLVbB3TnWcPVr/f8o2OOv38tJcgWPUZrBoPrxowKHG7v/3hVa+/Wmk+qGq//Q/UF59+rJ07d+jPsybH91419lY1XtZeq87RyKdg9bIZ7sHquSPu05+mRENU4/+tl/U9P5M4m/OyOSddG+19cLb33dejwaqf19I77tKFzztL7qXrZpynC/Wy+g5dptc799TSqT9XJ32lB4Y/pJvXRo93fix6br+xV+o2Ixz911PqPOEd6dhT9YAWpj22dmQXWdeNn5vUhOTrXBhgxaqxivCHLreHp1h8+m9dN/FlWc+LP+aiSzXUyGKN78+WLr82GqQmf71WM4avUfepJyi6wYDx9ctqP+ZMnbJvpmNf68lbn5YGGeXcRsU4d7FktcHHwBm3oneO3YpeSP395B9/1hULvzJuytfVcUfvDtv72/Xw1Nv/3Wp45/V3VPbWyTp4lHH7fzRErTJXqRpbABhf7zL/f/N3OzV15kO6uPyqjA3Zp3UDle4Tvf2/FaGq96BRAgEEEEAAgTQCL2cRrG79aEM0UCVYZV4hEEjACFZHDDpem7ZsV8uWrdS4aZNA51M4IfCPpxbojLPO0mNz57r++eU3W+HKUqBpo0Zq3qKR2rZqpktHP8CK1Swd053mDFaNlau/Pif5uUPWuUUZrNbY2zMJTb5CuodWWaU8q8vhHqtXPPCGK88Zl/1Rj92bWJ1mfG287N/z4xr0vKDlrTa4nefsg729b/7nNTNYNfYa9f3a+LJON0JU64RjT9WaM76Mfu+gnvrHVGOrgK80a/hDuuX9vTQ6FqxelBLKSjqop0Z3WqZb0hwz6lp3510yzv39mCt1q8uKVft1BrfP3ItIROazLY3A6yc//YnvLscLvvasfjf9Cw0cd5ZO1QpdM0sa8Yfu2t8o8Inta+P/b3hZa5Ku0DZxXrpj+32thTctlgafpVPNtNb+ek9/HLZYH/z2bN12kr8n4LY1HprUNhrwFV5/Y303Lb9W/2knyGtbcnt/fYXIsUu89uqbOveU/4nf9m+uUo2tVDXDVTNk3aXNW3fq9rsn6/qJt6SdO/Zgt2U7VqoGf5NxBgIIIIAAAgmBV1ayYpX5gECuBIxg9bJBx+rzb7arVctW5h6WvLITeP6ZJzTgjDNV8difXf/87OvvsquYs9SsWRO1at5Ye7dpocuuI1gNe0qwYtUhGjEjpBBfAaoztgL4/XmXauzlZ6c8tMpqkWd1OQxWR812D1Z/N+yP+uu05Nt+3b7nRznIeUHK2q8dtL3//Xc0WN1elbkH6/76lJ7/xckaZAsu1/31YfV++AszHF18tTTqkmV6w/j/ydEVq7PLH9Kk9/fSqPvO00Hz7tKwF6TTr7tSN/08+Vov3J3+mFEy8/Hk69jb5+xRgxKpYUk0VP3ZL7IIVc0Kv9bjNz6qD069TCP2W6ErZ0ojr08Eq4mv39OUi95T2f0nKPV5epmOGfUvloacpdOSglXjnMXSpZdphM+mt2leovZtoqFq4fXXPnpG31/WgROcJskjbO/v4Uf6W6lq1fBK5X919smHm2Hqjl3WatXoytUd5jYA0f83g9W7btctd9zt+oZp17KBOrWLmhOq+vlUpAwCCCCAAAKZBbINVo1a2WOV2YVAMAEjWB028Ff6/OttatGilRo1aRysAkrHBV78x5PqN+AMza94zPXPT78iWM12urRo2kh7tGiqvdq20uV/IFjN1jHdeeyx6pCpi2C1Ves25vYAbdvtoz/eNtp1b9V8DFb/8PDKsOdjQdS34uX/msHqZ5t3Z2zvh3//k/r9+UudMrJcY35qFP1Kj17zsKauV/R7+7+iQVdWalXHMs2/7Wc6IH68nYbfda7OlvO4pI9e0aDH22r2aV85zrUdu7SLrGt3O/M8zf5t7EFY8dZa7Yhdx1w6mvpq2iii1k0jZuBl9Hf1pz73tPnPMxr+0c809eTYCtFPVmj4dav1q5vP0u+1QsOnSdfc0F3mDgTGMdvXL98/VY/sf0783Jfvf0a66EQZubLXsZd+OlxXHWH14z3decEiabj9e5mnV+tmJeY+o4XY3w1PzVXF/mcl+v+fZ3TiVOnGB6N2bi9nf//74fZA779/vrBCZ578k9gq1d3mdgA7du7W9IcXaseObdqxfZt27NiuTz/ZqJ1VO3T31HtT6m/booEOjK0ObtF2r0DXpzACCCCAAAIIuAuseHNlVnusWrW9+cJCHl7F5ELAp4ARrA4552h9/MVWNW/ZUk2aNPV5JsWcApVLn9Lv+5+hv8x7zPXPj77YDFqWAs2bNtKeLZtr371bqXwMwWqWjGlPs4LVHx0VfVx4phdbAXgJuR33XGIarFLP6nK4YnX8o28Ga3w9KV1Z+R8zaPzkm1365vtM4erX+uv4R/TAh/aOt9OFN52l3xkrKz9Zocv/8C+tPuAXemB8d7WXVd6ljL2KHn20+MKDE+e7HYvXZR3sqvGzTpQemKrxy50DET1mD+D2aFZiPp3dCBmNl9HfL7bs1nfbMofJ0ZrXaNJ5i/R0/DLtdPFtZ6v/DyR9vELD/ij9YWIsWHV+ra80b8wjmv5B7OSefbR0aJfYFxmOGfVcs1zvGCUP7KGHT/tS5015N2XGnTTico1yuTe+ZdMS7dWipHD7e6l0k9V/s9dddfPDJyllF4iYiFt/N2yq0qYtfsY3wfrkk8/rzFN+Ht9PdcbDC7VX29bq2vWH2rZjt5566q+6ftx1ru/8Ni1K1CG2Org5oWo9+XSkGwgggAAC+SDwb1uweugPkkOeYXcuUJuW7Tyb+coTc/Sz3wz0LEcBBIpdwAhWLzzzKH3w2bdq2rSFmjRhK4Bs58SKfz6r7kedoHR/Zlsv50mNGzdRu9bNdMAP2urqG2azx2rIk8IIVg8+MvW+W7fL2INVt7+j99yzU41aF+l7VGnGXSuNvR5r+1UXK1aD9MmTIIfB6k2PFWew+r//jAarxmvt51X6fPOuIEOY92Xt+10233Mvbf36i3h/N23dra07goVv+d7h5o1LZNwSb4TIxd7fj76p0jdbg43v3Ef/ru07tmv79u26+OJzdcftU82VqsbXN9z4B9fh36N5ifbfI3r7v2HOCwEEEEAAAQTCE/j3W4kVq85ap8x92lewGl5rqAmB+i1gBKsXDDhK7374uZo0baqGDRvWyw5HchHG1Eu5/OhUSUljtWzRTD8+ZD/94aZHCFbrcFjswarb39EEq26D45mEBhtRz+pyGKz+eUnqisBgvSnM0vZVnIXZA+9WG31sFgu8vv/6C/MEK0z2PrvwStDf3I+v3bzwZgwtRgABBBBAIH8FXvUIVvfec5/8bTwtQ6DABP7v+ac14PReatGiqRo0aKASlRRYD/w1t8QziPBXD6XqRsAI/Bs3babt23bqsSf+pQO7daubhnBVff71Z/HteghW/U6IkD+APKvLYbB6wqWP+FWoV+WattlL2zZFw8b6+jL6aH/R3/o10vkwvs421C9heoMAAggggEDdCfzfqszPQeiwj7E/Ey8EEAhDYNmieWrSrJ0aN2keRnXUgUCtCrRo1Vpt991Xe+7DXYO1Cp2h8g2ffZzx0qxYdePxTEKDDadndTkMVpsfd2ewxlMaAQQQQAABBBBAAAEEEEAAAQQQQAABBEIXyMkeq7fP/JsOPuRHZuMrX3had4y7XCNvuEdlx5yU1KGtW77TtcP6aeP6tSkdHTBouPqff1m8jjvHjVCrPdro1unztd/+B5rfn/fQvaqYPVVKk4ROmvHXpHbcOX6Eed6A8xN1LzfaF/u+vbzxfau8cc5tsbqMp3D/8bbRWvb8oqQ218a+sdu2V+mJZWtCnwRUiAACCCCAAAIIIIAAAggggAACtSswZcEq/f6Yrlr/ZVXtXojaEUAgZwK1Hqz+stfJarf3fvp7xSx1OPBgTZj6iGZNmaiXlj4V76QRQl51wxTzayMwdb7ad+yscXfO1g1XDTIPTbgnWse6995Wt8N/queemKeevfpo8IgxGnv5Odr4QWow2/PYPmq3z35aWPGg2h/YOV7H+vfe1vV3ztaNsbpvvOcRPXjPRPM6bfeOlu/QsbNunBL9/rKli8xQ9bOPNySC1hyuWL39L2/lbHKEeaFPv/pOnfZrre/r2UOYwjDCJgxF6kAAAQQQQAABBBBAAAEE8legbYsGmrnwNZ1/8uF6//PkYHX1+xv16edf6c21n+ZvB7JsWZcD9tKhnTuo/Q8K+1b4Fo0jatbYfRXf9zuqtWVHxufCZ6nHabUtEMa41nqwakdotceemnjPI5o/576kYLVDx4PjwWm61apH9jhGo4b8zqzOLYS1h69uwWpSO1q3MYNVox3Gtc26h0brHjk+GvBaq1aN/2+9RxvdOOVR/eXhP5phbvmYu3TjyPO1+ZtN0WpzGKzeMm9Vbc+rWqn/w0++1v90aqtvt/Fh4wTGplamHJUigAACCCCAAAIIIIAAAnkjsFfLEt1V8You/V13rf50Z1K7Xqx8VR32baOOOytr1N7GTZqpuv2vtfeeLWpUT8MGEX38xXeB6tn8/S7Xa76ycp22bNmmn3f/cY3aVFcnN24gtWleotfeXq/XVq3TO2s/0oeffGU254D92uqQzvvrx9066ceHdtSmrbu1w52hrpof6Lr7tPL/ILjPNu8OVHe+FQ5zXHMarBorVsfdNVs3XDlIGz54L+56xqDL1aFTF9fVqkYhZ5BqbAtgD1qNMknf89gU1Vixaq2APfOC6ApZK0g1tgWwB63GMWPF6vV3zNaNIwfJWIHb45jearf3vmrWvKU++egDjR7WX5u//TppntTWVgATH3s73+ajr/as+fAz/fzQ/fTllsJ+8/nqbMBC2AQEozgCCCCAAAIIIIAAAgggUGACRrB6y5wXdeVZPbXq4+Rg9Yln/6mbftNIu3ZsrVGvGjRurv/9sov226t1jepp0qhE6z/eVON6rEbMXfSKevf6ZY3aVBcnt2xSom1bv9Vzy17X/654Sxf/vkyHl/5AB+3f1mzO+x99pddXf6zpf6nUr7r/UMf3PFxNm7fWd9sLM/f4wR4lGjN5nvvqQdsATCzvp4+/Kcw+Gt0Ie1xzGqwae61++vEGc49V62VfxWrcZu/2yhSsGseMvVrfe2dlfEVruj1WrbqNvVONdhh7pjpXqLoFq0Z569Z/I8D97RkXRvdVtW8LcEPyFga1FayOn1uYweqqtR/p2CM66JMCfvPV1gc5NrUlS70IIIAAAggggAACCCCAQH4I7NWqRBMfeE6jBh6rlRt3JDXq8aee1z1nttSubZtr1NgGTVvpmY2d1CkW/D03b6qqq6N3je7evTvpv127dsn4z/i+8afxMv48e/hENWtcolXrvojXYxzLti7j3Onz/qlTex9To77l+uQmDSXt3KKnlqzQTw/dV6cc/SM1a9ZIqpZ2x27ELYlIDUoi2rJtp5544Q39++1PdfJx3aVGLbS9ALfRbd+mgcZNmacFd56blvu0kY9q/OW/18ZNhbk0N9O4xt4qigQc15wEq0Z4etv0+Vr77ltJoaoxUsYK0JP6nmXujWq8jL1SL7v2FjVu0lTWw6zOiK0qtfZfTbdite+ZF+reW0eb9Vh1fL/1O11zcT9z39VWraMPuzLaYT2IKlOwapV/31beuPb/+8Uxuia2dUD864ujWwlYr9oKVkfPeTPXnyehXO/NNRvU5+cdtf7LwnzzhYKQphJsalOXuhFAAAEEEEAAAQQQQACBuhcwbrO+6cHnNPqCX2vlhuQVq48/tUTTzm2hqu+/NBs644n3zEDUCD2Nlz0UdQtDjeNjB/dQw2bttGDtgTqk0z7mec/8eYqO+fUp8c7v3LnTDE+N/6qqqpL+NOp4/tknNPjq29WyaQO9+vbH8XqsusaMGaOvN32rjz/7UlPvnqRp06bFv37ogWnqXnZs/FpLnv67WZfx+uOfX9SpvXvV/SAEaEH7NiV68rl/qUv71jr2Z4dqpxGmRhqqQUSKGMlb7GWMU4MSKVJdpWcr39LajzbrN7/uoY2bCm9Fp9HncffMU8Wt52iry56xzRtHdMboRzV+eL+C7J8xZOnGdZ/WDZJmx5ebd/ke11oPVtPtq2q1eOQN92jDujWqmD017RR3BqnpHnQ1aeZf9eryF1TxUGpdRkhq7au67PnEyljnClUraJ1x1zhNuCe6r6p9JW1dB6t/eDhTsPpf3XH8DNnX/faZOE0jfxHg0yNtUaPup9Rxzh/Ur/3/b+88oKK6tj7+H2AoihUQaWIDsURjbLE8jRjFFnv/jKJGfSrBFkVQQWCEEDUCEon6FBI19ooYsWHsiBpFAdGAKNLsRkEQBt469zLjDDLDBeU582WftVzOnLvPPvv8zvWu5X/23afi/v5MvIdh3Zu8U6T7XU9VuYaKx135EcJ5CWdT+WhoJBEgAkSACBABIkAEiAARIAJEgAh8PAIsY9Vv0wm4OX+J62nK6YwHfz+ODRMNIX2VzgUYEpGJRYsWoagkNVIi8YXbIndIpUUolErhJ/HB/IV8UllhoRQBfj6QTG0LXWMr7EiyRWs7S+7a4a2r5cLq8d/3ywXa0tmqXXr04eyZGDrNbRVqGunibFya3I/Ml6KwGrjSH+vXr1cSVtt3fpuVejLqIOeLtaCtpzDAqZcw+JlR8JmdgSE7J6G1bMSVMDgHxHLfRD2mI2xWSb3WMvqzD/rBbcsDiGCNMUEecLJgo7IQtWgTMFv2XX0otY1EuHf/Hk5fuIw5E/vijVQEka4YYrEedETKAhyKiyEtkkIHRSjIf43QbcfQtVM72DawxfPX2nXGjHUdHXiv2YHVC0Yi/Skv/mdnZ6GprSVe5hXBqq4YLv47IJk7Fg+eaZ9wrGpf9cV6aGAihsu8JSiGCD+tkiDtGf/Dg5B9rXJhldVPZTVLF0wb9s6dK6QMABvEslinzF4iz2plAunGIAmMqhsjMe4y2IFX7PAqWb+icCqbtKxX/Nm1bo79Mdl1CTxLMmZ9grdgU7AEVg3eHmqlWLKVzeMTxNvEXTkP/9BdOHPs4DtiblVlrE5fG6fmCRCHn4dEwnqtOway52hsOEYvB9z2O+MzYY8w4b4r6C/xTirG9rLHtfvKrzy866Yq11DBoN/LvNQ61PgSzua9AqLBRIAIEAEiQASIABEgAkSACBABIvCRCLSwFGP5ppOYOepfOHsrRymK2NgYJWE1+EA63N3dIS3JWJX48sJqoUxY9fV+K6xKixCw3Bv+/27/jrB6aPMqODoN4uY6GrkXnl5eyM9/g9zXefyf3DyEhqxGt559ORuZGFqWsMp8eXp6yoXUVQESbNy4UbCw+lm7juWQf4Sz/itxGBawTjOH49qxcOBGxGPPzGMw95qDbua8TfaAAAxvXVb/BCAyGz3cHWGafRJro8wxc0JLPD4WiD/M52C4XKlVH4pdfX0cOHoe3dpYw8q8LnLe6EJsaMAJq0zrYRqR7LVxVhuAZfu+KShADXEhkpLTcTExA8P6dsedrPL0j490M6qYlq17xYZ98J09Arcz8zmrlITLGO7UFX+m5cPewgCeQbvx3dShWrc2tpay9lXfyAB6enpwsDDEt/OXcIfTh6yS4FZ6nuB9rXJhlWWkshqoiu38qSNcSQD5YVbzJ3HiqLrGMkVHObtwJjvDQ7gMV8WyAYr9ZdVYnb+Mr8VaOg5WEoCJrkq+w9dwtVc7l7K/cOoIV0KAzTvLjS9XwGq7upUqA8DmqCphdWaoemF17eBI2IS64yvuB6o4rB18FZ0OOKMdt3D2fT1OsPgcp2H3bPZUyUbEPF+El5wlZue8FN8PNS/BpGjfHo4nM2ETOhlY6Yu0sSGY2YEXb0dss8SaH/uA+yFIRUu4k4oxjvaISyvvwcLmrOgaVK1NIX5YYSLHhV9v2fGXxYePB47AyXvtStZZll3pGGS8ZHvxIdho1kOXoiECRIAIEAEiQASIABEgAkSACBABYQQcLMTwC4vG9BFdcSZRuZbq5cuxCHMWQ/r8L87Zqojn8uxS9l3x9f+ySgGwvlXTW0C3dlNsuNYArZryGavRuwLRq+9g7nPUoT3wWrYM58+dkwdsVt8GPwWvQo8vB3B9LKv1/2b/ALNaYkRfuSf3I/O1bNkywcKqzBcbu3HvWbT9rL0wUIjHXpd4tAwZhWZsxI2dWHKtJSRft+TGPzkejJ0Yixnm0WX0t4b5FaCH2xcwyT6F0KNmmNHnEf93yXghQTABMXjjPsyd8AXAMlR1DdCmSR1O6dERiRREVdZVjCKmshYVISH1GXJevcTaHafhOuWtOClkTk2wYeteuWE/ls8diTtZvLB6+fRhuE0dgRNJubCrb4DFgbvx3TeD5cKrJsQtNIbS+9qqkRl0xSwDmd/XmfOXsO3khNWK7GuVC6tCFlgVIqSQeYXaKGasljmmDIOqWFNefiFc16kXVkO+ioTNOncMtgQy9/hjxpl2CA3kRc/LgS642CUELh2zcWDOJmAhb/e2xSHkq6v4PMIZ7JHH7LfbLMXK4ebApXAM8c3EpHXu6HjBHzPSBmD/nNbcHKswmbdR024k8RmrNx+UL6xWZg0sVgmmcTHJ2jvx/2bJsQDjUhK/ok3ZfBiT9Uh1LuGghqMqXsqM34UknI3QO5bsiAARIAJEgAgQASJABIgAESACRECTCNjXF2N52ClMHdYZfyT8rRTa1StXsG7QNeTd3c/1h8YPhruHB/fqP2u+Pt5YuMiDKwPA+vx8l2HeQg/uGvsesHwZfHvHwrDREATdGgS7hnzaU/yREPTuP5T7fPjATnj7+CAvTyFj9XUeQgJXyLNamfjaZ4o/GpsbISomRe5H5svHx0curLI5f/nlF5UZqzJfbGzE8Uv4tK3Q92gTsN81Hi2CR8KeCaknQrAHozGtlxnP7OYueF1rCVeLkyr7gw5kQYT6cFo6Ggg7BdOFvC+hrZmFIRavCMNP7iORX1gMA0NDNLOpjW8XeHKviotkJ1jpcJ+406zWrPDBrfvPUCzNh3vgfni4TsDpWO06I6d1E1OEbo9G4OIJSMnmhVVWGpMJq2eTc9HY3ABuK3dh8tDPEZf8WChOjbHr3qGlfF/fFInQvKEpXBd6cQeQVWRfkzLzlNZEwqqALdYkYXXuf9QLq2v6r0dUyZpEX05DxDyZ0BgHxWvMxMkrBN92AhATjoHel7lRIlhhygZ3DLFi9pGw4T6zKwrfcRTzA4D5wW1wyXUT4CazUQ3zeiIvrCZklC+sVnwNpWMtFa+g+FXxKYvDW8ZvOarhVU5NWuFsBNysZEIEiAARIAJEgAgQASJABIgAESACGkegqTkrBfAHpgzuiFPxz5Xiu3btOjYM/wuvU3Zx/SF/9oG7x2JOSGXN13sZFrov5uqp8sKqF+a5LeauccKqxAv+A+Nh1Hgkgm46ollj/j+hf0YEwmkgf9B2xN5t8JUsx8UL5+Vz161nxR1C9WW/IVwfE1+/mrESTeob4fD5v+R+ZL4kEolcSPXzWYotW7aoFFZlvtjYfVEX0bq1wPfwcQsH58bDYfVwUwGb6QAAC7ZJREFUTgx9ejIUezASUx1N+bhv7oF3XEt8Wz+6zH6vcXwBAdbY2LP1ZqDbw1AER2RDBHP0cZ+BzvzZXipbM0sjLF31K8Y4tYdUVx+16tRC3/a2mLvIi51cxWU1cuUASjxwGcPfe3HMpHm5iIi+igUzx6G1hY76iTTsajUjMVwC9mKpyyg8eVWA3PwiHDl8CAu+GY7kJwUwMRbD1X87dkhGIPe18gFsGraUMsOJyyyS72uxWB+Duzvgu8Xe0NXRq9C+JmW8VvJPwqqA3dckYXXBphtqIr6OwL6RaLDRA8OssrHXxQf3x/+EOdzhVYrXFFxcDEe/LRbYGOIESyWb0valfW8ExrfD6S3AQm6s+vZnQirG9LJHUmZ5wmol1lDm2ioavwo+7/h+X7t3OQlnI+BmJRMiQASIABEgAkSACBABIkAEiAAR0DgCjc1YxuofcP6qPaJvPFWKL+7GTWwYcRtv0vk0qR/PduJKATDBjrXSpQBk3xWvrRyVBn0rJ4QmOsGhRFg9t/sH9B88ivNxYPdWSJb74XVevry+6uu8PASt+l4uvh7atx2jZgfBxkQfx2Lvyv2w8cyXLB5VcNt93kN+KXL/Ds4Xa9sjz6FVS/5V/vJbEiK+S4DDyqGwY8bx++B7owWWjuEKA+Bp9HrswzBMqXem7P6eJQLso7PYeMIMU8YAEasfoevcbqgr7+N9qWoOVtWw9tcItGthBdO6dVCtVk30aW8LPV1dLruRKars7X/2kdXBLSwqQkFBAY7HpCAr+wlib6Tg3xOH4FZ6bvnL1SALtu7VYYfQs4Mdxg/sgBc5Uly+nohunzWHgaEuthyKRXTsHcydNFDr1sYwl97XAd0cIDYQy/fVZf5SbjcmjxuOTz9tLXhfSVgVcBNrkrDqHq5eWP2xTyQabPLACGsAD6LgMjkTXx91RidkY/csH5zq4YmQUQqv7V8MR+8zbXFsQRuAffbMwHRufCl7pWtA+k4/7LhniRTbfsr+VPC8woTVnva4k12+sFrhNahYW8yKWdhsW7JeFv9mC4T/5AT22x27dg4dFOJXwQfXoRSPKo6l+0vxUnebCWcj4GYlEyJABIgAESACRIAIEAEiQASIABHQOAINTcWQhJ3GhAFtceK68mvU8Ym3sHF0Cgoe8fVPA47YYZHHErmQ6evthQXuSyAtlHJZrP5cxiovAjEBNkDiiaDJORCbdcWmO/1g37A+d+3YZgkGDh3Dfd63czP8/L/HpZiLcja1TCwQuNIP/QaN5PpYVutEt7WoX1uM09fS5H4UfTFxVfansJA/OV32N4tF1mS+2Pdf9p1Gcwf1YubbDUtCpFsSmgUMQlPW+eg8wlc+Rjfu+xPEBO8Hxk5BJ6jo5yoGMLtzMHFlY5IQGfwEnV27oC7zFW0C51HqY2lubYzD0bEw1i9GCztLGBnXQu06NWBczRD6enpITrzBlQMoKgakxcUoKChEXl4+iqSFSMnKx+O/8zByYE8kPnilcfehuoDYulkLDI+EU+dm+GZoJ+S+KUI1fR38Z18Moi4kYY4zX49X29bGYi5rX+vUrYGH95NhVkOM8N/2cJnIE8cNx6OXBdy+1jCxgjT/NS5d/0vlvpKwKuA21yRhdelm9cLqil6RaPiLB0YyYRVA+g4/jI9uhy0/O8HqQRRmTDyIRO6V/w7wP+GMz3EdK3qtRyTrc+qA/lEZb8cr2pe+diEcPZdkYKbCXOpQxt5Mxeie9kh5VL6wWvE1sJkV1zEN0QvbKPfBSjnWsuJXyUeZKROs3+XIC9ny/tK81MARzkbAzUomRIAIEAEiQASIABEgAkSACBABIqBxBBqYiOG76QzG922D49ceKsWXePsOwsY/gPT5Na7fZ1cduC9e+rYUwDJPLHBfyouYTFj18cR8d0/OlhNWfT0R6moI3dqfYmtyH9jb8sLq/g1eGDR8HPd597ZwuSAqy4aVZb4OGDKas2FZrTO9NsDEWBcX4tPlfhR9CRVWZb7Y2J93RKOZHSeTCmi3cdjjNpr5DUQTmXXiIfhvTuC+WfT9Bs7d6/JXVPQn7/4BSS0Xon9z3uzZ6TD8fOQRRDCD49xJ6FhSrlVVMOa1DfD0yWPs+f0MZo37AqamdVCjhjGqVzOEga4Ol7UqKi5GYTHwprAQr17nI/dlLl48f4E1W0+iW6c2aNK4EbKf83VKtam1sKnBhRv062GwjE6XUV0QsvM8Lt9IxpjBvblrCWnKh69py/pU7SsTzBuZGmHWvMWcsPr12OEwb9gMLwXuKwmrAu4ATRJWvbeqE1YFLOYDmTzY7oex0e2wbZ0TSjRctZ4vxqVijKM9Uh+XJ6x+oAC1yA2x0aLNolCJABEgAkSACBABIkAEiAARIAKVIGBVl2WsnsWY3q1w7GqWkofbyXeVhFWv7TXfKQWgWA6ACaOy7FDZ53VzqqkVVtmE5YmiVSmsNm3csBLUPt6Qlg1q4lD0JVibGqP/F61Qo0Z1VDc0gL6eDneCvA6Kwc4Wyy+UcuUVcnJycfBkHFIynqNP93a491j7apDKaLO1sxa8+QgG92iOA38kwvXrvlxf/H3lg9c+3g5VbmZV+1qvpj5ExSKcj73KlXpo4tBC8L6SsCpgLzRJWJVsuykg4qo0ycL2qT4Ivm0N1y0eGGMjbK4L11Mx2tEO959o78NF2EorbkVsKs6MRhABIkAEiAARIAJEgAgQASJABLSJgGVtPfiGn8UoxxY4eiVDKfTk1DSET3qIopw777Uknep22HO3N5o24E9n2hrsrlSntXStVpkoqyjSfucfjppGOrialCX38z6+2NjAzcfR2FZIStZ7Lf+DDjY21EMtI+Dk+Th0+MQagxw/gUnN6hDr6UAXIq6+amFRMXeg2JMXOdh7PA4xN9PQ5bNmkOpUw6u8wg8az//aWUvbWtyUa7Ycxbfj+3Cf4++9+F+H8cHnq4p9JWFVwDZpkrDqv+NjC6sCgJVhEnPjHoZ1b4r0ZySslsZDbCp3T9EoIkAEiAARIAJEgAgQASJABIiAthAwr6UHSdg5jOjpgCOxD5TCTk3LwK/T/0ZxXtp7LUdkaIPIVEc0si45wKmS3qobiHAz+dF7+5FNH7ApCrbWFpWM5uMNM6tlCLGoEFcTUpBwNxPThnVCW3tLNLaqy70ynvzgCa7eSsfaXefQqok12jjYokjHAE9faa/uIVIQwFo1rCOHfzP1mfwzO7hLm9uH3lcSVgXcDZokrAbs1E5hlT1s+nW0Rfbf2v2rjYDbpcImxKbCyGgAESACRIAIEAEiQASIABEgAkRAqwiY1dTD8vDzGNbDDr/H3FeK/X7GI2yemQMUKNderfACxfVw/IEjGliU1CCtsAN+gKFYhNv3n7y3H9n0kvW/w8ainMKmlYy1qocZG+mhYf2aSHnwEKnpj3A//TGyHz/npjWrUwMNrEzRyLoeGlmb4V7WK+TkS6s6JPL/AQh8yH0lYVXAhmiSsLpil3YKqwkpD9H1Ews8y6GHTOlbjtgI+EdIJkSACBABIkAEiAARIAJEgAgQAS0mYGKsB79fz2PIv5rg8MV7Sit5+SoHnVvbYvwnx99vhXp1cCrLCZZm/GvclW36ekBq5ov39sPmP3wmHqnpj2FoaFjZcDRinIVJNZjVNuJjUczYFAGPX+Qj4/ErjYiTgqgYgQ+xrySsCmCuScKq92/aKazez3qGNk1MSVgt434jNgL+EZIJESACRIAIEAEiQASIABEgAkRAiwmY19TDqt8uYFCXRoi8cFdpJQWFhdxJ89lP31+cY5pfuRqGAI4fyo9JrWow1NdHkba/Py6AGZn8MwmQsCpg38t9KJVhIPogjzKF4ERAXn4hXNdrp7D67MUrNLaoiWe5RQKI/7NMiM0/a79ptUSACBABIkAEiAARIAJEgAj88wjY1NXF+r0x+Lq3PS7cTP/nAaAVE4H/pwRIWBWwsZokrEac+0tAxGRCBIgAESACRIAIEAEiQASIABEgAkSACBABIkAEiEBVEvgvubomio/mQksAAAAASUVORK5CYII="/>
          <p:cNvSpPr>
            <a:spLocks noChangeAspect="1" noChangeArrowheads="1"/>
          </p:cNvSpPr>
          <p:nvPr/>
        </p:nvSpPr>
        <p:spPr bwMode="auto">
          <a:xfrm>
            <a:off x="130175" y="-2651125"/>
            <a:ext cx="10839450" cy="60102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data:image/png;base64,iVBORw0KGgoAAAANSUhEUgAABVYAAAMACAYAAADPPjzCAAAAAXNSR0IArs4c6QAAIABJREFUeF7snQd8G0Xah//qzd1OsR3HTu8V0iC9ACEhpNBrgKN/Bxy9E/rR7gIc5eDg4Dh6gOSoIQFCekhPINWxneYSN7mr6/vNrFZerVXWtuzYzrv8TCzt7uzMM7OS9eidd1RzJ/TxIsymUoXbG519KkT5Iq1dXJDrtUSbbHYXnrp+QnSgUylEgAgQASJABIgAESACRIAIEAEiQASIABEgAkTgJBKoW2Y9iVdv2qVN5yf4T1SRWI0MMaKnJbEaGSIdQQSIABEgAkSACBABIkAEiAARIAJEgAgQASJABCQESKxGYTi0RHRnFKpVb58jFUZiNRIh2k8EiAARIAJEgAgQASJABIgAESACRIAIEAEiQAQCCJBYjcKAILGqAKIKoFQACjjRIUSACBABIkAEiAARIAJEgAgQASJABIgAESAC7YIAidUodBOJVQUQoyBWSyrsOFTiwglbIuo0iVCbk6HWxYDl0fW466CylUHrtCJZV47u8R6kJuqhUav5ftqIABEgAkSACBABIkAEiAARIAJEgAgQASJABIiASOCS5zaGhfHJfWMjwiKxGhFR5ANOmlj1LdvlRf36XaogFjGiV2zjqQB25lXjQF06DGlj0T2rFzJSk9Ep0QKzSQedVs2XDnO4PKizOVFircGxwjIcPXIEtoJt6KbOw6BUwKTXQq2OSCJyZ9MRRIAIEAEiQASIABEgAkSACBABIkAEiAARIAIdmgCTriRWgVaJVmxRseoFRHHq9QIerxf8X4/wrEqlhkarg8lsRnlZCWJM+gYDO6JObKNiNbugGtsqeqPrkJkYPjATfTKSkJJogVaj9reRK2WvF1Kh7HJ7UF5Rh+yjpdi1/yjy961Bb9Uu9OmsgUGvgZpCWDv0ix81jggQASJABIgAESACRIAIEAEiQASIABEgAqEIKIlUPRlidexXX/Eqb5w3L6DqoZ5vag+bzk/wn6qaO6FPfbhmkBJbw6E1V6xKxSlrQih5ajCZERsbj8TkTujUJRWpaRlIy8hCarfu/PdLzh2DWHPHEKsr9jhRlzkfE8eOwMj+qYi1GOF0ueFyeTgfZpWFjhe7X7DDrL+ZONVq1dBpNaipc2Dn/nys37If7ryvMTKlGEmxxgA529SBSOcRASJABIgAEWhLBH7YWoj3VuYFVGnh9Cycc1rXqFaTzRJ58Yv9mDU6FcN61P9RJr+I0uPE895ensN/vf7snlGtb7jC2DW3Z1vx3LVDEGvStch1d+Za8exn+/xlTxve2d9G1mdHS2ojtllaxgMX9efcWd1/2nEioM7SslukMW2wUCnDYJyiUWXGesPeUiy6fCC6d7I0KLKqzon73t2NEb0T/H3ZGmOruW0TXzOSYvSK74FgrzNmgyYkm+bWUfr6kJFijvrrWbTqR+UQASJABIhA+yLQVsUqoyiXqNGWquwa7VKsBpenXng8POCS2UDodHroDWbExsnlaSZSu2VyeZqU0jnkaD1rdI92L1ZtDhe+z05ExrgrMH1MH2R0TYDd4eRS1ev1wsNYhVXpglwVflRcrhoMOhQWV2LlxoPI2fYdRph+R2qSEXqtplUimtvXywvVlggQASJABNorAbmkO1Jcg0Uf7sHt5/cJK0Ab214lwlQq/UQRGO46TIj9dqAsomBsbF1P9vGM1bKNx3H+2HTotWqIAm7O2DS/IGL9xrZwAjwYH7mIDlb2yW5/a1w/mJxmbEb3TYrauBfHc6gvKlgdNu0vQ1qysd2MYfb68MIX+3HPgn5+WczG2be/FeDuBf34eA22Kf0yINp9z/qAxGq0qVJ5RIAIEIFTl0C4aFRx38mIWBV7RJSp4mN5BGtze65diVWn2x0gTzVaPYzG0PL0jusWYMXmwGgTpcDau1hlUvWb3K4YMuUqnDWuN4x6HWptDni9Hng9XngYiCB5ZaV8/NHDLHKVRbCqVTxdgsmgg8vj4XJ114YfMVi1ARkpJuh1JFeVji86jggQASJABNo2gVCCidU6mlGgkcQqkzP//C4Hj142EE98tAc3ntszYmTra19nY8H49KDRgG2beuNrx/ppW3a5X14xIfr8kv2494J+IaNmlYhVVhN52Y2vXfs7o7XEan6pDUXltgaRneL94HR7251YffV/h/DoZQP8447Eavsb/1RjIkAEiAARaBqBti5WWataIlJVpNWuxGplrR3Tz53vm7YfOfJ0xqisU1asfrk3DoOnX4+zx/Xm0ak2h1PIJevLJyt4VX8OgOB3D4tUZXtYyKq3PnJVrVbz/Ko6rRYrNhzA7vXfYIhmM9JSLDDoNE27E+ksIkAEiAARIAJtiEAowSSP8pJP5Q02fTzcMXKxKj4+VlIXIJ3ECMpIYlUuDYOlBJALQ2n9pNOQxbpMHJKCj345ynuHTfPPKazxT8eXHh8sCk5J22eM6IIV24uwK68CjZ0GHUxeRYpabYxYlacWCMVKHLry9kojjMOxaIl+YukYItVXGg09NCsegzPjUVRhC/jyoCUiVrvEG/H74YoGKTDE/pTXQ8nYYqwHZMTx1BryMStnwfpLfq9KUx/Ix2G4vgu2j5UvTS0RKq1EuIhVtu9/G/P9rwPi/dgpwRCQ/kKasiTUeJO3hyJW29CbDVWFCBABItABCLR1sUoRq5JBxsRqYyJQT1WxunKvE4njbsecSQM5vZqyMhS88Rwcq9+Fxq2BmrlPDYtABVRa34/KDd35N8B8zm3QGmOhVstX4arPu8oiWdUaFQx6HU8P8M2qP3B08ycYFnsYXZLMlHO1A7wwUhOIABEgAqc6AbnwECNHpflDlYqPcHJELlaZ8Ci22htMH1YqVuVSUS4e5deTS1ZpO9mXpUxSaTQqXDopg0fAyqc87z1aCYtRw/fJZU0kPmJd2AKbYr7NUO0PNR6DCclIqRCUiNVgU7vDsRLFnbSvWRk1NjeXfZFYRLufGK9I9ZWzFsWiXAK2hFhlX1CwTRptzB6LY4j9LpXakcaWyLpXakyDMSuyCHcfhhvXkfqOlc/Oj3bEqnh/jOydyFNbBPtCJNx4k7KVv36RWD3V3+Go/USACJxKBJTkP20uj7YsVinHqqx3Saz6gKgAm92Fp66f0GD85xTWYm/8ZbjkvAmIMetRXWtDwavPo/T9v8Oi1sFoB7QxHuhiAX28F7pEFfRJblgyvKixelDe5xroz10EvV7P86qG2tg+jVoFs8kAh9ONr1ZsBfb+G4O7upAYa+SLXtFGBIgAESACRKC9EpBHobF2SKPBmOh84qO9+POcXgFT7qWChZ0T6RhRXrLFq1he1GBSlZWjVKzKJZi8npHqJxWvYvSfKHZCCSSxj6WyRgkfse1Ky5ePJbnwEvezNn6x9jhuPa930NyWocSqNMKQRW9Kc2MGa4+UVc+uFr7gUrCIYiUs5GOluf2kpL7BxmYwUd1SYvXMgckB94e0zev2lIYUq+HuBbmMFO+dSPdhebWjgRhVei6T6s0Rq/JF8qRjTyz3rvl98dKXB/yvN+EYROp7cbE2yrHaXt+dqN5EgAgQgcYRaCtiVWmt65ZZlR4a8bhQ0/+jnRag3aUCoIhVNjU/uFj1eL1YcjAdMy+8AX0zk1FeWQuX2428CyfCcPwIYl0quLvbodYDKgOgMgEaI6AxAVkjNFDHeJGzRgfn/TthibFAq9XxNAJ8QTCWOoBlDmCPeXJWFZenGo0a8bEm5B0vw4oflyOr6hv0SouD2dAyqwFHvHPoACJABIgAESACUSAgj1iVT8MNFsEqFzHl1U6eH1Ua5So/pmuiiUfYsZySwXJOik1RIlZZHYPlV5UKT2m7pFOf5cik06qZ9GUyhm0iBzZtX76QlvQ6SviIbZeWHyxSNFh3hlslPlKe1UgRq8FYR2LF6hisr9nzSljII36b20+R6psYowsqEpuSY1XkVVbt4F2VFKNvMOalfSgdJ6HGprweSsaWdHxKx5QS/uJYlI9rJeeKkdzRjlgVmYnpGqSRxKHqJY63Zz/bF/RVULxnKWI1Cm8SVAQRIAJEgAj4CURT3kZTrLZWF5FYDUG6PS5e9fuRWlT1+zNmTR6Mmlo77CyvqtuL4nkDkFxjhyPBhbK/r4Ver4NWq/VHpLLo07TvRqBbTzUKdxpw/NINiE9IhMFg8ElVr5Cf1QsweevxePi/XK6qVdBrtYiLMeLH9XtR8ttbGJRUhS5JFh7RShsRIAJEgAgQgfZIIJhgkko/JdJUyTFSsXr4RI1/SrycmRKxys4JFl0oTjO/bU4fvPK/g/68luHkTChJJdaLsVj04R4YdRq/RFMiv6TRdE0Rq8HyTMpZNTVilZUjLkwmZxOJVSTRFUmwMzkXzX5qan2bIlYbe39Lx4kYkfngxf3x3oo8/6JrrS1WGX+2ycc1yyespO+aE7Eqz+Mr5ylGzy+cnsVTAojytLEiX1ouidXGjlo6nggQASJABFqLAInVKJD2r0QfpCxKBeCDEiJi9cv9yZh24f+hW+dYlFcI0apsq7x0MDo7nKiLd6DixY2Ii42D0WDgYpXP2FepYPygB9LT1CjcZ0DBFeuRkJgEo1EQq2LUKvuXCVW32wOX2wu3x8MXtdJoNDxqtai0EqtWfIuuZd+hf2YSLEaKWo3CLUFFEAEiQASIwEkgEEqsilFpbOrwC1/sxz0L+oVMBaDkGGkqgIIyGz5bczSoXG2MWJVP8RVl5txxaVi6Id+/cnmk6FB5PlZ5N8inXcuFWSQ+0raLEbGR6hRsqrq8XtHIsSpvW6R6hdsfap9cxkWzn5pa39ZMBcAkocg5NcmEgrI6f/qFcGI1XNuCjVml/MVxJO37gd1jI97nzU0FEE6simPkurOz8No32f7Xm6aMNxKrJ+GNhC5JBIgAESACjSZAYrXRyBqeQGJVAcQgYrW00oFN2rmYe84k1NkdqLM54fV6eERp7VVDkaq1odrsRvWzW5CUmAizxSyIVcGrwvVKV3TtrEFxjhYnrt2EraUafFmnQVW1UJ/CE2rU5ZfiwfFmTBuQCI9XxaNYuVyFCnq9FjFmA1au3YW67a9hcJoWnRPNlGtVQXfSIUSACBABItD2CERKBcBqLJ+OHiy/Y6Rjgi0mJV2QRiSjVKyGkoqsHvmlNozpl+SPegvVhmUbj+P8sen80ixNgXxaNXueidBgC29JpW5j287Kba4wYmXIF/BSIl5DLYL18rKDAQtrbc+2BqzSLrLSa9UNxoN08apILMQ6RqufIvWtWF9pTt/WXrxKGn3Jpq5LIzLDidVgbZMvXiUds0ruVdb2cONa3u/svoiUGzhS1LA4VkOJ1UiLV8nHVKTxJh+rlGO17b3vUI2IABEgAkQAILEahVFAYlUBxCBidUuuHYZRd+L0Qd1Raq2By+XmwlSrVaP2mqHIiLehyuBG1aNbuVg1mX1iVQUuP6ue6oxOCWpUFltQfvNanPtBDRbOTkXOwRLojWoUVwIGoxu/73Pii6uSoTPo4YEaLpeHC1YmcBPjLdi1/xhy176HnobDyEqNh16rUdAgOoQIEAEiQASIQNsiEGzxKvlq6aIYkS4+I5VDYovkZUmPCRZhJ+ZUlC+WFWpxJCm5UAslMckjlYTSc8Tric+J9QsV/cdSANTahVkx0rYEm17c2LZHEqvSa0vbILKKlF+VnRMpx6pYrth+9lhcyCoUK/Ec6X6zQRMQfRyOhXh+tPopWH3k/SXNl8v2sfHNZJtc9LXU4lWiWA3WZ5HEKqtvMNbB0ksouQ/FFADBxrWS+zxYKgAp32CvHcHKFevKxrN8MTvxy5U5Y9P8X46EG2/hxiqlAmhb7zdUGyJABIgAEagnQGI1CqOBxKoCiEHE6nf7TThtzp1ITbbwRas8LFpVpYJOq0HtDUPQM7UOpV4Pqu/fhsTERFgsZqjVarA0qCxytXrlUzDsWozynn+C+ow78dUfTny2rRLnDdDh/EE6qFVqLD4Shw17ivHR2QaYLbFQqXVwutxwe7y8DJZn9URpFbas+grJ5aswICsJMSa9ggbRIUSACBABIkAEiEC0CESaCh+t67TFciJFq7I6n8p8mtJn0RarTakDnUMEiAARIAJEgAicGgRIrEahnyOJ1cZeIlx5DcqSrbUUa24oBSMuxxTkgEbVQUkDg4jVpTnpmLHgBpj0GlTV2HguVC1bWEqnQfWf+qNfPydOOD2ovmM7EhOTeCoAJlWZfGVS1O1yoqa2Fg67AwajAXq9AXa7DXa7nS90pdUZ8PRuJ3YfLMSrE02IiYmHWqODw+XmUassPNZs1MNmd2L96pXQZH+Mob07ITnOpKRFdAwRIAJEgAgQASIQRQJKcpFG8XJtoqhgeXGDVUyc8s72SaOC20Qj2lAliFMb6gyqChEgAkSACBABItAuCKjmTujDlnoPufGFjlp4iyRWV2zOU1yDGaOy0JjjpQWfNboH2pNY/bpgOKadOw8GnRo2h5NPz2f9xcRp3QOT0DfrOIyxKlgT3PC6AK8TcDsA1cg7oB93Hyy7PgD+dS+sF70C9bgF+OqgDc+srcZd0yy4MN2AH/c6sdNlx/78ajw5TAVLTDw0Oj2PVmVpVtm1DHotz7m6fu161Gx/Haf17crzrNJGBIgAESACRIAIEAEiQASIABEgAkSACBABIkAEOjIBEquS3m1vYvXHiknoN2w0dBpmv72wO1x+2an5/q9IL/gUmf2d0KV74akGXDVAtdWA6lo7vLccQfy93WEfBThWApp38jHklSMYMTAZOw7XYPOViTjvjSO4eEFPbNh/DA/0VsNgioHLq4HN7oLb7YFepxUiXz0eHDt8CAW/PIdR/buia7KlI98z1DYiQASIABEgAkSACBABIkAEiAARIAJEgAgQASIAEqvtWKz+ap+G1B5DUVRSAZNBB6NBixizHjFmA0zOcri+fgienA1I7uaFm0WrulSAxoy4URdBM/l+OH/5EO4PnkTMtDHwXvUf/HTIif/7zwn8ZboO14xLwYe/OfHh5kL8abQOE3qaoTNa4HABVbUOLmfrbE7U2p3olBiDGms+cr5/EqMHpCI1OYZuLSJABIgAESACRIAIEAEiQASIABEgAkSACBABItChCZBYbWdi9frzhvlrnBczE1mDz0BhcQWMei1MRh1fOCrGYoDFpINO44XX7YBK5YVWpYZWq4FarYJGo4bJaOJ5VVk+VZZXVafTw2Qywel0wmG3Q6fX8zyrNbV1qK6uhVelgVelRZ3dg6oaO6rrHKi1ObhcTUmwwHoiD5s/fwxDenVC5wRKBdChXzWocUSACBABIkAEiAARIAJEgAgQASJABIgAESACFLEqHQPtIRXAXe9n+6u8a83XGDRwAA7nl8Kg0/CFpFi0apzFgNgYA8xGHbT536Fbxd8BqACtCi5jJqriFkCVfh7M1g/h/eMt2LvcCE/vy7AhbxmW7fgHJva4FrOGX4Zlvz+HTQc2wmCpgqY6DbOH/wVxhixU17l4xGoNF6sudEmyoKSoAL8fOorhYyajc1p3urWIABEgAkSACBABIkAEiAARIAJEgAgQASJABIhAhyZAEauS7m13YnXdtxg+ZBCO5pdCo1bDbNIhlonVGAPiY02Isxhh+XUcTGOuhNqUDGhjAW0yXLteR0mPN5Gw5Rxohl0K3cZ/oXjyejzwv7Nx3tk2/LLaiYdmrMeiby7CrEmdUVVVi/JKO/bmOnHV8LdgcwI1Nhdq6hxwON1I7RSL3EP7kZ1fgWGjJiKlS3rIm6a6zo5SazXqau3QadU8J6xXsnwa/9Xrhf8pL8seK/yITwr7vP7zGu4TLs8W2Qo8RyxHUr6vptI6RLrj9VoNEmJNSEmywKjXRTqc9hMBIkAEiAARIAJEgAgQASJABIgAESACRIAIdEACJFbbsVjdt+1XDOzVHaXl1Vxwxlj0XKzGxxqRGGfmkav6n0bDPPYywK2C69hm3toy9ZmwpV6E2JKlMOX/G1WJF8De/WqszlmKrUWvYGDCZTh7wJ/wY+4/sCf/F/RNT4DTBWz4owy3jnsPHuhhc3h51CoToymJFmzZ+hsq7HoMHnkGElO6BL1VaursyKuqwow+cegSo4dWE/6OUiI7JU62QWGRzg95brhCAdicHhw+YcPGA+XondEJZpO+A740UJOIABEgAkSACBABIkAEiAARIAJEgAgQASJABMIRILHajsVqcX4e4lWV0BnMKC6v5hGqsRY9EuLMSIw1CQta/TgYprEXw3V8Pw7EPwOdTsdzp7J8qkajkedYdToc0BsM/DHLr2qz2WAwGPhPXV0dnv31bCRoErH/eC1uO+NfUGlMsLm8qKy2Iy7GCItRjWXf/oDk9H7oM2gkYuISgkhOL44UlKHv4HgMidFCrVJwY0rMaATX6S8s4DilJ8mqEknIssNZ9Q+csGFXbi0y05KgYoaZNiJABIgAESACRIAIEAEiQASIABEgAkSACBCBU4ZAuxCr08+dj9S0DKRlZCK1Wyb/PSmlc9BOmjEqCys25zWpA9tbKgCXy4nju1dj2NCBOHy8DCaDlovOhDgTj1w1GrSw/NAPxtNmwZl/EHnpbyMuLo4LVCZXkfc+LKVLUZFwHpB5FVYf+hg/7/8vJvS8GNP7X8UXsPJ6PLj7yzEwueJwpMyJOye8A43ewsVqda2DpwEoKsrH9z9vxODTxiOz1wDoDcYA/l5mKr1e7Nh/HNPP7oZeUEGjjtxFYb2oAmmq4JDIlZAcIS2PadRiuwdLVh1Hn9QYxMYnNqosOpgIEAEiQASIABEgAkSACBABIkAEiAARIAInk0ChtRp5hVa4nFrUVpahhKV7NOlhsmjRPzMVCbG0OHmk/mnzYtXpdsPj8eXhZCvaa/UwGs2IjYtHYnIndOqSGiBd77huwSkjVpmwzNmzCeMG90CptQa1NicS40xcrrKFq9hiVrHfZsIweDI8pcdwuNcnSExMgtks3BjOTTfAdPqdUG2+B8X9/oOX1k/H2P6DsHr7UTw0YynMFgt0Wh1u/u9wqKvNXCTeNeFd6I0xXKyyvK6dk8z4dvlKlNaqMGTkmejUtRtU6kBryuSsx+vBzgOFmDqzG/p6AKc7UHsGlaDy3KthRrM0J6t4WGPEqpIoVenlWRNLAHzz03H0TjUhNi6xQbsj3Xy0nwgQASJABIgAESACRIAIEAEiQASIABEgAieDwI68QhwvdGD2qHgMz4pHvEGoRYUd2JFXgc9/3Yt+WWkY0pMWKA/XP21erNZLMt+SRT5b5mELHHm9AdJVp9NDbwgtXcNFurLrtLeIVVbnmqoKuEv2YGD/fjhaUMbzfcaY9LCY9Hwxq7ilSdB26Qmtx47cIasaiFXL0NOBlc/gyOkb8Nq22RjRozeqamqx63AhnE4vXC4vrAUq2Go9qNOp8Og5/4HBEAM3NOiaEgNreRne/+xb9Bo4Er0HDIclNr7BeGNi1e12YVf2CZ9Y9cLh9h0Wxn42XGIq8JxI4rTBoliNeKVqULbsCa1GhaMqYOXK4+jZxYC4+CSoNRGSxjbi+nQoESACRIAIEAEiQASIABEgAkSACBABIkAEWoIAk6pJXgfOn9gdO/YBq/YxmSpcaXgWMLl/BbKy4vHBit3Qa00YPbh3S1SjQ5TZbsRqONqigBNFmiBdAY9H2KNSqaHR6mAwmREbK490zUJqt+486vWSc8cg1txwIaKI2TODHKDiWTijuKkAm92Fu97PDijU43bjaPYOTBjWHQ4nUFZRy/OssmhVCxOrX8RDEx+POnUCYr1V0OgN8JqS4FGZoBl6EaD1wLvhLRwe+jPe2DEHA9OzUFFpR7nVicoqB6pqnDh+vBY1NS7EdDXj7sn/gkZnQafkeHRKMOOt9z9FtduAQSPGoUt6JjQabYNGszoysbr7UDGmzeyG3m4mViNpUV+UcgiEkcQnO016TLCI1mBFh65V4B6dRoVstQprVhxHz856xCYkBW17FEcAFUUEiAARIAJEgAgQASJABIgAESACRIAIEIFmEWDT/7fuK8PDF3bH0o3Aez8ACycDcyeDR60ergAWf8IEawUmj43HI//ZiOmn9UX3zknNum60Tn7/6WtCFnX1Q/9u0mWkZUrLCPW89CIdQqw2oCZ1miy9p0+xcdkaQrqazGaUl5XwaE/5FlGRnkSxyupqq6tByaHNOP+s8ThSUAq7w4lYi4G3Jea7TMDrgt6ohdpggcoYD21KNyAmEUjoD+jdqF77BUqG/YA1uR9jdc5XsDtcsDs8cLu8cLJcqnVeGLVazB49Ef3MC5GQlIgBvdLwy5oN+P7X7eg/ZBR69B0MkyU26CJOTKyyfLC/55TUi1WXklQA9cdE0rDBpvKHW8gqUnnyMcCPl5xk0Knwh0aFTT8eR49OOi5WtVpdk25gOokIEAEiQASIABEgAkSACBABIkAEiAARIAKtQWDjvmMY1ycWsMVjEReowN9vBJZtAhetc8cCk4cDcxdV4I65rEZWbMouw1ljRrRG9UJeI5xQzeo/nJ83acHtTa7jr1+8zM/N27cDTK6y6ykpt+OL1XBIfaJMOuU82OrubV2ssqn25aVFiHcXYNIZI5F9+ARvNc+1WvM19OvvgLu2FoAWapUDXksi3C49NFobXJZUWA0LoB98LWJiYuB0ulBbWwu3W5ir7/YwuermsrXW5oJWp0f/3unIzy/Eq//+Euk9+qPvoJFITO4Scio8i1Z1u1x+sdrL7YFDKlZD5lI9iIfO34Ber1+Fa9JFsXkQD8/dgF7/uArXdAuMSpV3db1sDZlUoP6URuRzZScZdSrs1GqwdfkxLlZj4hKg0/sSkjT6Nj6IN27cj9H/nI3TGn2u0hPYNdah2+MLcV5Xpee0xHGsHsvwi7/oFFzZonU6We0+WdcVwco5A73mXotnZ7bmN4wnm0Fjx29DZhhzPj67tk+EgtpyOxu2acrNd+Nm4W+ORmyt8RrViOooPHTruy/it5Gy9u74Bhd9nYKXH0nG0hZ/3VVYUTqMCBA6Hn4HAAAgAElEQVQBIkAEiAARIAJEgAi0IoElK7Lx9LW9sXgpsGojkNCVTf0H3lsFWG0VmNsf+Pvt8Zj3eAUSjHlYfNMwXLP4E9x+2UXwqhSsRN5CbRHFZ7DimVBl+5sjVlm5UrmqRKqyc05tsaqws9u6WGXNYBGhRcdy0C/FgxHDBqDgRAVPRqDXqeB22uFw2MAELJONojxW+RrGIi1NJpNvUSuWV5UtGCYcy/51uNyoszu5ZO2cFIfS0jIs/teniEtOR9/Bp6FzakZYqSgVq9NndkNPtwd2Z+SYUa9XlKhXcokqbNk+sXolFrLnZMUETP+PcImwu4PslD5l0quwQ6vBNp9YZbll9QajwhElP6w1pEVbkT+yejDJ8QZwX4tJ5ZPV7pN1XXFsnezrs3q0hTo05paU17cMXz/5Lj5IjyRX23I7W/t+awzvVjiWvb5s6xcgx4PK1laoCl2CCBABIkAEiAARIAJEgAi0FQJvLNuNT+8agnmPA3lWNg1aqBn7leVWXXxTPF+8auH9OwAjkPvxJJx+2WK89PhtJ1msvo9JC65ugPHXL4TnoyFWpXKV/a5E1JJYVTCy24NYZc1w2G0oPJqNXslunDlqGCprbHC7PdCoARVPgeCBmi1nz/PO8v/zf9lzGo0GarWGS1e2KBj7YZsgVgXJyhbGyj6Uhzc/+AqWhC58sarUbj2gN5qCpgAQ0TLpy9IBsFQATKz2cHngcHr47nBy0+vNxsPzNqD3P67EQhaxyjfhuV7ic95sPDL/G3zF9yXj7levxNX8WPb8BmAisHR1KQZffiVuPPoB/rwawMRZ2Hm7mHg5G48t+BZL2Sns+duE5yNpX5NejZ16Dbb9IESsmmPiYDCaFIymYIdIxapPhMxNwQdL9/GDpZGGBd+/h9uXlgDoL5GRkqg0f4SdUA7GAL8cB3odK8Eh36VbP3JR2ma5hBLbfgbymcQ6JhwbWMf69vWaOx7dl+6TRN4Ga3u467F9PmEWcC1wiXbsPF90mz+qbSxSuSAUo2ylEbbB2sKigs/Escfqo3JPDu9wsi98e4Qx098X0ecbQ5tKeJ9cUPAuntsE1EdyhmLAIqOl+4IxF6Jng4/pJt5KzTotGLNIbSgNiMAW+loYS8HHcrMq2ISTQ91vYnS8/P5JDnEfsOhOacR7w/uOCcslqWJUdBChKxOcTWhME06Rf2kV5LXWHzHfXtrUBAx0ChEgAkSACBABIkAEiAARkBD462e78cODQzDlAcBqZUK1gsvV4f2Br+6Lx7JfK3DHmztgtVmRwMXq+Vysvvj4bcDJjFj99n1MmhVErPqe/zXE/sZ2PitH3IJdT14eiVUFhNuLWGUylMnVE/mHYXadwLxzJnCD6nK6mEOFWsVEqiBTRanKd/BNUIni9HkmYdkzQoQroFWr8eOq9fjfig1I7pLBc6qyxaqMJktYqcrKbChW3f6IVXnuUml3eHEQj8z71idNpXuYQL2CC9RfF7+MN7tfiY/mJwG/fY+hnyTj65dGIxPZeHTBtzhw+ZX4eGw2Lv3zBvS973YsSv8Nl91WipuXzMQEAGteeRkrx92Ox0eV4j93fw/ceTmuTAsyKGSm1WRQY7dei60tIlaX4RdRkAZEdMolgVDP+ggsJq/+B1wvSq1lOOKf/t1WouoC68Gl2hYm8ZjAFLfAdkqFjSDh4E8fELzt0v6L1O76a6WxsgvO5NFt7DqvYA6fOh8gjBoIV7lsEh9Huq6CF55mHSKVp0JB4hTw8O2Rjxnf4xEH8MBja9GdTSPvuhEPPFaCC3iUsVKxKu8TMfVF8DHdrKY3+eRgfSYIYb9wDzpGI0nslk7zEa7B4e+3YPfP6dvr74P6scIEcv1Yj3QednyDB74uAU4Pcg81uX+admJAhGpABGsgm/bUpqaRoLOIABEgAkSACBABIkAEiIBAYPHSPXj/zwOx6L0KnlMVNharCtwxNwG3XxyPxHk7ffGrVkzun4D37h+Oi+/9Cvffs/CkItz50/sYNq2hWGXPi1uw/Y2ptLQspWWSWFVAuL2IVdYUJledDjvKSgphPb4f40f0wuABvbkk9biFKNGGclUUqpLForxevzA9fDQfX377M3Lzy5DWvRe69+yPlM5pESNVRbRSsTpjZjdkOplYFeoi3wIXnGJRpxvRyydRhWOz8aj/Ocl+LkOZTN2Inq9ejqvT2O+b0OuVy3FVWjYeu6Dh71emZmPRhd9hmaQS5993GxadHqFeAMx6NXYbJGLVEguDyaxgNAU7JFIUlSg0gk1NDiXQwgmvJlYzKqfJ6yuJvOUSWYjSBcTI0EjiTpqvtV4e1lc1hPQKdi1sxANvA7c90hdbAgS1UnkqvVZbEKvBcupG4qmkreHaGWZf0P5VOt0+KoMvQiEKxKqiMQowsdhwLLdGG+TXkN1vATljQ7x2MHEe9j4Ic55PuOPd95A/sj/Wfy2/n04CA4lMDUwDIB+rQV5LJF8itKk2nQSMdEkiQASIABEgAkSACBCBjkNg1bZ9mDIslUer3rHYCvYfi1idPDyBR60u/iTPL1sX3zEcWQnAx+s24NLzLoRXpVEEItxCU2xhqKZsO9dJ7U1gCcPOPL8pRQacs/On+vKHTTsf8sehLkBiVQH69iRWxeYwmVlZXoqi43nQOkoxYmAPLliNBr2CFoMvXnUgOw9rNm3HHwePISYhBWkZPdG1WxbiEpL5IlbBFvoKVng4seoXqUFzmkokqj+KNBuPLPDJVi5Phd+v8onVx5hYfcUnVkWZmpqNxy7chJ4vC5J1UZDfA6JUI+UBEMWqsbXFqkBXiNpM8aUCCCXw2rJYDSL8QkaCNkYEBht9QfiEvJYv4vc8UQiJaQCUyEZ2bRKrIRkUigsGBWMqH9OKXqJa4KAgY6VQEp2rdIyGjWpugWqHLVLaJnn0bajXjkj3QYTzrj8Tx94uxVz+BcV6pF2fgiVc1Eqj0luTgxjJL9ZLrIeS+1V+bltpU2vyo2sRASJABIgAESACRIAIdDQCx0srsGP3EfzfhUOw9IfDWMREKoBFl2Th9oszkThTEIx3XJKFhXOz8NSrv+KMcUPQI7OHYhQtLUEVV0ThgdL6SiVtqOelxZJYVQC5PYpV1iy2WJXNVouK8hIUFxyDreoEOsUZkJHaCZ1TEhETY4FBr+ME2AJT1dW1KCmzIu9oAQ4dKUB5lQ1xiSk8OrVT125ISOrEp/6rNcq+oRDRet1OXv6uQ6U8x2qWww2bU0g10GATcxHw5AS+qFMegSpG1QrRp4I8BVa/8greyLgCH81LAjb/gOGfJuN/L4xCd4gy9TJclXZIkKmLL8OVaYfw+EXi7+X44J7/YvmZV+CDuYmBVQkjV9kui0GN3406ngqgZyctzDGx0BstCkZTsEOURqyK50qn/AuyZP3p8hXf26FYFXMw8mi/Et90f1n7wu0LSj+EWA16LUHwLS1IwZHUM3gaALaFnjovE1UBdWurEavh2qNUYoeRdaEYMLEagrnQbdIx3cTbqNmnBWu/JDWCdBp5uL4OeVyzK9iEAmRtkopiX67hhq8dvvQi6C+5Dxr2ebDzeAqNLfCnAAh2PzWhEc0+RV4vocD23aZmQ6ECiAARIAJEgAgQASJABE5pAr/uPAS4tFh4TiZWbTyMpRut2LFPSAkwvH8C5o5N4BGs/1iyFia9CVOnTD2leYVrPIlVBUOjvYpVsWlMatptdaipqkCltRSV1jLUVlfy51xOB9weNz9Uo9ZAo9NBrzciJjYesQlJiItPAlvx3mi2+Be3UoAs4BCPy8EXwdp1qATTuFh1cbHKNolH9Z9T7zTZwlL1ElU4IBuP8khUJkzZ40N47AJxOn8y/vJy/fNSmbrIL1OlYhVA/mZcecdG7OFl98XfPz2L516NtJkNGi5WhcWrtLDExEFvbOlUAJIpuNIpvVyWrPUtTiVOrW8o9pggZAsPnZzFlESi4SJsfVNxx/THlE0l9QtUSdsXbl/Agl7S60mm+HJuqF9wSF5egDALVoZ08SrZlG9ZWSeXdzixK53KrWQxLvlCVLKypdPeAxiEmGrd4Bix31nf9Il067Xg/hBT3IcHGQdh+1qyoJV8fLVg7YMX3XAcBOQ1DvraIY5r8csNVnIwQSt/zam/H8R8vmJKBP/jVm+/74K8nftwhn+hqg7QppPFkq5LBIgAESACRIAIEAEi0CEI2F0ebNy5D8ePlWHW+AyeSzU+Pp63raKigkvWzzfuRZIZmDppBqBuXIBdh4CksBEkVhWAau9iVWwii2Bl0/LZAlcsD6s4RZ/lZWUbm9rPolE1Gi10egP0BiN0bMq/Wq2AUuhDpKkApjKxahfEaqiFqwKDRb18Xa1ws/NDluM7qeG5YZ5RkAZAiFjV4A+TIFazWMSqJZZH89LWsgSCL3YVvWu2dPnRqymVRASIABEgAkSACBABIkAEiAARIAJEoHkEjp8oxubf/8CW/SWwFRxDSnICvCYjenQ1YsywYeiR0Z2kagTEJFYVjMGOIlYVNLVFDpGK1Skzu6GH3YU6hxAlK9/kEazhcrCycyXLbfmLkpYRPodrmObKKiL3rRajlsRqi4yWhoUKOWVLfDtkEaNRq4NvEaVjLVV+1CpKBREBIkAEiAARIAJEgAgQASJABIgAEYg+Aa+4yLgXULhIVfQr0f5KJLGqoM9IrCqAFOYQuVhlEat19nqxGiAtgy5iFczAClo1WIBpULEaaGF5gcGDUyXPBv+VnxvDxKqZIlabNzLobCJABIgAESACRIAIEAEiQASIABEgAkSACLRfAiRWFfQdiVUFkBSK1cksFYDNKUSshhGXYnGNijj15QSQCtNQaQJCilWZbQ2VGSDGqMEes15IBZAiLF5FqQCaN07obCJABIgAESACRIAIEAEiQASIABEgAkSACLQnAiRWFfQWiVUFkCKIVbfTjQMF5ZgwpSsybIGpAIItYCUtLphcDRltKsvHGimVQCTBGiobK0sFkG3SYfe6InQyeBETF0ditXnDhM4mAkSACBABIkAEiAARIAJEgAgQASJABIhAuyJAYlVBd5FYVQApzCEOhx0FJdWITTNgcDcz4m1OOFyCsvRP5leSAkBJhKssr0C4NANh16mKELlq1KlRYtbh8AkbCvYUontaZx61ShsRIAJEgAgQASJABIgAESACRIAIEAEiQASIwKlBgMSqgn5ua2LV4XShpLwGpZW1cDqDLwKloFmtdogpRousPvHom2KAyeGCS5JfVZCrQTYFElU8KzDiVbKclcJp/T7D669EWOEqOUpr0MJq1CKvoA45e4oAGFqNKV2ICBABIkAEiAARIAJEgAgQASJABIgAESACRKB1CXROjEGn5BgYdFp+4TYvVitsXtS4TVDpzTCbLTAajTAYDPxHr9fzH51OB41Gw3/UanW9+vJ64fF44Ha74XK54HQ64XA4YLfb/T82mw11dbXwOmsRo7EjwdxQo7YlsXrLP/9AUVk1+nXRIi1RD4O+vr2tO5ToakSACBABIkAEiAARIAJNIVBd52rKaXQOESACRIAIEAEiQASIwEkmUFbtxob9leiZkYwYs7Fti9VjVjecmji/TGUSVS5V2XNarZb/MKnKflQqFbxeL/+Ri1UmV5lYlQtW9hyTrCbUoFuSYJ3FrS2J1Yue24y+ndVI72SEm7fxJI8oujwRIAJEgAgQASJABIhAowg42SKetBEBIkAEiAARIAJEgAi0OwImgxbFFQ7syLMjMz2p7YrVshoXimqFqFQmTVlUqvgv+118LEaqitGqTKqKmyhWRbkqRq6K0atMskp/xOdTY1xIjq2Xq21JrE69/xfMG9cJKjaB3uuFtbIKNbV17W4gUoXbJgGL2YTEuIa5YstpnLXNDqNatRoBujdaDTVdiAi0GQIted+7PPTNeJvp6ChUxGw0Ij624d9PFVVVqLXZonAFKoIItCwBGsMty7cjlE5jpCP0IrWBEQg1lhtDR6fXQKNW4fP1xRjeJ63titW9+XZ4tSY+vV+MSBV/l8pUUaiKkapysSqXq9IIViZSRdkqla5aODAw3ejn2pbE6pT7V+GC8SnwOD0or6hEbV0dendPhU4TsZaNGSd07ClKYG9uPswmExLj4/wEaJydooOBmh1AgO4NGhBE4NQj0JL3vZvEaocaUHty8mEyMbla//dTRVUl6ups6JWRCoOO/k7vUB3eARtDY7gDdmqUm0RjJMpAqbiTRiDYWG5sZQw6NdQ6Db7eVIqebTlidUteHQwGoz93KpOroYSqKFW7d++OIUOGoFOnTjwlQEVFBQ4cOIDff/+d51hlUlUavSqVqux38cdut2FM75g2K1YXjO8Ej8ON44VFXKrqtSpU1NKUssbeDHR8cALHi4rQOyMVdQ4PP0B8TOOMRsypToDujVN9BFD7T0UCLXXfO5zCeyxtHYdAYfEJ9OqWihrfIq3iYyZVy6opp27H6emO2xIawx23b6PVMhoj0SJJ5ZxsAvKx3Nj66JlY1WvwzaZSZKXGt92I1c25dTwNgHyqvxihKo1UnTRpEhYuXIg+ffoE5VFWVobPP/8cH3/8Mc+jygSqXLBKH7P8q2P7tF2xOn98J7jtLi5WB/VMh7WW/lhr7I1Ax4cmIB9XNM5otBABgQDdGzQSiMCpR6Cl7nuni8RqRxtNBSdO8L/Ly6qdvGnyxx2tvdSejkeAxnDH69Not4jGSLSJUnkni0Bz36P1WjVUBi2+21SKzC6xbVes/pZTy/OoimKVRaDKparZbMajjz6KadOmKeqP3Nxc3HPPPcjJyWkQvSoVqyzv6ri+9XmSIk7eCXKAChHPUlRn/0EqwGZ3gaUCmHdmiiBWC4owqHc6rDUkVhsHk44OR0A+rmic0XghAj6xKnvNpXuDRgYR6PgEWuo90emiHKsdbfQUFJ3A4N7pKK3yiVXZ447WXmpPxyNAY7jj9Wm0W0RjJNpEqbyTRUA+lhtbD51WDY1Bg283lSGzaxsWqxuzq/1iVSpVxd9NJhNef/11jBgxIiQDll9VvlmtVh7dKperolhl/zKxeka/+hxJERVpK4vVuUys2ljEaiEG9+qG8iiK1dpaG44VFIOJYaNBENsJCTEwGvQ8vQJtHZ+AfFy1xDjr+BSphR2RAN0bHbFXqU1EIDyBlrrvnW4Sqx1t7BUUFWFw724SsRr4uKO1l9rT8QjQGO54fRrtFtEYiTZRKu9kEZCP5cbWg61xpDGyiNU2LlbXH6gMEKtM6kkF6xNPPIF58+YFtF8qUuW/s8fiwlZ5eXm48MILUVtbGxC5KuZgZWJ1/IAEf9ltTaye34JiNSf3ODolxyMroytv/9If1iO1cxIyMrpAp9W0uFwtPHIUxwuP4LTRZ/LrG7RqeOtKsHLtVkycMqOx452ObwKBlvoQ2YSq0ClEoE0RoHujTXUHVYYItAqBlrrvXZQKoFX6rzUvwqYVDu4liViVPW7NutC1iEBTCNAYbgq16J6z6K8v4qG7bvfP1JWXfu8jT+LpR+8PuZ8df9Md9+PVF54MeczCm+7E268+F7aMUK2iMRLd/o5Waa+/vwIJ8Qm4aPYI3q/SBd2jdY2OVo58LDe2fVoesarFD5vL0L0tpwJYt78CbMEqebQqe3zaaafhww8/5G1nwjSYRBWfF/9l0lQ8ng20t99+G6+99po/36ooVdm/bKGrCQMT/WzbmlidcwaLWHXiWGEhhvbO8OdyijQYrNYqVFfXCYexRrFgCbFxvt8Lisowc+oorPvtD5wotWLCmMHYvGM/0rqmCOeJUcCqQComkwEJ8TH8Jm7OjVxZVYX1v67A+MlnIybGghizHltWb4TDaMDQwYMiNZH2R4GAfFw1dpxFoQpUBBFokwTo3miT3dJqlerZxYK3v9+PaSO7tdo16UInn0BL3fcuilg9+Z0b5RrknyjC0F7dUOJLBSB/HM3L5eQe5n+S+/+MV7HPQ8LjXo9fh4OpsfzDdcCmN8Jx6RO+p4SIafEzFP/XF0Tt9f3Cn/L93T9kUP9oVr/JZYVrt78tvGH+/wmfFcVWy573MwjT9n69e0Cr00UluESsP6ug8BnV91nW/9gLr0fcJ/zr8X3WFZ/3P5Y9L7QzsFx2nbGjRiiuf1PG8A8r14TsT/HjpvQA6XNTJ4xWXLcmD5ogJzanztMmjW2SkFRa/yeeexF33nID9HoDnnpxMR65904sevZFLHrgbjzy1PM8KIyNBY/XI4wP9rtvzPB9fEx5+Lj5+zOP4Pb7Hsfrf38GN91+P958+a+87tfdcjdefWERv4beYFBaNX5cU8ZIoy5ABzeaQHlFDV5//xeUWp2494bxSE5O4AGKtIUn0Nz3aK1GzSNWl3OxGtN2c6yu2VvuF6titKr4L0sBMH36dE5KeAFhLyiB/4rPyZ9nC1MxYcuiUlluVraYlVSqimJ10uBkf0+0NbF6HhOrdU4cKyjE0D7Kxerx4ycQH2dBQpzF37aSskrU1tn8j8us1Zhy5jB89f06Hrk6sG8mNmzZA7PJiKQEYUEvJlGTE+tTJTAZ6/Z4kJQUD71OkOHN2ZZ/+zPSsrpi2OCB0Gs8ePy5xbjqkguRmp7RnGLpXIUE5OOqseNM4WXoMCLQ7gjQvdHuuiyqFe7V1YK3viOxGlWo7aCwlrrvXR5KBdAOur9RVcwvLMLQPhKxKnvcqMIiHMwE3XmThghH+QQd/1wEYP+00ejerXODEn74fQ1mbygTPj/5hh87XuXx4qUP1uGOK4TZYmyXKFrZ72/+dwnmzJ4dzeo3uaxw7X7m7dV44E8ThSAQnycWRCPw3LtrcO814/nzjW37+HFjERMT22gBFayRuZJ+485a5cWyVbswZ+Iw/rs0i50gXlVclortEf71PRZduE8cL1m5BfOnnc57UCznnU+/xmkjhiuuf1PG8PKVa/CXq2f5ZTarsxjA8/F3a3HxueK4YhWub88jL72N2TNnKK5bkwdNkBObU+e5582EyWxpMXH15F9fxJ9vvBZGkwkajRZud+BaKo89/SL+csu10Gq0XEoH2x5Y9Dweu//PMBpNvBzpxsq88c/34W/PPsz3sWMaszVljLDyh2TGR7zM7sMVEY+hAxoS+PbHrbB5EnEwtxh9MjU4d8pA3q/NCXZrDc45uflY/uvvYH7utEFpGDN6CPd0rN47d2dj/dYcvm/aGX3Rv3/PqEfiysdyo9rsBbQaFbQmHZZvLkVGW45YXb2nzP9tkChUGWS2YNW2bdv4i5nb7Q6QouwNqLq6Gnv37uWdkJGRgc6dO/Pf2T4mU9mPXq/n5dx1111YvXp1gzJYxOrkIb4ITUlQZ0jYrZxjdTYTq7UsYrUAw/p09+dyijQY8gtOIDO9M2ptdp5DlW1bdh7AnLPHhTy1zmZHZXUtPG4Pl6dMouYdK8Lo4f0CzrFW1iA21gKjwQCtVvYNeaSKyfZn79jBc+BOPWcyyqxWLH7zPfz5xuuVi9XtP2HSy9n+UvtdeBHemlUfgdywOjl4buFWZD17IS5ObWRlO+Dh8nHV2HHWAZFQk4gAJ0D3xqk9EHqlWvD2d/sxdQRFrJ5KI6Gl7ns3idUON4yOFxViWJ8MlFQKi1fJH0ezwUzQzZ40xC/ZWNmCEAX2Tw8tVs9dL4hVv9b3CL//7YO1frHKh6YkyvP5N97DFZdcEs3qN7mscO0WxOqEeqkqmEvOiIvVhROE6E/x6grbPn3SBCQkJjVaQAVrZG5eHs6bNNQ/a5BVkYtVLsmFugqRt6ogkbbSCOP6SYRiRO6SH7dgwYzThTHha9vTr7yLs6ZOVFz/pozh5T8xsXqu/5rCR0yh/oJYFYQ2H3cS/tfe8ySuvewixXVr8qAJcmJz6nzTwitbVAY77HY4HHYeTcrEKfMd0s3pYPuFQLFQYtXldPIZuMx56PSBEaksYpXtF6/R2IjVpowRVv/cvXsxZ+ZY3pRPv/gZA087zd8scd/uPAVitXA7bn7wEKY8cwEuEjIXRthy8fy1W5Gl9PjtP2Hqq4d8ZSbhJqXnRapGC+5/5tWlGHfmWSiv9mDJkq/wxpOzYbHE8jHSlrc1W/Nx5ohMFBZb8cv63Zg9pS/Mllju+eT7zpvaH2ZLTFTb1Jz3aPaSplULYvXHLaXI6NyGF69a9XuJ31gzscqkKvuXLVa1ZMkSLkjZC40oV+12O5/av3TpUmT0SoTOpMGh34swZPAw3HbbbUhKSgI7hr2gsxcUi8WCjz/+GG+88YY/4lWMbmVlThnayT8O21rEKhOrrloHjhbkY3jfTMVitaCgGN3TO8Nmc/jbtv33bMyaPgY1tTb8sT8PBr3O90WvF243S4vghtNZ/02ZTqfF0fxijB7RUKyaLWaYTHromnkTH9ybg7zcnUhMSsH2Pdko2LcPjz7/nLLXhe0/YfLLwLPvTUNoXSwvKtcnVi8gsQo0GFfycbYnt1RZX9BREQkY9U37EsLmCPwjK+KFonBAU+vaM70+XzWrxqZ91ijUpnWKGNM/sO7yeyHYa3B7ap+U4hDHD1GHah7a8IP4t5tPRO06doeQ4ke6GfTBZ0zMGtUwequxFemdKkSsklhtLLn2fXyk+57eE9t3/4q1b+p7XGbX+iis40UFGN4nE8WVwt/Z8sfRJJWbdwTnTRrsj0wUpSq7Rlix6otY9fpePoWp5sDi/woRq0w8SqMj2WGPPv8P3Hz9ddGsfpPLCtfup99ejQevmyAIZlnU7fP/XoO7rx7PIykb0/bHXvgH5s46J2ryLyfvMOYwscrnwzMFqsL/Vu3kz/n7kAd2SvtBOE5MHcDh+SJX/RkcvMCSFZsxf/rpErEM3P/Xl7Fg9rmK69+UMfzjz2txx5WzeJ19zRKTSeCT79bh4pln8shb0a6K7bzu3idxzaUXKq5bkwdNkBObU+cbr76iRcVqzqFDyD5cELK5kdIrsBMjuouA0t0Y2r8nEpM7K0rL0JQxIl4ud99enD9T+IT+6XmHzmkAACAASURBVBc/YcDIermqtH+PffcFPs5PRG7aSLx+buDf6cHLyMUL121D1tMLcGEkEVu4Hbc8lIMpSo5VWuEWPm733qPYl2OFSxMLgzkVy1euxpyJyZg2fgAMBmObjlpdsS4Hwwb1xqHDhdi1axfmzhjIXw9YveX75p01CPEJiXxftLbmvkdreMSqHivaulj9ZXexP9xXFKtMrk6ZMgV/+9vf/NP5Rbl6xx134Pc/duOBv83B0IkpyC09hn37T+CLx/fAU6PFc889h7i4OB6dysQqi1hds2YNnn766YBUAuxNi5U5dVj9h7CIL06tHLE6i4nVGkGsjuib6c/lFGmQFRYKYpVFoYpbdm4+iorLOYMGU/il+Vd9f6CwPrCYjRjULzPgctaKapgslqiI1bLiYnz5zTewWq38J6NLIm685Y5IzQNgxWePrgRuvgAXNYg8zcXz1/i+reL7xMenIe/BFfjeV3q/Cy7Cm7OUvEgrqE47PUQ+ruSP9+aVYtIISstwsrp30x/5YGK1PfQBq2uPtPr7af3eUqQlatEjLfJ0oMbwrahxIS3JiBp74HSpxpQhPzY3vwL55S6cMaA+LUyke6M9tU/aXsavj31Dc3AFPfergoEB/JZuyMfAdDP6ZbXua+z+PCv2HK/F3HFpzWpjnzQL3vp2P6ZQxGqzOLa3kyPd9/Se2N56NHr1Ze9x3aVitbCABzz4xarscfSuDOTlsYjVoZIcqfWy7cCMMSFTAcwUI1ZFseqbNs7E6u2XnylETPqiHUVDd/eTL+Evf741mtVvclnh2v3Mv9bgfiZWea5ZITJVnBIvilX+XCPafv8zi3HRvPMQH62I1dzDmDNZkKiChPSlApg8lDPheVRFOmI6A3/aBlG2SlId+IQlO++LlUysjhIzIfDG3/bo87jyovmK63+8CWN4BRer57JZ/vVSnptfFT79fi0uPGe8rzfq+4Ptvu4+QaxGi21jBlVj6+ytrYJu+09469sNGHzZDbDExkclNUSwOrO63clSKwgjgktpjtZnrT/6dh0unXWmL+q5YaoIllLi02/X4iIWKey7BwLGlNeLJcvXYcHZ4n4vHl/8L5x79nRFwrgpY0TaTiZX5/rk6ieNlqtWfL5oGzIW9cDaRVZcumgE0nnhuXjxum3I9AtR8fFIHH5oJcTQgb4LLvTJWLZffD4JN4rncbFajqvemQohtlbcQpXPZK2wj0V0/bChDOwaV+V/jofZn9XjpmPln3oEHZpPv/trg+cfunZSY4YxP/adj1bDW52HWlUSYBkEr0qDbeu+xWWTdfyLMv5lGUuZyVLAuFl+XiH/bn0qTDYDXEyryVKluH1f4njgdXuh1mqgNyfggitu8Ac9NrqSkhP27stG7hEr6lwa1NTU+H/YovJjh2di/BkjsDe7EL9tP4Tu3bvz6OySkhIUFhbCUVeGWWeNw+mnDY9KWgD5WG5suzQsYtUsitU2nGP1510n/MDEBZHYv5MmTcJ9993H5ScTpUySsghWFnk6+fyBuG7RSGgMDuwryMX23IMo3KLFb28UY9CgQXj44YdRVycs3sQiVjds2MCFq5iPVXjxEQZWWxar545LhqvGiaMFBRjRr7t/ylGkwXCiqBgZLBVAXb1YFV+0xRdekYHvtdz/Rhip7HImVs3REavsWq++/hpOnDgBGBMw7+yzMHKEgoWr2NSAN4CHHh+BhhM15dMApI8bOUUgEox2vl8+ruSP9x0msXoyu7i9idWs1HqJtub3Ipw1Kg0lvmieaHGsqXMhNcmIyrroiVWTXoN1u4swYXAXfzUj3RvtqX1S9ozfRNPmaHWHv5y39/cJ4PfF2jxcMaNX1Ps/UsVZX361Jg8LxmdFOjTs/r7pFvyTidXhlAqgWSDb2cmR7nt6T2xnHRrF6rL344wukojVQvZ3eSZOVPgiVmWPo3hpHM47jFkThRyr9QszCbk1D54VWqyes86XY1WSioKd//J/1+G2y87wz1oTPg8IpuyeJ1/CHf/XNsRquHY/+85q3H/dRF9+WF+EJ49Q9eLF99firqvH8/YxiSBuodrOtCdr/ZOL38TMGdOjJv9yc/OgUrNKCblSWX025ghf4IoSWIwiFvPBitPnBRni+6zKol09Qk5dYSEj4fGE3oXwqlTgH/g1aqzfuBZzz52puP5MNDR2DK/8ZS2KCo/xRZUbuy285OSI1cbWubeqBk8YDsDt0iNv1GyUDDsLBmPDaEC1ow5QqeDRNT2qjtVNFKu+rBD1+WsBfPTtWlwqSlPpQOYjio0tLz5jQnsmE9r1m5A3WYiaWrJ8LeafVZ9T+Yb7n4LSvmjKGJGPiw0/LsfNN13Mn96R04iZbIXbces3CXjtTz2w6V9vY83p1+Pu4ayUXLz4p23IemoBLuBRqdLH8n3g5/4n7UK8xiJed/yMGcsS8d5jgqQ9/t0XWPhlGc7+P7FsJeWvRO78C/HayFzc+vAW9GDndt2OWx8ux1X/mooxQW6MtBQT/u+F+tli/7jnHOSX+BYZV3gjsbVxnvvHD5g7yoWeg8bjyXf2YfzEifj0kyX45Lkp6JJk4ikh2ExvNguZpZngQtXr4ekz2axkF5sBzlJDOB2+GeEe/9pFLL/v4cNHcKK8Gpdfdxt3Pc1NL/DDL7tw66UTUOMASiqBY6UOFBcXo7S0lKf7zM7Oxvz58zFn2kikxAH5ZUBuYQ0KCgpQVFSEn1f+gCcevD4qdZGPZYXY/YcJYlWHlVvLkNG5DYvVH7Yc43lBpNGqTKz269cPL7zwAofPBkaXLl1w6623cthzbh6OIfOMgFON4/nlyLYdRE2+DtueqeVvsq+++iqMRiM/LyYmBt999x3ee+89n5UXXnrYPmbGzxlV/8GprUWszjwjGa4qB44U5OO0fln+b8YjDYbiEyUSser/rrTBm7n0rzTJ96ZhixfEqhlGY/NSAZwoBzb8DmzNsaJ/Fzv2Ha6DQa/CgCwzeqfrMLRvmEgn9i3Tm8CDi4KL1cBpANJpAY2YIhAJcgfYLx9X8sf7j5S1i2jJDtAVQZvQ3sSqdJrkL9vzcf74LJyIslit9onVqiiK1RijBit+O4opI+qjHCPdG+2pfdLBxfhN1v8U9Vvm1T+GBPD75JdDuGH2gKj3f6SKs778748HcMmUXpEODbu/X3oMF6uThwvxEfJt284dQZ+31q8PCYi/G62YOmZys+pDJ7cOgUj3Pb0ntk4/tMWryMXqscJ8jOyX5Rer8sfRbENeXh52HLD6c3VKDUru0cbNCknvWp/iSVxQSYjqFD4bFR7Z3GbEarh286n1fAq9IITrhbMPkz+/p7i4kyBfxY1HuqpZ3jw1Ysw6JMZo4Cjbh96DxygWk5H6OCc3F3OnDA9YkOrBd49jYO/OkgW3AnPc8ipKRCy7htg9QioAIYI1J3svHl44mIs9JoZttdX4bMkX6DdsnOL6N2UMM1lTXV0FlvuzsRvL/xmthcEac20mmurqauCSpLsLd77G40TWhs/RfcvXQHomjg6dhaLTZwdE8MUf+g0pW5fD2nMkioaf3eSIOiZW/3LVub6cu/7RyaUpi08Vxap0fPOjfCkk2Jj47Pt1uOgcFoEubMIwFx6x37/8cR3mnXWG//GNDzytWKw2ZYxI2e7dthWXXjCNP/Xv/3yNEeMnKO66AJnKhOiWHljBI0IbI1bDHStWhR2zEsszTvcJV6Xlhxe68oaKcrUpUpWVtWr9Phw6XIypp6fAW1OAFz6rgMcQD71eh6EZHvzjkTkoLi5BTU01HA4hry4LTqytrUNhYYF//SGbzc6DD1naTJfLyb98EtNuWqtqMWLsVKR3z+JpGln+0+Zsy1cfwOxpo1BtBwpLqngkan5+Pv93x44d/Lp9+/bFwoUL0TlBj6NFVThy5AjYa/+xY8f4cQ/feQni4hOanRague/R7DsyXYweK7eUIaNTGxarX64+wPuMiVWenNn3YzAY8Mknn/Ap4uzNMCEhAVdccQU/dsCZqRh+kwk7Py5H/o46DH1Ah8INbmR/XAuWde3ue+9FZlYPLk4TExPx/PPPY9OmTXyAMZvPfphYZdv8SX39Y6atidVzxqXAVW1vtFgtKS5Ft9SUgFQA9S+24guvmF1c+idJ5Nun3FoNo6V5YpVJ1c/XAxUVVlQcWAunug66Tv1gVMfx/p40TI355whTZYJv8jB96VGRQ/jrpw9Ebm9HPiLSh8gDJFZPave3N7EqnSa5YvNRXDS1Nwp90TyNBfnR59tx2YUjGpzWEmI13qzF12tyMGNUfdqLSPdGsPaN7tW4D7hi4347VJ/AvyXaJ4XIxSo+b2x3RDz+b3vODOD3wfJ9uO2CYU3u/4gXDHEA68u3l+3GlWf3b2oR/Lz+6TF4M4xY3b5zB64+X9k0rhEzr8H7byxuVn3o5NYhEOm+p/fE1umHtngV9n7crXOcv2pHC4WABzFiVf44mm04fOQwZk0Y4hNuPkHomzp+4+O7EJOuLLL+x++XYtsnV+OZd37FfddOapCblNX5rsdfxO233hLN6je5rHDtfvadX9FjgBCF55uJ7peVOXvWoceAepHkPwZAzp416DFQiGbVqACzQYV4ox2luesQH6uHMT4VsfEJMJnMTa63eCITq/OmjhAig/lHLg8efDcfA/t0luTLleRXFady+9MC1MsxMRcun+rL1BITq1cP4XLYbrdhw/q1sLm8SOicpbj+TRnD7LMzWwyJRcE1dvvsm12NPcV//CXnDVeUEzTYBVid2ed/Ni1a3B5/dRUevmU8nnp9bch/nx9Tg+6/fozYTol4B2MxZOHlMLrt6Lb5a5j2b8ThyZfDmjYQap2w8FSDNHsKWvvTqnX4y1WzBA3q61u/IGW5SdmCYDPrp/FLo1J9Qx+ff78WC84+kzt2FnkuL4uL1RnC/cA2JlavvvgCRQK+KWNEvM6+bdtw6YU+qfr+1xg+XmiHsi0PL12/EssDDu6FJ9+egjFg+7Yh88n5vohV6eNw+1hh8v3iBaxY8sQSHJ7zJ9w1XGn54a4bvJXpncw4XlyrDIHsqAefW4qUlK4oLimE3eFGnSsGKp0RapUKpUV52PjxDVB5nSgpKYaNSVOHsKhZVXU1ThSf4PctE5k2m43LViZW+f3Mo1wdqKyxY+ioSejeoxeP0DabY/gXBk3ZiotLkX2kHBp9PJe4TJCyVABVVVX8h/3O0gGUlZWha9eu6NWrV0AqABatyqJs2TFqbx0unT8dI08b0eQvMFgbmvUezdZ/UgFaiwE/by1tH2I1WMc98sgjGDyYJWz3onPnzpg9ezY/TK1WYeSl6eg9JQlGdwyOHi7A2lePwl7l4sc+9dRTyMzM5IMm1mzC1RdfgnJH/UJO0mu1ZbE6aXQSnFYbCosLMbJfJvLLlH1DWFtp5WK1YSoAoeXSb239qzcGTCIIfRuVllfxG5lFrDY1RPyLjXXILnTBmrcD1sI8DB3YDZWe3rhpQSqyj5TiXx/8iDf+emXYezl/+VLctLUH3nxwGAKz6Vnx1TNf4uisa3HbMAA7V2HOP6245rG5mNflMF65ZTsy+O9NeanoWOfIx5X88bGiCopYPYld3t7EakpijJ/WT1sOY+G5g1BgDf66Gw7r2x/vwG+bt2J4/+G49YbAZPfVdU6kJhpRZVO+qBcrz6FxAyyXsw3IK7Ti7WcW+KuQZNHi4xV7Me30+nzSke6N5rQvXNub0r7GDFFW/iTbm405RdGxz+w9J4Dfh8v34P4rRzfo/1++XYpnnn4EN910OxZc9Sdedm72Ptxw0QwMPeNMPP7sPxET2zRBzcpiffn3T7bg8rMHKqp3qING9IzHP/63F2cODp6rdX/eUVx99jC8fE1D+a/kwmPuj37UsJLr0jHhCUS67+k98dQdQez9uHNS/Xtc/olCnNYvEwXlwt/l8sfRJFVw/CjOZWKV/wHvmxLu+/2mRorVrZ8sxDPvrML9107iC1kJiyrVb0ys3nzjTdGsfpPLCtduJlZ7DmALJdUXL7REhZw/BHkqykgfKv7ZJ2fPWvQYMB5qNWDQqpBo8cCWvxYqjx2jRp+OnHwroDHzqads9mRztqNH8jB3av17BKvdg+8cw6A+XerTMPgkKq+jT8CKAYdC9/hmWUoiWVm7juTuw4NXDeZiZMOG1Tw6re+AwShif+QorH+0x3BO7mH87eXXsPiFp6HWaBqIxk+WbkZyNxbB6xvKXhVYNkgmAzev/wUjxkz158plY5OnQgCwZ+vPuO2qEbDExEIvW/W+qf3DZFLXRGPATFZ5WUzEGg5uQ5ef/wutFyjoPQaxJYehsxbj9+k3ojq+M7QaLbQ6fZOFz5q1G9A5mX1hI13sRIjCZgHZhVZ52itxlNenmOiaqPVHuMrFa/1n/PrWLf/lF1x6wXzEJyTBaDSFRdjUMXJgxzZcefEMXvbb/16GoWfUS9Wio0cwZ/oIbNofZoHknaswe1sPfHNN/d/lv/37XWwYeS1uH2bFV09/iSOz2e/C5/zZb1pxHfts3/UwXr55O7rz34WmsfM+Tp2Pv5+TIBz7TSLeeiiIO/CXqbR86bUaXrepYzPYeQdyirB83RGMHhAjLObuBWqrq7BkdRVSkpPgctgxY6QZD940FUePHkN1dSUcDiGQsKqyEqVlpXC6XLA7HLDV1nKxKqQMcHHRWl3nQL/hZyKzR2+YLTHQG4z+meRNaceBw3U8sDEtxYw+XcAjVosr2VT/+lQALJCOLS7/0ksvoW+6macCOFYKHC6q4VGtLE1kRYUQeLJy5Uq89PRtMJrMTXZPzX2PZsz18Uas225FRmcLVHMn9Glwv0lhNfP9QxF3IYtN4CZGrAYroGfPnnjxxRe5sWZG+7bbbsOePXv8h+rNWmj1atRKPryzN8Jly5bxc9i2Y/l32PDVl6h0urCn1g679F24jUesimK1gP0B11+5WK2rtCI9iFgV36BtdodkJVAx6buX/xEhrEQpTJ0Rcv8I7/TxcRbOs7S8EiqdqVli9bmlVVg4yQy3sw5P/u0rvPTYxXj10yIsPK8LDh44hA/fX4I33nwk4pjicnWZkEOKbb3Pn4+/nS28cM75Z47w5OiemP6b1S9Tf3vvXTz1m+TYiFfpuAfIx5X8MX2IPLl9357F6g8bsnHTvBE4VhZarB7atws/LvsIN9/3Vz/otz/ezqUqjNyDAjYrPn/3bv/+porHp19ZyaeWsDdyaXms4JRYLd77ZifOGdfbf51I90ao9o3qWf/BW8no2ZxTHXBYU9un5FrsGC5WK59Terji4x7fNy+A37//tx2P3zCxQf+v/vp9fP39Cqz6YSkuuf4WZKRmouL4cYyecQ7+89YrgFqDx196q8lylfXls/9ei2vmNE14ig2OKFb37Q4fsWoHKmzAjrzDuOP+RXhj8UuKWdKBJ49ApPue3hNPXt+c7Cuz9+NOErFaUOT7u9wnVuWPo1nfguNHMGvCMH+eTv/HGK8XNz2xu1ERq5s/vhp/fedX3HvtRMnnAN90cwD3PPEibmozYjV0u1mO1Z4DfWLVv5CS8NmFRaz69/kmRYvMmHTtOXA8dBoV4swqqCt3oyh3Gy655CIuHnbvOQiXsTOXC00NHhH7/mheLuZPH+mLIBQk4QPvHsOg3kJkh5hPNUAAS9IA+AWrRIB7fFPEC44cxD2XD8SeP3Zh5/atvP7ss92e/YcU1z+aYzgv7wj+++GHfJHkpxY9wFPGySXop36xKkRV+kWyF9i8QRCrTF6I+5hYZTGme7f+jJsuGYg4BSJQ6X33xOIVeOXhc/yzV0Odx/pIYy1C4ptPIqa2DJ7EBPw27344zQk8SlWnq09lqPTa0uPWrd2A265kqQD8qVV9vwtfErzy0So4DL4visUvVfyMVJxXr9h9PGJVTCPBSuLjhKfLUGHpj+twvi9ilR1zy0NPc7GqhGdTx8jYfvWLwYbisjGMWN3873exnktUydk7V+G8bT3wNZOt7Pc3Az/nizKVnfvEb0Af5gSYTAWTnj9hJS8qCdeK0rVwJ+58fCsOipcYPU0om20hyw8lU1tWrL7/2QYkxhsxcVR3aLRaLvLZlyqL310Dty4NRoMeB3/fhO3L7uD+i02ndzhdcLucsForUF5eDpZDlb1G1NVUw+4QolfZsdbqOvQdNg5ZPfvyL5QMRlOTI1VFlH8crOCRqv/P3nXARXG074fe4cDesWPHrrFhiRKNij2aYkkxtqhJLEk0IeVL1MS/JGosMUpM0cSGNXaxYQcUsYKAFFFAjl6P+/9mdu9u79i73b07FMzt9xnubmfeeeedd2Z2nn3mnbp166JlQ1m5UAAENCWxViMiIjB+/Hj06dMHtb0cy4UCIOFAyUX+fv3Z25SN7+BgXExjU+do0nfsPBwRRoFV56oJrBJjTp06Ff3796exUu/du4fFixcbHLuGDx+O2bNnU9oxcaTARQvxKnkYKi1DfkkZ/s3KQQEHXK0KjNVHj1PQuVVj0YxVAqzWrU0Yq9yAb6zZlEBhcTFaNOHfOqTFZmWz3Lgdh7z8QlT3ckduXoHpwOr2HEx52QFJyZnY9Nc/WLdsDjbvvY/7t1Mhjw9B0ZP72Lx7nzFzlCWPBAvo+pXud95F5NEZqDl2k7qULstu49BMDSClXfxhfOz+LZpHnMH0puTzXrySvQ4Dwf1dSGFuPqG0L9Z9vcBq7E8Y2vE2PqK25Fz6fn8GZiG6chmrB87dxdzxXZGQXqK39P/NnAR5oRzvfPQlWrbpKkpL8laVYaxK34Y2btoK7Ni8sFw5dWS2WLf7Kl7t3VJ9T6hviKmfqArpJDKlfmLKI/L7xb0nJqmkNEtT52nZb8Ouy1gxZ1C59k+JjUL1+s1waMtq/PlPMAW7N277Fx2790NRQT6mje2HDp1fwsKvfpRUvioxacsl605g+phuRuVXZRIEViOjEBQcLLoMQ8Aqedl3sSO7w4JK5NlZQV4WHvTk2aEhWgWehKQc1WJDdduL3d0hVu6LtQtEqN/zzol03P0IV9UmewfbdMdmseY0OZ2UudXkwv5TAnSB1ZTHKeji0xgpKsaqzndzGocCq72Z0+WZOJssk1EJzPhaOrD63ebTWDS1Lz0Aid1srj4V6+OvV1YuYFVPvb/bfIYyVsnFZQ0xrFQSCoBzT0UWITskbp9D8za9aQgAmV0Wbl/8GyNeHUrP8bh16zbu3Y+FV2NfuLvLYGdvb1IzJsTFYYwKWGWZmQRYbUsZq8zhQ+w575xwAYTQwokHywKtBCgjKBrJY2OtRGbqA7z5ci3s3rUNw4Yap785fXjOvIV4qSMT2zwsIrac3Vau+Bp7Dt1gGKsqHya1Z1m6BFj1pcAqw2BlfifAoRK3w80PrBKmXi0Pe+0dnDytbaUogde5EDgd2ArrtKcosrFD/IQPkNHxZbMAUOdUwCrHiemZ7uz31dtOU2BVBTiTmML0EDOShB5uBjTzuIPRg8lhdOwbBhJ0gsQQZusTciwMIwapQgEoMfOzb0UDq+b0EZM60384c35BMT4I3I/PZvREjWquFFgk4CoZQyJuPsTGbZHo1KUd7l6PwLRRrTB5TE88fJhIMbCyslJkZGQiOzubAqsE7CQxVkmoTBKL9WlWHpq27YbGzXzMBqqSpoqITqPM2vr166N5fXfkFwPJT7LpgVTkrCTCSCVg6fXr1zFu3Dj07dsXtTwd8DA1G4mJieoYqypgNT09HV99OlXUywB9rqLry1JdivQ1exnLWK1eRYBVKwcvKIs0DERSacKiXLhwIXx9fVGvXj2sX78ef/31F689fHx86H2CgpNGWLJkCW24Rc1rwbZYCZSUISqvEPuyNCyhygys+nX3QnFmISQDqzlZqFurmjawyhm0yRuLFk3LA6t8oCpxpKjbD2BlbY2Mp1lwcXaEnZOrSYzVzXtTcf/2fcjl8bAticLqlStwLfox/ljzEwjp+/XXx2Fgb3r0n+WqQAtIXkRSUBUSFo36FnmWxZ+YZi0PrMZgw6BWWIqe6HK5DQdY1fe7mFLMk0YXWN0begsfTuyBOD3AakF+LgLnjKeFF1mVIGjTMVGKEGCwrpcjsgukA6v6Cqgrs8XaHZcw0k+zfVyob/DVr3tT42KyXYrVxFvSVz9zyCb1J/L94pgt+Oa8Pkueq2W/1X9fQNC8IXrbPz3tEc4f/B2HdgQjD27Y+M8JyhA6dvAP/LnhJwTvu2yUeqQtF605ijkTehqVX5VJCFg1RfjyoNVYNG+ORgQBTSMaY98UDVPiw4NyoLMfswODbDM+EoIfoPluSvnl85oCjpqS17y1MIc0oX5fDliVPCeaQ0tDMixza0VZuBywmpqCLoTwoAJWdb6bU4+UpIcY2qe95sAj1fZ9wj6TCKxepozVUCycQmKsqmJ4agCZBZUIWDVU72Wb2VAAxNBsXEkCUhJAKfbWWTRt3UcN4NG2YG2WcPc8WrXrDS+XUsSF70LLJnXRu1cvxMXHIyoqClFRN9F98AS4yzyNZkap2j7+QSzGDO7CIuHMn8Wbk9COxFiloKImvqqK76PeMcgKYXYNMvAr+UhCGDjaWaEoKwEO2ZfQoJ7x+qeY0YefPEnDylWr6brzk49m0RiNtraag29s7Wxx4PhdCqxSkJBtM9XLgqsEWO02gAENy1TgIQOy3g4/USGM1R8/G2IQWLUpyEHNA7/A8fxRKOTZuDfyfTgkx0F2dBvSPvo/yH0HUYDLlJARBFid88ZQxj8pEkoDpapDXKzZfhqF9q05QHN5Rq+Pxx16OJXah9QMbsbv9x6/gBGD2GciJTBriQRg1Yw+Ys4x8b8iK/1pLtb9fgE3bsdjzJBW6N6pCRrWr0UZpY/Tc3AkNBp/7TwNhSIPKClBvTrVEPT5RHRtVw+xsbFQKMrw9GkGsnNyUFpcSkNkFhYVIjs7C0+eZqNZBYCqpG0qJbBq4hzNBVbrVxVg1bHxJBQlH4KymOwB1Vxk9P1hMQAAIABJREFU0Jo2bRpGjx5N3yqeO3cO69atw927d2miatWq4fXXX6eHWxGEnlCLly9fTj+3q+aM2U1rAXmlQKEC8sJSLEp+ohZemYHVft2roSSzAOQks26tJTBWKbDqhfz88jFZyeRcWFSCliyw+lSeo3di8fRwo3a6cfsB6tWuhriHqXiSkYVatWvBxdUZdra2Ro1tBEQlwbTz713DqxPGYaCfBUQ1ypAmZtL1q3LftWKsEvBuGrCBsE91C2aBPRYL0bBYdRmrXPbqt2i+rA2WLmbYr2/tLMEPg8knJg+mAlujx+LS8RZYq2a9mljhSpR99veHymmzZgGzHUh16Q8FoI/FWzHsXrG6chmru05EYd6E7ohJ5Q/Svuf31UAJcDoshJ6ePm3el2jfRTiwfUGRAnW8HCHP08+EvX8nCs192Hh0Itq8npcjNuy5gjEDNXmE+oZQ/UQUy5tETP2MlU3yEfmDn8w1RQRv3kUPpmvZL+jPM1g5179c+69e9iliHkRh9offon7DJkhPjMbSWRNh41EPny1bj7Urv0anTp3x+nsfI/ibj9RlTVnCbKX/+e9z5cqfOUHjN6Qtl6w7inmv9zWpjhUKrC5bjUWLOcDq4+v48FfgYzZeOGWw1umM+Guq30jc8FDgbU2ccHQDjqeQGOONcOnb3diSxFRXHQ5HxXodKcOWvcx2uUHTuaxYrnn4wFEOm7XbQAr6Er2212HC7dAwPI9kGHT5Abu97sUIryPU77WBVUNzosq+ZEwejq3k69T9ePKjv3qO485/2js/9OfRzItDcZS8ZDM455rUBf5TmcXOcdxQAOQgjO4cYFX3uzkN+CgpAdfvZ7PH3WtTNOMSPRB2Q8OXFip3pexvnO+8UA3UqdKrtqVnJF+rPIxVA/UmgFGpogxKEoiSIFIscKraPk/xKcrwJBfzXytrKzjZ2aK6pzPcbTKhyH+CCePHIS09HZcvXaJAxJWr4XhrzhK4e3gKxp8UsnV8bAzGDO7KAl4MWPbJ5mS0bcEcXqViGKoBMaoq2cZNz7nShH5gGYr0VGpbK7g5AVbyKBRk3MWE8WON1t+cPkzYaYTxu/HXrViyaC5lv9k7OKhNRA52IoxVL8pYZRmp7JZ1AqReu3gSHbr1Z9m6NMKoOsbqnQoAVoUYqzYF2aiz5Rs4XDsPRWYmMl4ejfBhc2h4A+8/voNH5BkkzQ9CfvNOJoWMIKEAZr3xilZYDo3HAmu3nUa+XRuGpU7cgmWpEp8hzGYCUrf2vI0ALrBKGa/sIVZQYt/xMIwYqGJwKzFbArBqTh8R6i+W++UtQMZlBY2DWkAPnyJ9isQ/VR0qRfpdUWE+CvLzkZWZjqcJURg2bBi8vGRISUml5EJyQBRhpxaTGKsFhTQ0QGpaBhq37oImzVtRUoM5tv9ztT99IRYuLi5qxiqJsZqankN3k6vip5JwAJGRkTQUgIqxmvg4h4YxILvZkpKSqP7kMgdj1dQ5moYC8HRCWHgmqgyw6tz4bVhVb4P8qP9BWVg+qHGLFi0wefJkDB48mAbFJcg7oTN7eHjQOBGXLl2ibNYTJ5iDIVrVccXSXt5wzyuDVVYJBVdjswrwQXyquv0rM7Dq16MaSp4WIOnxI3Rr5S06FEA+y1jNyy/gHae4wKrWQxXZOsA8n7AX8+HGrTjKcCXhAEiM1ajbcWjevDGcnZ2MOgXRMnhWDgvo+pXu90QusEq2O04H1h7/AI0Nqq9vy78uyDocW1ULTS3WD7OovKUOMfCiMnDKMPv7w2pLrllAFtzWWpatLMAqecIXo2sNzuFV/xy7jjnjuyH2UR6vt3w/bwpmf7sGP3+3AI8SH8CzWk18tvJ3wY5RWFxGgdXMXP7YrbnZWQjo2wI//LIbvl3ZE4MFpBJ5v+69hvEva4I5CfUNffUb5CvtVLzjkY+1tDNUP1Nlk4KI/FeyPxG0s9QEC26/pWW/738/jR8+GKzV/skJsVi1aCbdfRJyOATL1u9CM5+2eBR+Cr9uXIbIyHj4jQzA7E+YGLAPY+/hzI5f6ec3FjO/tW8iK+eLNx5oXsSStvx8wwkseLOf1Cpopfdt4oG1Bg6vunMnilc+OTdEfak+O8rRw7cPlgWtxsRRo7Bt2x4s5gKr4AKn5HMk6n/qiyT61w9dtYDXBPw48wQSVPHEtbQg9+Lw0s9+6EpiipFt/iRmGGHCknhhG4DP6T3di6RlD3tg3fdK8GaEdWQPieCAuoz8xgjTKkc7r0mGf86Zhfq91DnxxFw7/DuMvDTkgrAscMo7/wGG8mjmRa6hjA2z85yNXamKFzfH1eTMcYnsc/kj9lBZ3e/mrF4SZay20wBxBDBkWWnxQ3uiYf2aoos7fPMsrk7eiU/f6U/zcMMKkM/08Kr3KsfhVYbqvYyNscosWlgQkq1QLI2j2odzSBKB6QAba0CeEo6Wjesh4eZhTBg3FjbW1jgfFoaEhARcuHABbbsOQPtOPWgsP1MPSoqNvY9xg7upwV2ytlq8ORntCLBK0FNyrgUL/qqYm7QKHMYiZaxS7ZWwsQJcnazgUJqKpOhDeHPSBC39w8LC0K7bQNH6m9uHmYNw8qEoVfDGWN2+9wruxmsTp8Q67vsTWos6bEmsvHcX/o7VX43FnM93IujzAMz7KkT9d80nQ/B0xecY8eQSStPT8bSWN5a0novxkwfA0dkZ1lbWqP3H17C/cQHJb30KZYd+RsekPHv+Ama9zgFWWRCdaXIl1m4/jXzbthRsVx3mVVbGgKb0r1KJttVuY+SgnjSequoFg6pvk4T7T4Rh+EAmFABJP2fpd5g4RtzhVeb2EbHtY0mnsQCJpUrAVfKaiPge92A4cq9MoYCiTAFy2FpGWipir5/GiBHDKbCZmJSERykpKCgopAdXZT7NQMqTDDRq0RFNm7dWb/83NZ400TYu7iGSHucANi7Izc1V/8vJyaEhAAhORw7KItid6iLfq1evDjc3NzRtyrC2vLy8aH8iYCrZgU7yk7wE77Mqy8PU10ehXfu2kg+MM3WOJn2OAKvnqxKwauNUHx4v/Ylix2wUxf+BkphDQFFOuf7l5OSEDh060KC4xBmI8ckWDtIA5KpfxwWvD/ZGgE8N2KUXwzqtCMgoBrJK8El0Eo5kVpFQACywmpiajO6tm4gGVgtyslCnlhcFQvmuwsJitGzWgN4iQCkz2JYHVb1kDGP1+q0HKCgsRn5+IXLyClBaypzI3aZNS9jalj/50TIgVg0L6PpVue9SgFWt2Ks98bU6rqoOS7Xc78RW+pituveqhl3Fa8ks5vhAVSKj8gCrRBthXXWB1Y9ffwn3k7UPZyKSIs6fwoXjBzDzi5W4fzcSa75hDqea/ekPaN7KMHs9v0hBQwHoY6zu+H091qxYgiEjJuDT/60V1RQNazhh9Y5LWsCgUN8gwKq++okqVE8iofqZIpvkJfIH53+hJcam73qjxCrOaBbfC66P1wZWt4Zi9cfDtNp/0/8WomnHzujYYwC2rFqOkJBgbNlzBk2atcY/q/+Hhj7N0eNlJjxEQsxdnPz7FwyY8C79O/WzH9Q6tmrkpu43txO0nw9IW37802EseMvPqDqpMgkBqxcjozB3QnnwNos8LxZmgQKshUDoHTmCggKxPmglBVbJb716dUOfPt219FNv9fdNwIf/yvB/UxpBDW4iFB+m+rJhAcqDoAxoyh7ioDqYoZZuOp58ag340mrHXiVsV3KIBNFz+t6nzKEQNEyBIbkmNcFzySzU7w0Bq3E/90X3xRcAcOc/lq3K1obZmaH7spDnpSOn9vx5AAjOuc/FhFW4UGlznJCvmNMQKUkJ8GdjjapBRJbCljBMOrB65a2d+OxdBlgljDcuGEOA1fcrCbBqqN7LNp9B09a9QY5O5zI/yVomJvoMmrZhdi2oYpmSuKROdlZQZF5HesI1uquvT5/eeBD7AA8ePMDFixdRrXYDdO49FG7uHpTFpWKFGduWsTH3MG4IE+9bRVhZ/GsS2raopX1wGAsMq9KpD63igKwEFHayt4KbXT7uX/4bjeqV19/OtRr6+48VrX9F+DBh0BGAhwv+qOxXXFyEvNwclBSX300pZGM7ewe4uLqZDHaryiEgMIk5yYRj4EbpBezTktF8xXS4xdxBLqxw+71AZPcdSUNDOJKDfWxtoSgpRo09a1BcmIenry1UH2IlVA/d++fPX8DMSa9oge/UD9iEa7efQY5NG6oiE3uXUVcVTkGhVMK3+i2MGNSLCe1B/68J7UGB1ZNheHUAC6wC+GDptxRYFXN4VUX4iFQbWdIDsfv+QvKpf1FakAcHr5pw824Ke3d3lBTmo+hpGgrSHqMoNRV1/EfDo4cf7l49hlGjRtMDqmLu30dmphwZT9ORnpmDek3boVnLtmYFVUkbhewPRW8/f7TzdkZtD+BxNhDzGDRmanJyMsuczcOZM2co0NqsWTN0796dkiJjYmIwffp09OzZk+Yn7wj48hKQ9f6dCHz75UdwcHSWxBaXiqXx+Z2dlxPCrmWiXrUqEmOVVMKuem+49AxCqawUCudUlD09B0XqNSgfP0BZejqU8nz2SYCpso29NdzrOKF+M3e0blcNfbvXQddGMjhnlcIhvRg2j4tgk1oI5eMirAhLwM+xmjAAJH/lZqxWR8nTfCQ+SkH3NtJCARgCVglIqgoFoHIcXZYq90GASaN5a0q+7T50Hi1aNqUn0Zn68GEZNJ+PBXT9qtx3rVAABpijZIG3ohUuUTarwPZ/C7Cq09jkPbQ2U1WVoHIBq0Qrw7rqAqtzJ/RAQlp51vzaLz7EyLdnon5D5tCzhe+MQGFBHpr5tMcHS1cZ7AwEGCSsxCw9oQDmTB6OPgOHYs3yJfj7aATq1Gso2LlqeNjjlz1XtIFVnTFXt28QYFVf/QQLNJBAX/36thE+YZVP7Jlo7Z0fRP7LJctMUZE374LLr2rZ74ffT9NQANz2P7FrI6rXaYQmbbritw0rEXUlCrdvnUetOvUxff5SDBo2lsomoOqJbRsxcOJ7aNRMc6AYt2CfBq64k1getCdtuXTdMXxcwYzVixfPYu7kkfhxake9tvQLDKUs3KD1QWpgVc6SdZYFckIBEAksK3Vi5ziE1Q5gTsIlgGlEY3yOEyx7lFpHm11K0hz0xAYaRoB7z1RgVQ8LlQVxVUDrCwesCvR7LWCV9xBGQy8JVa4iBKyqXkZyXUsnj6g51+zd/D8gUPwcJ/T8ZE5jJSUl4JVe7elzOBObko3BqAQevqofWD046Svm6V21TZ6wI5VlLCNSG0yiaQgzitDiiPwyJdp1IGU+v8tQvUmM1WZt+jD1Y+2hqlHMTQK6EsYqw+CzYuOSejoDxY/PQ1GYCRdnJ8pSdXd3pweokDM+atRvgBYt28PdQwZHJ7K4Vx3/Y5wNYu7fxXh/5iUaNSuARb8moV1LBlgl/1QHEanaVh0KgEVXyR8SAsDe1goeTgCyb6IsN6Gc/h4yL5Q41UCnjt1E62+MD587T14e8V8cOE+dgPtbl87Gh30joQRIzFbyV+olVWfX3Kfw/+srWCUlIK1ZO6R/sha21WrTbdgqHVRbtEsVpdRP7OzsjdQtDDMnDVX3Uaa/MjUkfr3u7zPIsmrLHl5FwiMwLFXGb5hQAJ1qROPVQb0YX2ef1FkB9MXDgRNhGDaA3cGlVOKDzxnGqihgVWBOlNoWlvTGWeDs/DfgVpADO/8JqN/Pn4L7pC9E/bgUAzq1R05sDP48chwDV/0Oj1q1kZmRhiex19Dfrx+uXQtHekYGYuMT0apTHzT0bmZ2UJXUat+RcEp4bNWqFRp4WSE1C3gQ/5CCpmRrPwkDQA7RysvLo795e3vTHWwkHAC5/9FHH6nz29lY8eaVy+Wws7PD8sAZdFcBedkh9pKKpfHJtfNyRti1p6hblYBVUhFrl4Zw7LIYVj6doHR7DHikwsr9MWzc02Dvlgln22y4OxWhhjtQz9MOdRxsUdfWFrWsbFGj1BqeBYBbtgKOGSWwf1yEOxHpWLr7Ds4lkaORtK9KDaz2rI6SjHw8fJSCHhKB1do1vbQPr+JUO7+gCD5ajFVmoGYeIlRBs5XwkrlrBXNSsVqJKAKsNm/exKRDrMR2Bku6irGArl/pftdeRAKUkbObxD3VCQdAFnkHRzLx4yiLJloEY1Wz3V9brqFFZ8XYobJKrXzAqn5L0YM9ONskd56Iwpzx3fEwTZs1n5GeisCFE1GvpiZQL9m6QoBVeaEc/7fuIGrUqqu3oPyiUtTxdERWfmm5NPdvR+FQyF8Y/9YMCvLNWfwt/Sx01XC3x6a9VzCWE2NVqG/oq59QWUL3DdVPKK+Y+0T+IKsfyyW18f1GTHZ1GkXkEq30i84P0rIfibG6/AP/cu1PGCtnt69HJmww9q3ZmDa6N1xcZVi99QCVR0DV43+tx6BJ7+sFVQ0pStoycIPpMVYFGasssKrShWGqAnJy/CL5q2KsRsYjOJgBVg1fTDiAs5BhItn+z1gDP34bgYQkGSaqt/DzAKsRjTnb/eWY9gUTi5UbMoAyTa81ZgFYXU10QViiy26c7axiparSq0INvLihAIT6vfCcyJ2/mNjje0ffxqGZzEsk5jI0x4nMI2rOldSlLYkFLKA7xwn5ijkNmpQYj1e4jFXV1nclkPjqS3pDARBg9bVXOvOqQuLYNWyoefGYnZ2D3SEhGP7qMBpf9I0PvsKHH+i8ADJnpUTIMlTv5RRY7asFMquB1ejTaNK6L6xgBWsrJWxtSFxSKzgU3sO9iGPw8+sHFxdXuvWfxvJLeYIhk5bi8rnd6NO7jyjASYT6uH/vDsb796BJVWDZwk1J6NCyFhNHlXMIGcVZSfxMFhljIgUwQBkBGVwdAdv8+3gYfbyc/o8fP8GCxZ9j1eZteLn/QNH6G+PDBKScP3kYS6lk2cIserrt0DlMGKqJ5ak6dIsAyEtX/oIB/fublXUqpg1IGlN07tenD41p6ejkRMFTLthOAU4WMScglzFAPGGsTp9IQoGxPsJymJhzzQiwehaZaMuwVNXb/9l4qyx7tVOtaIxQbfVXC2JeChAdD54Kw1CWsUraYq4EYNUYHxHbLpZ04i2wb9IgNBo3DfV6DaDxUO3s7ZESegCeD2+jvpMj/j59FjZd/dB11Ou0jxFfvX1xP/xfeQXh4eFISkzE1choBEx6H65u7lSGObb/c2uwn5BZ6tShwGrDalZ4JNcPrAYumkxfUtgQKj57XbrxRJ1fCFj97vP3RI9zKvlSsTS+1rGr5oywq1UQWFVVxtqzGWzaDYJN+1awbqCAtccT2LllwMEtG+6uBfByLUVNZyvUcbRBXTtb1LGxRU2lDaoVW8PqUSGuHE5CyP44nLn+RE2r1zVUpQdWn+bjYQoLrLKnjwp1xYLsLIgFVjUTvup0UK503Tfamnt7/j2P5i0swKpQW1Tm+7p+pfs9MTUL/ToyISNUl2a7I/MLc+hGDOeAjnfw1pZoNBcRCoAexLGFu3WSSLQAq+pJJjoFhcWKcm3A2GgvXsleh4FarVMxh1eJ8WHdE5NDTkVjxuiuSMrQ3vK14afPkC/Pxag3ZyA/Lwe2sIWTiyuWffgu5JCjczc/fPhJkN4i8wpLaSgAPmA16NvFNB9hqR7a8xdycrKw+wR/LExuAV5udvjtwDUE9G+j/lmob+irnxhbGUpjqH69WjEnxIu9zt8uH8uMyB/otFGsCNHpPgvtrWW/1dvD8O2MQeXanwhMjY/G/t9+wc0Hd9G6bQ9MX8CEJoiPuYNjf67Hy6+/D+9mPqLL1m3Lb349iTmvMdvejL18G7MxVtvxg/wXLwgzVn3nMYzV4O1BWP+jELAKpBxmwc/PCPuUua5s2YyvMBD7pzZif0nAjzNYNmlt8hP5zm7b79YEgy7L0ZAAq7WZdPSQq8tPSdQqBnCleXQvXZmkka7jwy+v4T5N2gSfr/MDtmzGNnJ4lb+M0fVRR6oX1fEymPAA/tJ81Nj2qah8Qv1e/JzIAqkkNnnHj8AcLfQOttExW2COE51HdSiWvjm3oqz035SrO8cJ+Yo5rZT0MJ4JBcCyHtWgnBJIGq4fWD0w8UtMHNpFS5WTp05h3759dOs7AZwWL1qElT+sQOfuveDo4IjzZ07gaa4C0+Z/jsUff2jOakiWZajey7cwjFVVGAAiXLVNOvbWGTRv25cyPR3syBZ6wM0mC9Fnt+Clvv64dTMShQUFNObgjahoDBg9H0pnb5w9sgbD/IdIXrDrq9i9O7cx4ZWebBxbhqdCgVWfWuoDrcj2bhWhRQWuUkDVisSEtYItYds6WMHZSo4HF4PRq5+2/jejozFz9nw0aNgYC775P4wa/qpo/Y3xYXKK/fzJQ9nDtdjwr2DIOQyw2lu9j13FlCb2mbbga0wcK44lKdlRBDKYovObE1+DMz2Iy9EoRqpQXYhu70/01zrgTO3LVsD6v88gQ9meYanSUABKKKjPaA736lL7JoZT4JRAsSzKzTLbiR8dPHkBQ/v3VKtCgVWRbWGMjwjV2XJfugX+mTAQg9f9Q0NsODk5o6wwH1E/LMKAdm0RlZSCLSdC8d76vymoSl4a2drZ4drx7RgxYiQiwsORmMQAq2Mnz4aru4ckpqdYbff+ew316tXTAlZjHsTTUCtxcXF0+z9hrJJ4qV9/9jbzkoVzwN2RU7fU+QmwypdXxVj97gsjgFWJWBpfvSljtbIDqyHn7qOMBvkxfFl5VYO1d23YNnSBXV0bONUC3DyUkDkr4a5UwiVfAasnxch9kIvEKDni7sgF5VpbWyGgT3N1wYKbPngSkDeiZr2sgMKiUvRfHAq/l2qgNCMP8Skp6NmmMR6JBFbzBYBVEnu1VXPmTXX6U20WLzfWKjNEa7YdkZpW8yQsVoAAqy0swKpZm/5ZC9P1K93vD3mA1Wet43+5PP2M1cpnFaJrTS9XtWL7z97BOyM6ISVTc8gUAVKXzJqAb9b8DWdXJn6z6tqxaTX27NgEJ2dX/LrnvN4KEmCQhALI5mGsznxjKH7+4xDNe3D3n/jfJzOxZusBdOrObBfUd8mcbfHXkUgM76MB84T6Bl/9zNEqhupnLvkD3OgZ5erLpsl8o0QrHmjCNnxxspuW/dbtvIjAdwdotT+3kOSEGFwKPYDRk+fRn+Pv38HRP9Zh8Bsz4N3cOFCVyCFtuWJrKGaMZVhCxl4dWGC1tx5g9QILrKIIhKOqFVeVsFVVh1iFRsYjZHsQNogAVo3VlT8fD1hq3gJeSGlC/d4yJ76QzS6qUrpznJCviBIqMlFiQjwi7maqI3IxbDYGSXx9zydIKIgBOeSIkOcUZUr6r5Rs+//ulBpYvXnzJk6Fnkbwli14593p8B82HDVrMqfVFRQUIDj4N3g3aYY+/QYhv7gMsxd8ii8+XSRSw4pJZqjebPXZGKtM+aqdd7Y21nBysIOHmz08rZ6gNC8V9vl34epghfZ+byE2MR2REZG4HxODJm37wNa9EdLlBUh9eAUBw4eZ7ZCkO7duwcnZScNOVQLnY2rApoQ5D4TvIqxHW1srODvYwt3FFtUdsnDv5lV44R4aVrdF15enICYxAzciI3Hv/n207tQbNeq3QEmpAsdOHsP40QGi9TfGh8+eu4B5bw6DkmXTqn0RSmw/dB4TXumlDXazgPfbCxlglYQsIHFKn+Vlis6TJ02sUJYtAVbfnUAYqyy5SfWJZaNu2HEWT8raMbGQy9jYqjQ2MnOAFXnZ0q0uAVZ7snYnmKtqgGCkHjrJYayCZayKbAtjfORZtu1/pay0O1Fwqt+IMlHJoXr3dvyKhoVP4aAsw0+7Q9DpnY/QpkdfuBA2qoMjZU+HHdqKsWPHITyCMFYf4lrkLYydMofGYDb1YD4+u4dIAFa//fzdcmMBN78YYFXqWCIVS+Oro201F1y4koE6Xk6wCujT3CB6aWIoGVG+zQdCnr6eiIws/tPrRQk1IVF1Dyf09dUw8gQh0mcMrPZ/qQZKjAFWc7JQu4b+UAC5eQVo1ZwwYDQuwWxTKc9apYG92YvrQHsPh1mAVRN8rzJkFZowLYvI59tKVRlYPRIWgzeHdcDjrBJqxPS0R9ix+SfcDY8AHIGg3w6rjRt6PATrly+lv5PLycYVa/44AhdX5iUO98orKGGA1QLmAD3V9dXC6bh3+wbmLyHMmz7YvmUtCIOVnDqv+k1fa7o52WDXsSgMeUmzXVeob+jWz1yeoq9+5pTv5/W3ucSp5fzvWCct+/26NwKfTOmtbn9DBRJQ9fDWtfB/a5ZJoCopg7Tlj3+F4e2R+mOfiqm8WGD1+t0ENgQAGwqAgqpydTgAElM1JMQCrIqxeWVII9TvLXNiZWil56PD8wRWHybEYUiv9swTOtkuzj6tk+fz+ctuwbVefS2jHP03BDd2TcXuY+GYNIwJLPL2O+9ALs/CqNFjEDB6PMt6Iy+jrNGxSw+09GmN7X9spmnvpJRg1kcL8G3g0udjbLZUQ/VeQUIBtFUdUKXh6pEQnI/jLqNdy6ZQJOxBxq39UDh6okCehrTUR2jQrDncmwzC+YgE1KzfGq16TYI8V4nCEiD85CqMGjHcbODf7ehoTBhGmIQM05BcISfCMXJAJ/WhYTQMLG1TevQQxcQIXTU/Ow0xV3Yj5vI+lDjw69+2TRuMGz8JijISa7MMH365HK+JPO2d6CI03vE1PgNSDmVCFqjxO/LBCn//ew7j/HuzNeGcCaUE3l70vIFV43R+FsBqdU839SkmGk+mXsMyUElLMP6hulSxa1WwhIoIpTmIiwtYaMM/R0JPiwa5jfGR5zpovKCFk0PhyhQKylgtTHuE2M3fo3ezxjhzPxb/3onD1OXr6RZ/J2cX9bk3FFgdN44yVknol6vXb2F8JQBWSYxVwjjVBUZVwGrr1q0pUz82LgGxsbE0XAthu2ZlZYEwVu3t7cEHzAo1vTmAVbtqLgir7MBqcnoOLt16JGR+s6I9AAAgAElEQVSPCrnfvXVd1KuhYVlVNmDVWMZqQU42atXw1BtjlQusZmRma9lWiLHqKWOYZhZgtUJc8pkKFZowLYvIZ9oc5QqrysDq8StxmDS4HdKymViohK2a8fgRFGUMIOrdrJW6vnm52UhLTea+50GNOvV4gdVcFljN0QFWTWkpFwdrhJyOxqCujdVihPqGbv1MKZ+btyLqpyu/X82d5dS1qfWOpCooHm/SSr/smK+W/f44HIUPJ/ZUt78h4T8vmYWhk2fDu7nGJyQpw0lM2nL97kt4w7+dsSJoPkFgNeIsgoNDRJfx7BmrolWzJORYQKjfW+bE/667PE9gNSE+Dv692jNgnJrRxgAthoDVXUev4fVXu9F09+/H4Pff/8Cdu3cpiDpgkD+6du2CrKdP8N2yFRg1KgBdu/fG0zwl8oqUmDl/Ln74H3P41fO6DNWbxlglwCobp5SQg0i0PkcHaxRmRKNaYSSSr/6Gpj7t4WBdgsfpWYi5exd2TrbIVtaBoloPdHn5PWQXO6OgiBzaRYDVIIweaT5g9VZ0NCYOIwxOFhRTAntOXsOI/p0ogMpEdmDOtSAhDSgHkdTDygpXT/yOW2f061/g0gYfffgx7B1dUKYoY3whcLlowIyULDTe8bU7AVZrViv/0lvIR/49cVKSbkLypNw3RednAay+PX4IWx0GoGZenDCo9b4TYRiuip/KOdRKtZuUpD94khxOxWz152PQPUvG6oUIG3XT0GBU6h08cnXsee6uHnJ/+QztHWxS2va/lFbFyL+6agncU+JRmJ+Pf6Lv4s2ffkeNeg0osMqNA0yA1XFjxyEiIhwJBFiNjMb4qR9UGGN1z6GrqF+/vmAoAH3AKje/Icbq8wRWqwRjlXSKGw/SEJOU+Uz7R/P6nmjXtIZWmZUOWO1VA4r0PMSlpOAlCaEA8kQxVplQABxCqvqNKvM7D1OV89veIxcoY9XJ0V5UAOSURzmsrdm4f+xgW6u6E6rVqP5M295SGGMBXb/S/Z5gCQXwXF2lqgGrtTihAEIjEjFuYCsaq82cV05+MY2xmlPIBpszg3BHOyscPHcXfpx4wkJ9oyrVj2siYr8+NfeYwWraIlae6Khlv39O3sGssV3M3v5CipO23LI/HOMHGB9OgJTRvrEHft53G/pCAQjpYblfNS0g1O8tc2LVbFdzaE3mY+4cJ+Qr5ihTJSM+Lg5DSIxVdnswfUZngZf5y/kZq9d3TsWuo1fxxvDuFJAtKS1DaZkVUlIf49uvAxF14zqOnQrD9WvnoVQo0LZ9ByhsPZBdUMYAq3Nn46cV35qzGpJlGao3BVbb9aV7owl7ksRTdbSzhpdzCR4/vIF7d2+jU81kyMoSkJl4GwnpJSguVSK3oBDWrnXQbvgKlLr6ICdfiRLCGFUqEXEyCGPMCKyS8AsTXyXAKhv/lTJWryFAxVhVxYVl25Js3y0uKcaliBiEXbyKjnr0t3Wvg+Z9Z2Govz8N+0CXZkpg/pfLMUnkFm8xawC+BjtDY6xKP7xq6oKvJekm2VkMZDBF5ykVHAqAgL5vjxuiBlPpLn7yloAF4/eduIDhA3uwgCt7spXO7lIGWNUfV54PWBXrJ1LHubAIG8hqe9DWUIVE0oCr5Dcm/KDqHolDv3G+9lke5mz7F03WkxuXURC6D7kxd5GpVOK2rB5GzFoIV1eGrUoOUVNd5w/9hnHjxiM8PAIPHyZQYHVCBQKruw9dpaBq6+YNUNcTeJwFxCZm0BiriYmJSEtLQ25uLhISEvAdTygAkt/HxwdtWjQEOdMq5mE6jc1K2LYkL2Gskhit5N8yHsarUFtLxdL45BFglTBWa3tW4lAAKsWT03MRk5yJzJxCwdioQsbTd5/EVPVyc0Sz+p6oW13DVFWlr2zAav/eBFjNx4OUZLzUpglSRcZYzcvOQq0aMuQXaB8co6onw1htSCfjp3KJjFUPxm4EWG3ZsqloYDU5JRsj+6kO4GA0+W3vaZAYdMP7dkbD+vWMbVZLPiMtoOtXut/jH8l5Dk4ysjBLNskWqGrAau1qmrfO52+mIKBPC8jzzQ+sklAAuWYEVu1trXD0Ugx6tdUcVCTUN6pS/biOR4DVl6rvluyLQhlWn+2qZb+QczF4d7iv2dtfSA/Sln8euYGA3txT2IVylb/fztsdP++/gz56YqxKl2jJURUsINTvLXNiVWjFitGRzMfcOU7IV8ypxYMHsRjSq4OaCEG3jbPvFj9coR9Y3XnkCt4Y3gMKJVBUXIYSBejnUgXwJD0Dnl7VkPooCSlJD7Htj9/QqHEz9OjjjzqNW2PW3BlYv+p7c1ZDsixD9SaHV5EDqhgWF2BvZwWZsxUcrfOw48BpyPOUsFfmo5XTVVSzyYSNdSmynqYjO/Mx3Gq1QJMh3yNLWROFhK3KApMRp4IwNmCE2UIBREXdwGvDejMweBmzsTvkZDhG9u/EAuMsO5FuFWTA4ftJuVi3zbD+1eq1QO1u72Fgv950vayK5EZCAbw+boxo/Y3x4dNnw4w+vEqKbpKdxUAGU3Se+vqkCo2xeuZsGKaNG6xuQxWlSfV3/4kwvMoeTEWdRMV+5tRXFzjVNQUfsCq2LaT6yPlwBtjTsFUZpioFUjl/VTqSrd2/fMoQvSyXsAXOfzkbdYsLUFBUhE0Xr+CjbUepf7q6utEDq7Li7sPduxmNsXr2QDDGjx9PY6w+TCAxVqMxYdrcCmOs7jp4hYKfHTp0QJ06dfDkyRO6lf/u3bt0O39qaioIW7VBgwZYHji93DjFzW9jY8Obl4Cqbdq04c0vZD2pWBqfPJtqzgi7XEWAVSGD8N4XREKlSRUU96xjrPauSRmrsSnJ6CURWHVxJicY8teIC6zqi6uq5qvqibG6TzKw+hAj+3XQapAf/z4NX28ZgreHYviIgRZwVZq7mpxa1690v1sWkSab2CQBVRlYvXznMVo08IRPw2om2UA389OcIhpjtajEYMhwSWXeeZiBe4mZ6ObDHORBLqG+UZXqxzUGsV97W/Mulo+nzShnv0OXHqJ761po4/1sdyNEx6fj0q3HGNrdtAd1C7AqqQu9MImF+r1lTnxhmlpyRXSBVSFfkVyAgQwPYmMxuHd7TXxVTkiAj/QAqxH/TMGuo5fxxoiXoFAQ4JEAHtrzZtwTJlQPucLDr+KLRbMwwH80xk1dgDnz3sMvP/2fOashWZahei/fHIrm7frCGlawsQHcnazg5VKKg4eO0Bix1dys4e7uAgdrJfJynsLH9jwKn9yBXJ6OGq1GoG6fT5GZb42SUnLaOg1rShmr5gRWb9y4gaKiIhQW5uJRahqycnNQXFQMRVkZFHT7vhI21tZwcLBHdU8PNG/WEtH3M3A/tcyg/lbVOkBZpzceZ8hRWFSstcNQLGAm5jmHr8EISGns4VVSdJPsLAYymKLzswBWp44ljFWWeawJmkp/O3jyArPNX3MeVbmaGsNYFdsWUse56AcPMXmI9lrfUFt2fGXqcx9nzOlrFSnr7u5geCTcRlF6Gi4/TILb4DHoPHgEBUodHJ0omHrm46l46buNsLK2xsUjf+K11ybi2tUrNBTA5fAbeG3avAoDVnceuEzZpFxg9f79+4iJiaGsVRIn1RCwys1PgFW+vKYAq1KxNL62tKnujLBLBFh1rLyHV5nkhIJIqDTpguKeNbDatyYUT6QDqzk5ucjPz6Nxd/guDzdnoxmrMpaxKhlYffAQI4d0wOm7zJsrb1kWQkND4e3jR99ikYsbd8W7VjHqVbM13ICRpzB0/QN1muYBY/Cjv0xao/+HUwtNmGQRabnMYwFHe03cISkSC4vNy/gUU7axunLZPHShFpMhprhKkaZTM20AWKhvVLX6VbSRde1Hyjt+LcVsxRaVaAAAlVAHO/75YVBnDfPYWAUswKqxlqva+YT6vWVOrNrtq9LeHHOckK+Y01IPYmOQnJJIz00gz/c5ubnqMxSUjkMRduNqueJ6tXgCvz798ObIXpSpml9YhuIyK5QqlCDDaSkbsDXy2iXcib6O3zf/jPfnf46OPQagzMYNH308/bkDHobqTSpMgAQHezt4ydzh06IlihWO2Hk2FV6Opajh6YK0nGLk5JagdjVHOJY+hnvGQaC0GO4tBiGtwBby7FyUEvou5zInsFpcXIQ8AqYW8+8e1CrYyh4pjzKx+7xh/UsLi9Csz+uo1agNrKytqA24FzntmzDYxJz6bYwPMyClcQdBiQXzzNl3iCxTdK5oYPVG1E14uTpAScB2ZRnKyspQqlDQ78oyAvqX4fDp82Y1yRC/Xqheo7YoZrNUHzEfsJqAVe8fxzFOzZk1fhZWvf8Avdb3RzeQNOFoFDgKo2tzP5vVXJVCWHFOFq59PRfNq3kiIzcP2yOi8O76v2lcVWcXVxqSMfvhA1z6ah5eCvqT9v9tG7+lB1mRlztknCgoUmLCtIqLsRodfRcbtx5AYWEhLVN1kbK54SUH9G6HV17uDXeZJxwc2FOLAfDl181LZAYM6YJeL3Utl1+oocwCrNZwRthFC7AqZGtN4wulfB7AaloeYpKS0bttE6TKRUzO5NDQsjKUlCroAwMdnHXqZVNWogZWuW+wmThAnJMHWbaqVn72y76jF9DSR3wogOjoG5g8sh+jSRGQRbcEZCEyHhjZnYnHorq+/DsLIaGR+Hh8E7RsUD5kA01HQNV1QOAGMrhaLmMsoOtXUv3MmDIteSwWqAoWsPSNqtBKFadju0ZsKID2poO0FaelRbK5LWDp9+a26Isrryr4ys2oaLw5sjeKSwFnh/ILmBuJpVjy4TTIn6bj1dFvor//GBQWK5FdqMRnn7yPX1Y/X8ZqcZE4YNLKyhq5+UrsOnUPpU7ecLJzRIE8DiUKBerWqglrRS6KU6/AtTQJshq10bHvqxRw0AUlibeqgUkHB5Odl4JkJSUUHDN0kdtP0nLwz/FbovTvNnAUjadoZ2fHUG05l7WVNd0SzI21qK9sY3z49JkwPE5NQlJqqmT7UGDV0wuOjk6S85qSwRSd1cCqGfyBrw4F+XkIv3YN0ycOp4xy8r6DrsVpYiXeW/w/LJn7frmsJJTmV6vWY9zIV2FrK669uULE+rlUH4mOfojJIzWM1fm/ZQGFcjYMAEPW2bJIc58yVnnHmQSsmh6ORl8S0FRf63PTiElvihc937wXv5qHptalKLa1x9+nTsHv0xVo2Lq9mn1KxrLQD15H5uNUDNiwE45OTiAHnHFf7JAxgTBbnZ1d6Bhh7qu0tBTEnwsL8ikOpe/Sp4eU/I5OznQMJICy2MscGAdlrF7MQC2ZhbEqyu6VjbE6gDBWjQBWKTiqJAM0J9I9xwJF+XnlgFXVjn/VWwX+w6sYIQR63X/0InwkAKs3r93A5An98NslQC7PgrxQDrkcNBTA5H7awOr8DVnw8wUCg0Lx8bT28Gmsy0KVY9fXp4B3R2EM74BLBtjjOEq19cI7X6rSMQNvwwAZNoUwTNfBM97GfF8ibxceDiefGdD2lf2e2LTUFy9y5FepE6aoTmRJZLHAC2ABS994ARrRhCq0beSOdSTGqgVYNcGKVS+rpd9XvTZ7XhpXBV+5fv0mXhveGwXFSuQVKpFXBHpQE2Wt0sCiQGpKImrUqgMlbCmLlQCrJP2XS2dg03MGVsUAk4TVl55ZjL/2X0SRa3vkl7mirEgOB+sSOJUkAqV5KCtTwL0sGW196qJ1+84gi3JysrQ1iSGgc0kBJs3he2StlZKagz/2honTv0NnODu7mgUcMcaHxYLdfLYRC+aZw65cGfl5uVAoFBTklnoRAMrJyblCgCiiC9Hr/PlzGPhSJzRrRFacVhSIVyqtEHL0FP49dZ4CqzWqe6pVJwf7nL8Ujm37jmDSmFEMQ1ki8CvWz6X6yE0uiQrA/A0J8PVppI6xGhp6GntWsSQrAARY5R9n2PW6ev2uqj73d32ftVt5xdaz5Zp94Vt9pLrCc0v/8OQhhC6ZjdRiBVJLS+HatAX6jX0TMidnFD+4A0X6E6Rdu4S0rAzIuvXFoC9WUp+ws7PXerFDwFfS7ja2tqJevEitMBnLiD8rFKVaDFVdOUQPG2sbqgf35Zak/Da2el+O6dPbHMCqtQVYleYWlQ1Y7d+vJsoIsJqYgt7tGotmrArVOleehezcfBQWFiMvv5DG6DHm8mklnrF67uoNzJ3QD1mEdFtIgFVm63/kHTkmD2mEH/cyGvj5ZCHosByRFyPpdwLA7vxhhLZ6jyPxwQZg0ef8wOelzb/izzpj8NMrMgYk3eeJTTRtAla9dxxHewzCv9MaMfd+BgI39kf9f/fgnUed6O/J/+7BcvRn8r/Al65fmdvPXmDTWar2glvA0jde8AYWqF7bhu5Yd8ACrP7XvMDS7/9rLW58fauCr0RGROHoqVMoLilBcXEJioqL6eeSklKUlGqHVyELYt1r05rny1gV0zo3H+Th18NxsFIoYKsohI2yAFbKQtgqFfB0s4V3PTd413VH7ZruFGggjC3CmCSAGR9jVUyZ5kzzPPU3xofFgN367CMWzDOnfYkswoQjNFBDLDq9OltbUwBeDAPYWL3j4+KQkpyIxORULSawi7MT2jZviks3YwAFGzOPLUR1z6d1a7h5yLS2VBurB18+qT5y8+oNTA7QAKfz1yfA17cR4lOB+NQsxN8JxamgkeqiOgZMBf84w67XOUoNnknIT+T3cDT8ehTG1NL3WbsmDWu6YPb3h9U/rlngj4dP8sxppgqVRfy2uKiQhngsKS6m4xYzljlScJLsTCY+Tv4RUJPcqyhWaoVWtIKFmwPjoMDqBQtjVXRTVTpg1a8Wyp7kmh1YJfFbyEMWCZ5uymVjYw17ezvY8rz11ZV77twZTHltJIIOJ1CmKr0K5fCWyTB3QiN1cgK8EkYrHYTj4xEYHCkRWOUOtESsoYGXcw8qsNYbF786BUwng7Yp1qn8eaVOmJW/RhYNLRYwjwUsfcM8dqyqUizAalVtOdP0tvR70+z3X8pt8ZXK0doEECZbTwsLC3gZiWTLP9kqTYBUO3t72BjBdKrImj5P/S0+XJEtK142AcRUPqzQeeFBgDPC7lOUKcB3j7wkIAxsKVuixWuGcviDEDhFSFRT/DXA6rz11+Ht0wHx8Uz4P/mdUIRwgFW/1wwBqyoAlauxdGCV5FaBq1UNVCW68zE5yUsKNeOefWmgCuSoeoFRGV4cSfG1ik4r5Ltiyreu4YKwsHTUlDlYDq8SY7DKCqzeT0hBnw7mY6zSTkriX6j2/4sxDl8aSue2FvXWlwKrASMRL2firRC2Kjm0KvQO8MXkRiBxVeVy5nfyl1wBJBzA+kjsXKPDWNUCS3UVMxJYrSXHLgKojmiM0/v0s2GNNVVlzKfrV+b2s8pYZ4tOFguIsYClb4ix0oubxgKsvrhta6hmln7/32x3Y2pt8RVjrGb+PGQ9Q7Z4E+CJf5nCbDutaNahsTV7nvpbfNjYVjNvPhVwVqZQlIvHS0Ay1QE+urF6VeCavnjB5tBSqo+QtX6APyFRaWKrymoTxiqzxo+PDIVMJgMcgeDAkQiY8myAVRW4WpWYquZoP4sMjQXMgXEQYPVCWDpqeFiAVVG+VRmBVeWTXNxJSEG/Do3xWOThVaIq+4wTnT13BsHbQ8qV6uc/D6vmMoGss7JAgVeCqzL/IimwumvNW+XyJZGt+1ca0y3+9XXu6oYC8GdDAdRHAv7vveOIH8WECdCVQb7/80iG+DodX/gwAMRkun71IvjZM3ZrS3EvqAUsfeMFbViR1SLA6s8H7qCvJcaqSIu9GMks/f7FaMdnUQuLrzwLK1vKqEgLWHy4Iq37YsiW6iNkre/n50dJUkHBkfD29gUcPRCfmkAX9pRAlRqPwHl+8PaWYcr78/Arb8gRsl4PRyO65Z9rS+7v+j6/GLa31MK8FjAHxqFirFqAVZFtYwFWRRrKjMlW73xITwic+iMJEaCKEcAUEOAjp6EA+IBVcp8Co3ueqrVpwQKmZPs/AVBVh1e9qx6YmUEYPYCjF0k+L2juMYdW+f8s1/7NjHWtbKKkTpiVTX+LPhYLVJQFLH2joixbNeRagNWq0U7m1tLS781t0RdXnsVXXty2/a/UzOLD/5WWNr6eUn2EAqs9/GiB8XLmEGpvH1+6Q1Uuj2dA1fcZUJVcU+ZZgFXjW8eSU4oFzAKs1nRB2PkM1PCwt4QCEGN8C7AqxkrmTfP1phsIDuyHkMPXOYLlzCAMIIgwVjeVZ6wap4W+N2CMNEMsWOPKq9y5xEyY4fezK3clKql2nZq7l9OsMtjyWen1NK8EXq524luHOaD4uV26drH0DWlN8az8SppW4lPr6m8BVsXb7kVK+bz6fVUbL41p8xdtjBDjK8bYyZLHYoFnZQGLDz8rS1fdcqT6CAFWfX0ZYJVchC8VuJ7Z/k+A1XlT/OBdW3Mw9LzF+oDVqmszi+aV0wLmAFatapJQABmo7m5nAVbFNHOlA1b71wKe5OJ2fAr8SCgAcrLTC3Z9uPoG5KkMU1VeyDJW1X/pr9j96wdmqnUCVr7LbC0YW5srUo6dX+3CL4kMg1X7npmKroRidP1K9/vle5mo52mLJvU0k6A5qpGVV4q6Xo7IK9I+ldYcsomMipYvpOeDZDmSM0vRrYWnOmlF2VJIF+79yqpXZWwvS98Q71nP0q8qwlf49G/TwB3rSCiADnXFG8KSsspb4Hn1eymGq4g+wC2/IuS/iGOEkK9IaVNLWosFnocFLD78PKxetcqU6iNnzp6Bt48GWKWreLmchgWY95ovZBxQldwLDJyHzWv/r2oZxaJtlbSAWbC0Gq40xmp1NwuwKsoJKiWwmvZiA6uiGsaSqEIsIDRhhkWnwb9bPaRnF5u1/LyCUtTxckR2QcUAqxUtX8gYTvY2OHsjFS+1qaFOWlG2FNKFe7+y6lUZ28vSN8R71rP0q4rwFT7929R3x7qDFmBVvBe8GCmfV7+XYr2K6APc8itC/os4Rgj5ipQ2taS1WOB5WMDiw8/D6lWrTKk+cubMGXh7awOrhmocuGweNv9sAVarlldUTW3NAaxaVXdFmAVYFe8AlQ1Y9RtQC1YvOGNVfOtYUprbAkIT5unIRxjVuzGemBlYzWWB1ZwKAlYrWr5QO7g62uDI5Yfo51tHnbSibCmkC/e+sXo9Tk3DiePnKaN8zKvDUKu2BjCWUr6+tFLaKyEpE2cvx+ON0R3NUTSVwWcXS98Qb15j/UpVQrdmMlyO0Y6vbQ5fESuXT38hYPXGjYf0VFv1VUg+6dSB/sb5lZOmb9++4g1sSfnMLCC13x86V77N6S9k1w0JZ6T6S3yDfte+t/GHKZLrJmW8lCwcQEXIN3WMkFKPZ6W/kK9I0dmS1mKB52EBiw8/D6tXrTKl+ggBVvkOqjZUawuwWrV8oqpqaw5gFYSxej4d1SyMVXFuUPmA1doUWL0Vn4z+NBSAGOZgPFa+ozq4idTbC+9+M1ri9nYiIxyNJOcTZ2dLqsphAV2/0v1+4moiJgxojlRRfie+ThWx8OGWXtHyhWrq4WyLfWdjMbBLA3XSirKlkC7c+8bq9dfve/DKsP6ws7fD1i3/YOacqVKKFUwrpb3+2hGB+FQ5pk3shtrVXQRli0nAZxdL3xBjOSaNsX4lvgRNSim+IlY+n/5t6ruxjNV6vGJu3EjA5JEdoIrOwwBmQOSdBETeicQX00eq7xEB3PuBywKx+edVYtWzpHuGFpDa7w+dzQRSQwFHGWQywNvbG76+HcAEz8mi/yUx5uKJb0RGIjIyHpHxcshJivh4/PPnfMm1q4g+UNHzp7nHiGsXz2Lblp+p2hOnzkTnHn3UVRBrHz4Z+uQaM0fobdjIUxiyJlZ9u8XosVg91FzhlrjP7uRzHHpv6o/u0H2m596T7IICGUxdP+iuYQDz2kiovqbqLySfc1+SL+i2relrNKHxTn9NKtJ/VKWa0g7lfQg9BuHIO95m8F1T9OLWjbtOr7w+bryPSOgHlqT6LaA1RlQEniPHzi934pdEooKx8vl8Wc6Zf6Q0sKH+ZZqu0rA0PTrXcLEAq1Kas7IBq/0HMMBqNAusPhEFcOk4ZeQpDF4DfE0frsRe5pg4xJZlSfe8LKDrV7rfD1+Mw5v+bfBILgbQF1+L3IIS1PF0RE6hQnwmCSkrWr6QKl4utvjnxG3492isTqrPlge3rsSwtz6C1L9COvDdl6IXN//ajb/ijdfG42bkPUReDIWsti9GjukJVxdnY9Qol0dsexUWlWDlhjM0f2FBLr5eNNIs5fPZxZi+0bWJm1H6XHmQo86nzxbmkE0K4ZNvqmwpfqVbFqm7mPJVNhJrHyly+fRvzQKr/TrwA6vX7yUgwK8DBVLJpQJOyefQi5EInDeSucdlrbKfCbC6xQKsGtVXKjqT1H5/8EwGZIiEr48vPZAjMhU0ZjyJIxcfH09jyxGwNf5OPAO8kjTx8Qi5KIc8Mh47dn8kuUpix0vJgtkMFSFfyhghz1XgRkwRou49wqzxTXmrsfKrhWowlYChH32+QnAM1RXEJ0OfXGPmCF7FjXoel9KS+p7dn+UzvallmZpfir340j6j8iX7gvmBVaHxTr8lqwKwygWeGUBmY71BOGoQXBXT9mLSCPmgOWQIlWHovvjyjfcRU/Sz5KUWSI3E7CUP4GcSyU2grSNPYXZKR6whL/e4n0U3gXhfEifSgDwTdZWGpfFrqySHV51LRzVXW8vhVWIatNIBqwMJsJqHqLhkDOwgdkt2HFa+HY5G/xvDslTJ9zj0/rUTEgN3YCN9KwG0GDOO6UgAkg/twtRdTwE0xde/Nsa5t4/jCGswTToih/29J5mcNKCRGNta0lQ+C+j6le73/Wfu4d2Rvkh6Wh5Yffml+rwVcnFxw4x5X6JX3yFwdfPgTSN14fbu6N7l5Pyy+5xegxqSr6v3sbAk8P1mSmtVd7PF74duYHjfFmoxhmxpSsmet9AAACAASURBVFlS8hqr19qNm+Dt7YsvpvfDqBlfInDeFAStD8Ebb42Hh8xdigom+cP2g9FAST6u3UiggMXMqYPQsZ0QA0FYPT67mNI3hEvUn0Jq35BaVkXIN9avpOpO0j8r/VvXc8W6g3fRz1cPsHo9ngJnqosCq+Qi273pX9WBjMxvzCWnAKw8NRJb1gUZU31Lngq2gNR+/+fRdEzpQRipMoRGEiAVmBfgjZDQSMTLmVAA3jIZ/HxlCAyOpNr7+cggc5QhODgUO3Z/LLlGhvrAtYtn8NfmtVTmpGmz0LkHE3JCnpGGbZtWYsaiZYLlPas+pjsnpmYqceyyAg8fM2ETXhtqj6b1+eeX4b1b4a9DF5h6Du2J/eduq+slVn8+GfrkGjNHlDe0HDsDTwDvq57NdVNwnrHhhfe0nuHD0WiMJzbuYpiu3Od3gPts3hRDLmSyz/+qtUAnJHym+0yfybNOUKURWzapD9+aQncNIuhyOgkM5TdsI/QEjiQ1wZZAGba/HQ76/cJTaq83U3ZgKXEZ9fqFT39iF771j9Q6CKWX4Atqfbl2MdXGjH5C453+WqjWlQPQnfqffv/UXl+S9OTiW08ycpg2BFokPsU9VgFtfxeyrUo+dx3M95t+HbTXz9x1L/T4h9T1cdXxceN9REw7WdIYtEBqBGZ/lok3f1X1G25qMWOhiH5Eyjggw5p3GuPSpl9wrvO7+KgjGZ/C0SCQr1y+eUu3r+n2N8NjhP45TKcsE3WVhqXxt4ySMFbPpVmAVbFd90UEVumkdpk8aHSEZomoOykS4JXbgcoP+todztDDoVhrW9I9bwsITZh7Tt3G7LFdkJBeUk7VmHs38cn74+Hr64vQi6E4FpaC6+Fh+GbJO3TROPbtuRgybAJvFXMLilnGapkoEzxNf4zvFjLbzz9ZsQVe1WsZzGdIfuydG9i+kVlcvvbeYjT1aQ++30QppidRHZktNoZcw6j+rdQp9Nny4NYVGPbWwnKSpP4uRl8peqnkZWdlYv/pK1g1dySuX7+OwKAQzHs/AP26d8CoqV/Cu0cAUChD2zbV0KGpjRg1yqUR6w9Ll+/Bp3OHYcXGfUiKfwovT1csXzrJqDK5mfjsYkzf6NpEHIP3yoN8vToL2cLUMoTkE8WkliHFrwqLy3AmOg+PHyThzTFM/xBTnspmfPr/sC0NRUorvDbAHU1r26ttK1Yun/7CwGokJo/sJ873ithN4RRgzYLfa/N0gFX2AZnnhSWzKAUHZBFXpOmpuKADF2gxIDniJAZztzhzXt5K08c8oIG0MpnUUvv9n/ueYNXcRvhyw3UKpBLwnAFW4yl7lSCt3t4y+PkAgcEEiJfTsAFBU7wx5f1Q7DhUfuwX0ttQH1751QIdJuf3VNyZAzvx5x8bsWH7USHxEDNGCArRSSBmjPjf1idMrkIg/k4w85mEWIAM3387Xkvi8N4t8dehS/S3SUO7Y/+5u+r7YvXnk6FPrjFzRDkbkUXheuATrWdxTSryjP17XZbwQPrSXk/2uV1nfKD9DPiafWYvl29NJjteGALitPuYsWVrtOcB2tTAsFRv4QIGTN4hs8liH3Thb8hGceoxh5FBv3eKw+zPrqIxkVFHH1BhTv1F1FeEL2gADtV6qzIDq8dxRDV/afkn167avs5fP7bNKOnHlHmALy8zpyWM1PiSYRsz/iaUhtRK+vq46vi40JwowtstSUywgOrFhGoMVImSNhbyAZ/a/ZG8dNIi0gXK8ZqeuUq7Ovp8WXe80jdG8Izr6jmsvOFIvY3V1RzAKihjNQ2eLlWIserZYyzc2vnD0b0arKysYG0FlCkBpZL8VWr9U5ZxvpPPUIL8Rn8vU6K0VIGS0hIUpcaiLCYUVg+ZN9z6rsoIrFobwVj9gfPGlbBQv1GBphEn8bJ64eOF6fTBh5lsNtQfhGNqFmocfng7HN6cN+baMpkHnY/Nd36MCcOOJauxFhCaMHccu4m5E7ojjgdYpQ+7nesiwD8AIYdDcORaCvMA3Ksu/Hr44dad+/j94BVe1cjCp66XI7ILxAGr965fwa6NqzDmvflo0aGrYHWF5H83iwHjPln7l1oW32+CBelJUFdmi/W7LmPcy23VKYRsaWxZUvJJ1SsnKxMH9l3Bqi+YLfc//rYXoaGhFEyfNyUAkfFAYGAgvP0CkZoShfEDGqBN85pSVKJphdqLpLkaFYdzF+5h3ntDcPfBE/zfryF0Af7hjFfRslldyWVyM/DZxdS+YaxCYmxhrGyxtpYqX4xfZecqcfW+AndjyiAvjMf0EQ3g5eFEi+reVBiQvhTLgNF89kl+UoatR9IpG7RXywL07lCTyhYrl0//VvVcsd4AYzXyUiQmT9AGVrOyshAcHExjaRKmYkBAAB0fAQ/IC7MYwChVjnmBgQjWYqyS+ZawYjhzNa0tOzcnquZqqS1jQvqIk5j1qBPWkgUu97M+kfTZAppnDROKJgtq7ecPk4RJyiy136/bcQ9T/GWITwXDWC0EAnrIICcM1ouRtM19e/hCJo9HcGgkfekY4MfcDw4Kxd8HjQNW9c2fxOePRzBz8aCOdUH6TUF+LpYueAsffrIKdes3ErSH2DEoJSkBB3f9TnemvDr2Tbi5648TKmaMeJxeiEu3HuP86buQy+OxcNaraNpEM7b/8uM3VPd35y7B/329AJ26M3FVwy+dxYdLGQBZaIwTkqFPrjFzRDlDp0Zg1nrgU97FKt8zt+oZ3Bz3zCGD1EhHDu+awtT+qy+/OerwLPQX7GKAoC9oWLNEGrPe4upuqo0ZHYXGO/01IeXHoQ9dWxpqF33rS6H68fiaCLNqkvDZh9ElfqTKlkI6qOZljdTy7aDSk0+WIYWrjo8b7yOSGsyS2KAFWF9s0AXBdP4wdizULYSRCxbPISDulJROOPaqHD+EN8bHomJ/i/Flc+hruq7mAFaZUABVDFj1fncTZr7SBS521iBAp7WVFaysQT8zQKsVbJgbYP4HUHiGgq7kD/NXoSxDqQIoLFXgbmoONmzfB+szmocvPh+ubMCq38DasEnLQ9SDZAz0FR8K4Idp4fD+Vme7EXkACvFE8Jdsp9RJk3xwF6bs8sQ3m9mJUut+HHhlWobCKm0BXb/S/b7t8HXMGdsNMan8DLuA3k0peBASEoKQc7GICr+Ild/OoovH4ZNmYODQsbz2KShSoI6XI+R55ZmwfBmCv2Hi0E1ZslKUvYXkBy15m8qZ982vanl8vxkq7Oe/y4cimDmBCVlQz8sRm/ZdxUT/DmoR+mwZunM1/MbOKVeU1N9VAsylV15uFnaEnMGW7yardSOMVbLFVSYjB7T4UpCIbMkPDg6CzGcKPMoKMP+9buXqYkgnkliovUiadb+dRsAQX9SpzYSXWPz9dhRmlaBpXWfMmTlG0C+k2sWYvuHXtpqgHnwJQm9mqH/WZwtzyNZna1Nli/H3oAM5zJb4QjnkqfFAIQNCBX3zpiSb6dqHyiUX2WIfTwBNIluaXD79BYHVi5Hw6+GNkO0hmPL+FHh4eCAhIYGOfXAEjbnp6+eHoGWBlHVHdCL9xLdHAAKDghC8nhsKgJlfyRbIuLoDsXYYC1ARQDPFE413PeDM5yStZmvisXdJSB5NfrINVjPHM+lajOkiQoZOM5CF/34Z1r7bGJd++QVnu5DFqBw7vwhHgy91t4eR308AM/Rvcdans/cYT2zgbG9eOyxTUz92yzNjD7H11q7Ht7+eLudfn76tn2kstd8H7UyErywevr7ekMlIXFU5jaNKxknCWCVsywB/GfwKQyCXMbFWSQxWeY8pCHo/BMEHyo/9poyXq5d9Ct+uvWidI6+cx5zF3+LCyQPYvnUDfgzeL6qviRmPiaAdW9dh7YolVObkGQsxddYivfLFjBGqzAVFpdj09wkkJ2Ri2dLX1DK3rF1OP5NyIi6fw87f19PvY998Hx27acIFGdJfSIY+uXz6C/lKeWMYeo7Wvcf9bo575pBBasSR80jfmsLU9YK+/Oaow7PQX0w3k+ILKnmGfEJMmeXTSPdhri5x6CNyvWh4fclXPx1fqy21fjz2JXPap5l4i1dnKTY25Idi9aw6Pm68j4i1hSWdOAuQ56wdiA9gXwzoxWgk+KcWLsRoQZ73llxoymJBYjQT48vGjt2c8s2gqzQsjb/uZTVccLGqAastP96D2X2b4nzMI9x9lEmBUrCAqZIwUpXMP/Vv9HuZ+nfd+y3q1UDH5vWwbOdlKPbMNugllQ5YHVQHNmm5DLBKYqzmiDlEKA4/TGWB1To6TnmlMY6915gyUF7+KRPTCfiqTiPHzs/ZxVEdXRnk3g6c6j5Os+gT098saSq1BXT9Svf7nwcjMHNMV8Q+yuOtx1i/lhRYJQwtEm+QHNhBFo1+QwIwdfZncHHjj49GtgMTYDUzV9ifE2OicfrAVvR8eRyatukiyp5C8tcsm07lzF68QS2P7zdDhbVvIsPs7w9r8i/wx40HTFxFUrfgA+F4fZiG0i1kS1EVE5HIXHqtCf4Xe1ZpQFVV0YSVR5iqXFC1RbtpeFJSRgGzHxa/Uk5LQzqRxELtJc/Kx5p1p+FEMNXiHMDeDZnyPBRmpVFgd9k3M1C9uuFTlaXaxdS+IaKpeJMI2cJYuap8FSFfjL9n5xTjwo1kXLlyh7bZxzOHoXZNZnwY5Msf2uN45ONy1eXTPzUjD5t+OUNZop4ezhg5rDPatqgvWi6f/q3qsozVjvwxVkMvREIeGYrIO8zYR4DTUPKdAGqRkZTJ7Rfgh8BlQQhZH0x1I2xvCi57+yJ4gw6wSufsTohfJ8fEr5iwPZc27kLi8E6I/1Qzn1/a+AvOdmVBTq35+jjixmrmZ5Juaz3mO13U7oR6vueXUd6zSLolZHuYWm4cfvhco586x6MIzFoHfMrqrSvJkM5k+6jmmQT4Zgv7YlfnGUZsvXXLruvpVG6cTsks0NuNpPb7NdsfwVsmR3wh6F/v2t5063/IYRIKQA7vVBmC3g+FrIcfPOIDaWiArFQgcLscIZFTsClkhlnHSwKm7v5zI5U5+vX3KMj6+dw3MPqNGWrAVWgMETtG7PpjA9b98DkVN2rSu5i1kGGU8l1ixgghvcTeF6u/WHkkHZ/+Qr7CJ5/2xUtNEMzTV7h9lj6j7/Fk0+k+j3O/6zybaz3bc9MZkkHGGs14Ibrs1JN4mXdNoWcNItrg+vMbpafWeoYju8L0F1dR/b6gb71lqD3FlambyhgfZmQQXeLQh3e85ms/7vpSTP1UZfCsZUVVlc/fuXOkGB3EpCHKGLM+rjo+bryPiGooSyLRFmD8LH4Us1vYuLFQpzDy7PbpA/TnYEHMc5+XDj5kSEl9vix2/jE0h3HKNYOu0rA0/jqXVXfBxfNpkDnbVJ3Dq1otCMGcfk2x5extfFS6CDaluZraWdmAoa/aADZ2gDX5Zw/YOAA2jrCydQRsndjvDii1dcNnNzvi9QGdsGznJRTvrprA6vWYZLzc0URglU6EKqYLE+CeslrpQweHAUOAV7qo01lUUae+ygYTb8ougESPCJITZmbk4GZYHBS5ZWjRoybqNjZtu69kBf4DGXT9Svc7AQPnv9YT95M5fZBjl5Fdm1GWDgFK9l6JQdS1i1gy7w2a4oOFyzFwOD+TML9IQUMBiGGsTn6ZAVN/O3ZVdIsIyR/ZpxmVtfdsjFom329CBbZq5EYX7WsW+ON2guZk94Y1nPDz7svlgFU+W57atQb9x8yG1L+GdDOHXnnZGVix+l8EBQagg3cjwAHgA1UXf/gx1h8qpQfyNG3ohQ/efIlXNX06kcRC7fVXyBWk52RiZP/2yC8ohC1s4eTsgO+D/qaAVUefFpg3SzsGH58SUuxiTN/o1666kMvQ+6ej0vWmE7KFqWUIySeKSS1Dir8XFJUg9PQ93Lh/A4tmTaR20Fcen5349P95awRKrdIw+uUuqF/bS21bsXL59BcEVk+FIsDfFwF+TCiURo0a4bfffvt/9s4DPqoq++O/mUx6m9A7ARKalABSpEhERYoFG7pW3NW1rrC79rb+1bWvArqKursCdmxBpCjFUA09IE0gECAkISHJpE6f+X/ufTOTKW9m3kxmkiln1ixTbjn3e8998+5vzjuPR+8vXrSY3wmeCavzX11suZkVMGdWLubNX4z5LGJVVFi9Hj1XWITTLpaI0T/D7odSu+9qyyiveNgSveAgRHoSUdy1Ye+SQhnwtiEIs2dHYu1VlsvDrBG11ioehVV/bBbfFFtvqMm6FR+3+LKyiqvsOO1JVGW1fV33b39WgsLC/OaOLTct429Yblq2+PlcFOfl8sjlwnIlCo+ARzk//yqwZIX4OWlLjpf2FA7v24H357+EhR//gL07t+DrT4QfE2+8/V6MGO16U0gpx2Nr+/V1tViz/At8/cki3PXA45g+S1jPYg9fjhHO9cXs9jQWKcc4d3a6a1fMfm++4q4P4YcOdrNY4eHww4X1XBz2G1vPoijsz80vcj63d/xRpvmHkhqnAAz7dSq1b097Cn8FMUbEkzDrr51We5w3+2J7IpH9j1vPbtkHbn1BdL8VeGHVXx+WLqyK7y8dfJalwPHwg5rjj3tSeUv4nvPKGBC3MxD74/Dxcf99ROpcUTm3BBx8VLjxHv8hmj+kHgs9H8+cj0H83Aos+K4IYKkH3Pxg3mxzS4VVp3Xm8B3mSKaltvqmpYnPSlgKq4MfW46HJvfFxxsP4TEdu0yKCalyQM5EVSakKoAYQUyVxSRwQZX/xSYKoqpVWJUzsTUOj27viTsuG43Xv/kV6u9cL7uyRxeKEauKygYUWoTVSkkRq+F/kCo7VYUje86w0B4UH2F30i3EXU/OC/+BhdgInP3K+fWnK/fioRvG4lSleITP1aP6QZmphKpYhR92C3er5e91USIWSfjvys2iI2YbHxYBUuslFcDuLb9gwT8ewS33/w3TbrhVMj1v7TMb2cNqs9Vu5/ekdDiwZwqOnHEUnjumx+F/P+zCbXYRq95YSunLlzKBsKuishLvLlrDxVV2eatzpOqTf38UXbt1wXNvbOYC52P3XIwelkv1xWwVs4mV8zRfao0e/1j4LZ5/6FokJcU7NPvp15vw85qNSEyMxwfvSstVKJVLS9eGL3NlX9ab7/rbrrVeMNpvTX9vLfsHWiJWc91ErP7ySz7m3inkHrY+lnywBIu/XMxzTOfl5wn5NG+eg9zcWTztAYtsYZeKz180H0tEhNXeL1+PG7EXD6xQ4unue/BFt+uFvHp37QH/zBJ5JTy379m+DHvf02vnz0Q8au8GXPZ9BpbYnVAX8B9ahQ3wOJcqntp095kvNkptw/3q6JqRiDIPkarWmsFY92mV72D45FnA7/N5CgwWsTpvfjH++K/dHpezP8dL5wb/9/azyB42DpMunYmFrzyFEWOENAF7d2zFw0++LNq/r2vsrusuxsLFK5CaJqRpEXu05BghZrensbiz/60V9WDXNfzxqlS3drprV8x+b77S0mM11ScCwSZAPhxswuHffqB8pLFRhx37S3k6qGKVCh0UMbg490Kkpwq59ulBBIJNIBBamjEcI1YHP5aHhyZn4X/5B3DtqD7ookxjV/3DyG9OJeM3pWI5VPmNrCCzpQVg+msMy7gqYzevEm54laLQ4+XvtuGOy8fgja+3Qf39wx7nLRSF1djKBuw9fhZTR/RBJAqrqspSVJcctc1LrLIfjhUUAQmZKCxkd4fNR0LGEby+SLiTOz0CR8DZr5xff756H+6/fgxOV1pCb+y63rtrC557+HbkDMxEfmEhNu+pgfU9Jij8Yd6jmHG1+B3bm7QGdM1IQG2Twe1gKstL8bdbZvLPX/rwS/TOGiB54N7af/Lum3Hg0Ha8vPALDL1wHH7bVYCnHv4DMnsOwjtfrZLcj7uCHdPisPjHXbhlenOOVXcs1y9bgEtnz3Vpytf3pRjti13W9irOVeKdD1ZhzpxcsIyB1pyqTz3yOBdV2eMvLyzHmGE9cfuskVLMcCnjbr5qVA34esUOHDv8O9LTa/HM40/Y6m76tRAffbREyF8JIFGmwdtvPIfkJN9P0sS4+LM2Jg3O8Gv8mw/V2Oq5YxGItlknYu23tG1f/Mq5LzZ2Kf1bGUnl40u7YvYP6JaCD1b+DnfC6gaLsHrq3Ck+d+yYx9YGSwPAM2sqIYip7K7mLKqf5dW0HEaZsLrUSVh9wxJxemNXFb5+bj1+6dEXT/15BHrgJBw/E1LyvOcQNWpfhlnD2rArt3cDLl1Yg/u4IOv0mZjHlu3FA5bLw6wCLhNWn/61naUN10olK7/Fndv7cjG2h8PH7vpzttn+tZfx2Np3LufX8nOo5M+699arzNiE4/++gOfe5RGrxcDcp95BhyzxiFFv7Xn7frPWP3P8CN5763m88t6X/C22zlYVFPPnM8Zlwv64Y9+n1PZZnQWvPIkZs25B9qChHs325Rjh3NANlw3Dx98JP9Ledd0kfLNuP8Tes9ZzZ3/ZeeDzDbV8HV6U1YCLhrRHRlqCQ3fu2vXnO8LbPNLnRKCtCXg73rW1fdR/2xMIhI8wUXX7/lLMvcmyJ9IC+46cwuI1hbhy6ih0au/+x662J0AWRAqBQGhpho4p2L61AukJYZgK4L/5B3DD6L7omJ4miKhcTBX+WB5VvQnQGc38T280o6q6DnlrdrBbXGHs6CFI79QBPRPqsTT/N9x++Ri8uWwrNMs9Rz2GmrA6+bKuiItgYVVdcwZlxUX8Rjhs48kiHVkeOpUmE4UFSpuoets9N2LYqFF2a5ttqNahOcMlMOAG581mMA8FnjZ0zra534wKFrLyQq4i10gg+zG0/iZy2c+/4Z5rLkRJldYF5oRB4jktk1PSMPepV3DxpTPd3iW4UWPgqQDcCau3Ts8RnbzPVjPRwvvDW/tlpafw30WvYvWKL2yNTb/qD/jTfU+gazfvd032ZkG71Fh8tnoPZk9t3mx6YumtvUB97q9d585V4IX5n2POzbP4DXiefvRxdOvWHDL39Zr9GD6wK/pndvTLVHfz1aTWoqq6Fkajkf20hsxezZJNY5MaleerAKMR7FN2Q8OOHTsiOdn7HeadjRTj4u1kMljz6c13/QJsVykY7fvrV/6MpbXslyKsqoSUyvxhFU35TbTYG5ZLwvn7tt+lBHGVpc1wL6yycMINeKB0pEU8dTruc9FzF37nvfbDP/n3hsh3g325i/phmiX1DxdKRdtwnA0ulNpdrjzt4XvwKJhAK1we5iqgAs51bN/Jkmx2HIMg5Np9r0tqwx+Pcqzj77rX/74YTE1nEcnsXGbkzPsQw1JTAWCfTb4m1zFidbEK9/zDLoWAD6ZLXQNvvzAX3XoPwE13PsBbn//yExhpucnTnh1bMO8p8R+rpbZfdvYUWDqA/oOGebW+JceI6y4diiXfC8LqnddOwnfrf4PYe1YjnO1/+rV84QcONh3sB5ByduM8IS/yv1+Z42C7u3b9+Y7wCoUKEIE2JuDteNfG5lH3IUCgpT4iJqrWaoD0BGDjkVPIzy/EddeywA03D/7DsHBFJHsI5xU1dj84hwAkMiEsCARCWNV3TMGOrRVIS5CHT47VgZYcq//5ZT9mj8lG+7QUm6BqMAJaoxlag0VQNQn/skjVr5dvxFXTxkEeI8dXeZswfUYuuluE1VsvG4O3vtoMzYq/eZz8kBNWL++KuIrIi1g1GTSoP/4NjOrzyByYw3OOscsnC4uLkalU8ssp2f1Ays+Vw1VUZVMYeJHRt6OCN2FVyOfEN7H8SwGWDbBvvTiWDvyYvX1hfrvhEO6aOQKlNd5vMuXLyNjGh6UCqPMQsepLe85lg92+N9uUSQp8tW4frp8y2FbUHcufv3gbU//wV5cmfX3fm03scyl2Hf31eylNuS3T/6Jrfa7vPF8XDXB/SamUxn/9vVZKMVsZMS7+rI3xEu3e5sE+b77b0j68tc+g+NqHFL+ywnZum7GwvueJi7W+O/tb0q6Y/VKEVZYKoNbym5NVQC1kG4WCQrz9ePNnzHb7z59/9XknYdUnd/W5sPtoUp+bivgK/qx73eGPkZOb03xzKhUw59ViPLZEiGaWGRtxbulg7gPWiNW/PvMuOmZP8ounlDXMGn7gthl47b3PbT9w7tm+GV8teY/3ycTWkWPF+5favi/G+3KMYO3+551XePN3/+VJzP/n4xgxRrB1747NmPf0a6LveTtGlJ6vx7vvrONpa9opk3HDrLHIGdTba1/uvju9+YovfKgsEWgLAuTDbUE9vPpsiY+Ii6rCVQPsh63evdPx1/9bgj/eNUscitv9c+D3w+E1K2StPwSiVlgd8EgeHs7NwkcbCnHzuP5QpqRCbzRBZwD0JiFSlUWosudMVGViqyIG+OKbDZg5dQzW/rIH5ZW1+MMtM9Ejvh5L8vfj1svG4q2vNkH74989zkWoCau5l3fjEat7jpVg6sg+OF+v98eXQqKOWa+CqfY3oKkMqoazyBmXg/R0Ierx1Cl2x2QVcnNzsfjLPORkZnJxdfyYqZh+m1huzZN4fc5uZL5yA2Y75JpjrbHP1lqiWdvhPlsZoQ7GA2tK+mHpC0p8bn29rRoDbpyNO88uw1PbmLJwOTbwBNEqLHtuGRadFhCyMu/PrLFr3/qeffSms23s9QlcvHgUTru0xerZl7c8vzEDi74WfqHz3KfdWG02O4/T+dLMZndw9ivn1z9s/B23XDEM52oD63eNar0grKpZrGHgH57aH5ft/ZKTgmPNN6Lyx7rUxBjk/XIAV09uTl8QLJa+2CfFriNbv8WM66Tns7Xvf9V3n2HgBPEblnmy03m+xkqYI0/tbfdx/sS4ROPa8MWX7MtK8St/23auF4xjh5j9/bsm44NVv+OSEY4XtlvtWb/hF8y5+RowIZU97CNT8/ILMf8Jy2eWaFUhilWozYTVTz5cECgkou2UrPwGd3xtvUGO/fdgULsN+8b9Wfcy7xSP9wAAIABJREFUQyPKlgjXmxSrlMg/Avxt4SqkNf3M/YJFsbK/ebNUSEchz7H6/GLg5hdX+MUrGGvA3pBgtO/rMeKjhUL+13sefgq7t2/Glx//m7+++a4HMWrsJNH3rGNwZ/+Cj7bDID+P2TPGoWfX9rYhe+uLFfTnO8KvyaVKRKAVCXg73rWiKdRViBLw10eYqFqw76zD5f+1GkdR9f8+WI7CgkK8+IJrcImw/14H3O9un2+vAYjthcX278177mYtwHGP/OJHrleSPHuPh4jaEJ03MsuVQCC0NF2H5PCLWO3/9zw8fEkWPlq3F7PH9UdyUgoXTw1uRFUmsMbKgSWfr0FaajJyJ+Zgw+a9uOTySchMFITVW1jE6pcboVv5qEdfI2E1eEsxtfR7lnoOvTMz+R3GHR5aFfYVFiMvT8XvpswiV9mllOzfdxYuETHKXjwVPp429894bARQ8OGHWNKdCaBKYO96TPm+HZbyvG9CnZNcHLUeXC2vR57E/U/uRB/WRpe9uP/Jaty5+FKnS/OtAil735uw23zA5xvc7UzItT94u2vLMi6rSMrsXwC8zG1x7ZONddNoNm77LyDncbqfU29fmCu3HcdNU4agss59LlR/PKbBIqzWB0lYDXb73sacHC/Hiq2HMHN8lq2oO5arPn0DM257FL7+680Gsc+l2HVoy9ctElYHT7zRZ9Oc52t0VrLPbdhX2Hm80af6YlxobUhHKMWvPLU2JisZOyTOmS9rW2q7YvZLEVbZj4D+PoItrPprV7TXC9S6729YC3RRNkexlgNzFgO5A1XIP6LE/U9/jIyu/f3C7csa8KeDYLTf0mOEL+NoLfu9+Uqzza7nq8IP5uLplHwZq7SyYj/2O4sS7Md/53Neaa23bilXloCnH46kn6sHdBz83N16+bLVPk+2WHuXUiZwlkr34cD1SS2FFwF/fESqqMr2+Xlr8rFo/itITnJK41W2F/e/Dzztkred8XNcJ+J7YXvOzntuey3AcT46KxPw0BvNiQbffXQaztlyPbXm3Ln73mDBXdbjtUhglmjAWRDtFj3WuevP3+Obv/Uc7QiksJoaH0apALL/9j3mTsnGh2v34PoxWUhOSvcoqrLo1Ri5DCtXbsKMqWNhlsmxYs2vmHzpBGSnNHJh9Q+XjcHbn+dDt9rznaNDTVidPLUb4isbsOtoCaaxiNWGwEYOBnGpuTSdULMZsabjUHbJRHpnywmlVsWjeGpVViEVWPxlMRdXi4uLUVyuwmsL3kNSkrPQchKv37kbma86/5Ll/L79a6mfOZXb43SCxPt017/lgH+nNWKWve6Hl5dYTli9tiXVRrF+LOLySE+2OU6Ls185v/55ezGumzwQ1Q2BjSytb9LxHKv1GlNQXDDY7XszOiFWhjUFRzF1bKataLBYerPF/nMpdv22cZkvTbqUHTp5ts/1nedrZB/f86Tad7rnZJNPNohxobUhHaEUv5LemueSwVjbYvb372KJWB0pHrEaqPFQO6FFIGDr3tCIM/8dzQfHo1iLgfueWYyO3f0TU+0pBWMNBLv9SDxGePOVZqbSz8mCsxo8nVcGp8fgtyqVqbdzdbF9RAutZ4LQE0W4xOv+RKwfqeNqoY2W6tJ9ODD9USvhR8BXH1Gr9di2p8RrpKpVVJ37wJ9w4QiRPN1sHb0HPP2i2FWXznt7+z23dS8MwOueW3w+OqcL4ioXVVlC2DZ5SDkWeNI4WsFot8c6d31LGVPwjouB0NJ4xOqWCoSVsNrvb99h3pT++PCn3bhhXDbiE9JEL//naQF4SgBhEmoqq7Fl214oYhXIyRmMpHbtMSRdEFZvnjIGb32+AYafmu8qLTZ1oSmsNmLX0TOYNrJvwIXVFz/8xQXDs3++JGirMbbhADTndiBzYCbSlUqboMoOsCzvFbvpA7tjbl4++B2W735gLoaPsL9pldW0ExZh9UanVADO79u/lvqZXbkyFvGagaUvjkQPeGrLHpkb29gB3mtbUm1k/Ull4H46nf3K+XX+njO4anw2VE2BF1ZZKoCGIAqrwWzf2wKJU8iwflcRckf2tBUNFktvtth/Hqp2MaEg1OaL1oZ0z2pNvwqGr4jZT8Kq9PmPpJJtte59YRiMNWDffzDaj8RjhDdfaWbq7lzNeh5nl7rqVes5rVDHdrnqi0p8bn0tlrrq3r5sF4RlzzqlrrqyBq/b/dA/4MbR6PP1TtuNX3nkLC/DBEbWt8XWG9th0dfH+RCEMhmW4bDPBXuFtoos9ZpHK31fIWav0E/Jj19bUplkNQcmOCwSZ6bu2nIdz7S59+KxkWLn0M1j4+nAOFM/xlW2B/c/UYM7rQEVvAm7tjm7y3HJ9rUovtZii21/IMyzMBdO9exs8sRHOn+47C0jZa/py/HUrzn2t4MA1fNljlvapfTjnNDT+q0nMHfWcNuVqbW1rpf/N4uqd4uLqrY1Y78W7EciYT8uac/tnk7n9HicsybRbylEv+pL2eNby4xC8RPN4nLzMVvsmOb83cL0DeHhs1+JHuusg3Xft7fjm8PxcnwWpm077vSdZf0+8s3mQBzfdB2SLMKqLHxuXtV73rf466UD8OFPO3DthVlQxMgBM/8P1v8XXgvvWB8xMhnkcjl/aTKZYDKxm1wZ8cWWg7juktFY8Ok6mNc97dG9Q1FYTahsxM6jZzA9CMJqp/R4l5D3iiAfSBortkFdWYDMTHaXViFi1SqqqlTFXFxdnAfc/cwHyBwwyM18uT9R/fWDD3gqgEXsRHDPelzyfQY+cRFGrScsTieT9ieW7HnZelyysw9+YSdYrK0F1bjfuYxLjlf3wqr3tnwRVoUTyQ1jLWO1kfJ0Eu+I09mvnF9v2V+K7B4Z6N+jnV9fC+4qVddruZCm1Tuu4UB1Euz2vdl5tKQax0pqMHFYN1vRYLH0Zov956FqVyjOF60N6Z7Vmn4VDF8Rsz+7SzI+ZDlWKWJVuiNEQMm2Wve+oAvGGrDvPxjtR+IxwpuvNDMVNpir7SBPt4h7ns9X1+LEjdbzO6EN/nrUSdz3xE70ZW103YP7LCLeRQ5OxMqfxKQll+Iilx/hvZ1nrsXq8ZfbnfeCi5usfXt7mbh3+9ewnBM3d+7fvsLZXqvt7laGN7HafuzuxuPYBhvb5tFM6GTn1uuABxwDN3wZl8CmGtZ5Fkbh2B8vc3YU58yev4TLsMhB5BZ4u9pkz8qVjy92SvdhX45QLbOpZT21rLYv7FrWU8tqt6advvrIrt0nkJubyff2ygQgPSEd7Hay6fEAy6lqFVXnPeBJVBX48DWyvZ9lD2/PzH4tudkLsz27z/v3ls1LYGu7+95wJyq7HhPdHz/sv1taduwWP9Z5OnY1i+Xujrns/adg+Q4SOXbac/ZlLQRCS2PC6vYtFUiJCyNhtdtfvsHfLh2ATQdP4tDpcpjNgqrK/uViqvU5e59JrZZ/3Tl0326dMKhfT7zzyVooNj7n0e9DUlg934idv5/B9FGBj1hlMDqlCeIqC3mvqLPc4jiwRweX1s4VfoczxwuRm8tSAgiRqlZRdf6XKtzyp2cwfrqnS4pP4PU7diPzNeeIVcvJyx3Wk9h2uN9WxrmO/WtPzy1tTcjC9K3Vtj75wt8KDJgtImyK2sb6EGvLXd/WsTSP06XPsj247/Gd+J0TzsLLSy0n0W7ZOE6Fs1+J+VnBwYoge0NkNj/ugk4uAwsFlq1l1/laDTqkJ4TN5DpzobXh29S1ll/5ZpX00s72Z3dOxoerSViVTjAySrbVug+346U/sx1pxwgpviJwcne+KvWc1LkND+eMu1kAgBBpynKPCue/nvrx1LYvnzl6hOR9hai9NVj2zDK839N+Y+3scSJMfR67M0cR8dvpgjnJ47LN+1qs7jUan7xkuerN/tycnb//G3jmpT7Y9sw64EHnubLbM1iGz4XaUd75SLVTug/7s+L99ImWd9WiFqSya1EnAajcWnb66iPf/LgHOQNZGjQVlEolMpVKKLukY/5iO1H1Qe+iqhURF+6WWW/Ead1z1zhqAG73wt723AGYiKA1IeV7w5t+IHZM86Sf+KsJWY5VDsc6b327O76J2RcYmwOhpbFUANs3nwsvYbXj/V/hr5cPhtZogtZgQgxkkFkUT4u0ytRU9p/wx/7HRVfAZBFdTfxzIVWARm+EWQa8u3QNkre96HEJhJqwevHUbkgMsrDKgLADdGuJqtYJOF24CjvWrcGsaeyyfyFSVZqoGrSjWNQ17OsXZtQBogFHLQFaG1E79XzgJKxG5/zTuo/Oefdn1NJ9RcoG2RcR081mutRyhZaLiNf6wqqkfQUTQtkVZWKiozVabVk7S8CAF2HVbVtSxWvPG3f73n3bLwkiKL/kf5RzH+yzdcC1/bDheyawOouvnm0SBCd3fKTt66T7sD8rxLWOb+wC06c/rZCdzdR89ZEqVT2+/2YtkADkDMyxNKTi90zJy8vDPB9EVX/mLnLqSPne8CasigWgeT/W+ef/no511lnxZK9YGU/vOc60FJsDIaxqWY7VcBNWM+79kgurGqMZBqMZcpihN5sRK5fxaFWtyYQ4uYyLqkx4Zc9NMENnNEHB3zdDazRDIROEVpVGD5kZeG/paqTt+GdYCavs5lVMWN3+ewlmjOqDqjC+eZUY+BM7v8P6n/KQqVQhL7+YR6pO8BipGjmHzFAYibNfRaqfhQJrsiG8CNDaCK/5ImuJQCAI0LoPBMXoaEO6r5zAa5ZIxZucUkexq5AWd5+ND1jqqt3rkft9Bj61CGyOdezbcPO8dD1yd/VBPktdxdpiqateuxE3dXXu39NrT5/V4KtnlmHDODt7bX34MefMRlF7rW2x/oRITmduLArYgY/btli5tTgxW7CZiZG3FfQTYew0Nj+GI15FaJcJq4+PcvUDZs9nZ9vhRPeRgg84jMubTZ74SBuAdB+W1h6VijwC/viIRqPBmTMlyFv+A5Cg5GkBFs+f5xHOwZK6yIPXohG5+96Q8F3Av2fcHT/cfx+1yFxLf8KxTkrf7sqIvR8YmwOhcWjCUVhNu+cLLqyyCNTlu4vQqDPi9vH98d0u4fltF/XH97uL0KAz4LZx2cjbc5I/v3VsFn4oLEZVow53XJSNnw6cwbl6Da4Y2gsNOhM+WLIS6bteCS9h9YpuSKxssgirmahqMLTM70Ow9tHCX7D6my/Qvkt73PaQ5/kJQfPD2iThINPsV86vw3pwZDwRaAEBWhstgEdViUCYEqB1H6YT1wZmS/eVk3jtjp3IfG22iEDIPvvJkn+VXbpvLeNcx/61p+eWtmypq4T2fv1gEZ7kqatu4gKe42uVnX2e+gVQtgf3Pr5DSD/l1IfvU2A3doe27N+/Avn39hFpWsxOsbEL5TABWL2VXU7sgbH92JCFV5ZexvPK+vxwaIdxah6D8zxg9zqLAO5m3kVtksJHmtXSfVhae1Qq8giQj7TVnLr73nB3/Hc9zjscr23HNE/fRz6O1cOxTlLfbo+5rsc4l2Onj6ay4i3WOGSApj27edU5pCgQPjevSr3nczx06WDIzGZ88PMeGJsa8dC1F+P9n3bB2NSEh2ZNxPs/74FJ3YQHr5mIRWv38jIPzpqIRT/vRYNKhb/dkIsl+QdQXVWFW6aO44LsoiUrodz9algJqxdf0Q1J55uw/XAJZlyYiarGyBNW/VgbVCVABJz9ivwsQGCpmbAnQGsj7KeQBkAEfCZA695nZFFbIdp9pWTFMtxWkIVP/9l8V+modQY/B97WDKPdh/2ctqiqRj4SVdMd0YMNhMYRlsJqyt2f4/5LBqFea4TaYILMbILBBMTHCJf5s0v+4xQylnmV517tnBLHHaFOa0R6fAzPuapSG5Aaz7KzAqdrtTylwAdLfgxLYTX5fBMKDpdgJgmrEb3g22Jwzn5FftYWs0B9hiIBWhuhOCtkExEILoGgrXuvCfyDOy5qPfAECg6VYObo5oAH59eB77HtW2RC4K1fWW8k0w4PvCEWhdv2doa+BTX46qmv8N7ptmUYjT4c+r4RWhaSj4TWfJA1/hNo0Xc0u4wegDocI1aT/vQZ/pQ7CFWNelzZJwHqpiZ8dVyPOcPS+fNvT+hx2xDh+ZYKYHdRKRr1Rtw0Ogur9gupAG4dl411B4VUAJcN6c0jVj8MS2G1O5KrmlBw6Axmju5DEav+ryeqKULA2a/Iz8hNiIBAgNYGeQIRiD4CtO6jb879HTH5ir/kqF6oECAfDpWZCF07yEdCd27IMt8ItFjjkAHqdon85lXJ4ZQKIPGPn2HOxQNxvkGHi5QalFc3oqAhBbN6mfnzveoUTO8uPC+Pa4eV2w/BqG7CfVdPxH/WCakA5l6fi083CqkAbp56ERp0RnwUpsJqSrUa2w6expWj+6C6yeibF1FpIuCBgLNfkZ+RuxABgQCtDfIEIhB9BGjdR9+c+zti8hV/yVG9UCFAPhwqMxG6dpCPhO7ckGW+EQiExtHULkEQVmPM4ZNjNeGuT3H7xIE416DHWZUWcpkJcsgglwMKGSBnf5BBEQNkJMUhMyMeMpmMpwJQJsg55RqNEWlx7LkMJXVa6I2msBVWU1VqbD1wGleRsOrbCqLSXglwvxrTLNg7v/baABUgAhFKgNZGhE4sDYsIeCBA657cQyoB8hWppKhcqBIgHw7VmQkdu8hHQmcuyJKWEQiExtGQkYhdm8uRFE7CavycT3DLpEEor9Xi9gtS+CX/7+xT47GL2vPn/zmgxl/GCM/Xlppx6FQZTwVw/YVZ+Pk3IRXAH8ZlY8TRhwBDIzZkfoRqjQH/XbIiDHOsdkdajQZbDpzCiKweaNCYWuZVVJsI2BE4VlKKq8b0RY0lEpr8jNyDCAgEaG2QJxCB6CNA6z765tzfEZOv+EuO6oUKAfLhUJmJ0LWDfCR054Ys842Asy/7VlsoXZ+REH7CatydS3HTxEEoq9NhRmcdv+T/x8ok3D1Axp+vr07CrVnC85OyDGzYc5inArjnqon4eL2QCuDR2VMw+MCfUFNVisNjV6C0XhemwmoPpKvU2HLwFHIye/CUBvQgAoEicLy0DFdd2Bc1asGvyM8CRZbaCXcCtDbCfQbJfiLgOwFa974zi9Ya5CvROvORM27y4ciZy2CNhHwkWGSp3dYm4OzL/vRfpxSE1cRwiliNvWMpbpwwCKX1WhRX6SCDmacAiJHLwC7uZykBYgAoYuTokByD7I5JiJEBdVoTOiTFgN18VSYDhu29AapzJ3Bkys6wFVYnTesBpUqDTQdOIyezGxr1FLHqz0KgOuIEjp0txzWjM1GjFvyK/Iw8hQgIBGhtkCcQgegjQOs++ubc3xGTr/hLjuqFCgHy4VCZidC1g3wkdOeGLPONgLMv+1ZbKF2XHo/dm8uRIA+jHKuK25fgugmDUVqnxQPDU/kl/y9sb8Irl3Tgz1/f3YR/TBKef1dswpmycp4KYOaIfth06BRPBXDH+AEYuHkCVBXFOHrlaS7ShmMqACasZtRqsem3U8jp0x0NWhJW/VkI0VLns1XrRYd664xLRd9nv95cPboPVJYUE+Rn0eIp0TdOWhvRN+c0YiJA6558QCoB8hWppKhcpBCgPUCkzGTwxkE+Ejy21HLrEnD2ZX96r01jwmpZeAmrMbd9jOsnDkFJjRY39NTzS/4/O5uIvw+V8+fflCfhocFCKoB9hgzs+u0IjOpG3DJ9ApZtLOSpAO69NheDfuyFGlUNjt2gQi3PsfpD+OVYZcJqnRYb9zNhtSsadWZ//KB16xTtwzM/ltv67Dp+Ah4c3YhvFhSh0x3jcXHGOXyzoBwXzB2OQR4tY+WsdVpjCK3dX+DH9OnKDVg0b5ZLw1uO1Yl2xn+9GdMsrIaVnwUen58tMr8pRKFdbcHnU1rQXmv6vZ9mhlk1WhthNmE1J/DvpeUYyr8zrLbbH6Olfo+0xbjD/7ukLagFo8/IXfeW750BOXhpWmcLukD6XSDbCsbMBr7NyPWVwLNqUYsOe4RUTLXtC7yd90SfT7aIs4TKUbkHEN2jujtfdz7n8OajEqCHWZGo9BG/5sh1L5hz5RW4oZ9zY+7OY52Pb6F8jusXoDav5OzL/hikShWE1fhwiliV3/o/XDdhCE7V6nCiWscv85fLLGkAWEoA9lxmhiIGSIlXoFOKgr+nM5qQHCuHXAYYjCakJyh4GgGV1gi5GVjySXgKq+3qddi4rxhDe3dFkz7EhdWifXh2JXDrw8Mx0MFjz+GbhUXodLv9JtmbS/tTx1ubnj5v7f5aYqt43c9WCcLq5qPiQqpzraLSclw9pg9qtYJfhY2fBR5dC1oMtN8Eur0WDC2CqtLaCK/JPL9zG/Krk1HRrh8esP1IES5rI1zsDC+f8MfayF33go9VdACGTLeeVwXS7wLZlj8z1/p1ItdXWp+l2x5rTuC9T8oxxGUvIMXfpJQJobGGgSlRtwdwu0d1N1n2Phed/hd1PuL3upXqH+7KSa3vt4FRX9HZl/0BUpMah92bwkxYxXVvY/jI0YiPlUFvEIbNcqby/KpMVJVbn1vyrVpzr3LRVSgriLFCOZaWtLFJi+VfLEP6b+955Mjys/paQMazugbwIQM0WgMueSIfF0/rgXaNemzcW4yhmV3QZAhlYbUBmz7dD8wYj4vbOfM4h2/mW37payfyfHwy1m4TolyHs194stgzSznRz6yfF2Ifr5WKy9mv3rxfZsdWrD0v2MCiBx8Yw36NFNrDAGBfVRfMva0vOvD3LG0M6ILhvzcKUbUu9gdwfoPY1Gc/WoTV43Vw99y++6KSc7h6bB/UWiKhw8PPggjQr6bt/VnM78V81NW3BT9tbPZHB9/1yzCqZEeA1kY4uQM7hheh021dcODTRuTyY7XddwI/Rjuvu+Zjedfx2ei0rdxyLHe31py+E36v598VU6q24rPfAQzIwYvT7SIBbd8T1vdpDYeDR0Xuurf435VdcKAAmG07nxE7zxJfO/xcyK3f+3D+ZVsrYudY4eAlgo2R6yshNAfVJ/De0npMmWcffGF3Hs7Pe3Iw5GghKsZZ9gLH9+HZglTMvS0Z+bZ9hNMewO54fX7HNizYVg+gC2516CeEOISIKdG1B/C0R3XnT+72rkC0+Fl0+UhLFqbEvaCD1mCt0w8VS617RatuwfaDTt/ndnpIs7bh6LuO578tGU/k1XX2ZX9GWJMcKwirsjDKsYoLroKp7ySY41JhNhlhMppgNhptfyb23MRemwD+3CT8mc0A+xN5yHR1SKjcg/jyAo8cvUqkIgWCKayyHKsdGg3YsPckcjK7hvbNq9gv0auA2bdaN8H2qN1dTiGEzu9jJ0Xscjb2a+KPwK1z2UmXp8+AI2t+wob2E4RoJlaPnXi59C2E0g+xa6+CCViWCCiXNn5sFARa26Wn/iy7tqvzmSUVwGbLpf/stfXBI1mdUgIcO3sO13JhVSgVFn7Wdnjd9GzxU7tP+Y8D/Tz5qDe/j77LjYI9rbQ2gk04gO2z75LtyXhgWmd+nD+Qbb2cyv1lefbHchbtumAbLMdyb2utEPw7IasC7y09hk5s7bazbP7594awjgUbGrDpM8uPhzyljafvLlrDAfQIv5uK3HXfvBY6bbf6p6fLVp0/8+b33s+/3K0J+3MsvyeuDSpGrq+0AUwPXQrH53ohiMJ2mazjZbC8TFU/vi9gz5dhGB5wSCnm6bhsPecPrXGHojVRtQfwuEf15E/2aewcU9oJe8vIfkSVj7RoKp33gl0sWobIXtCmNfj2nS2ulTi273j+26IBRVxlZ1/2Z4DVyYowFFZ9GalXJdSXxuA99rS1hdXpPdDRIqwO79U5tCNWWU68VcBNPgur9htQXw4y7uoBKNpvl+c1xU0OJ7F8JuG9Gf505S88FcCWY7Xc8dlre2HV+r71vWOlFZg1tg/q9BZhdc9JhLyf+bakW6G0u7xfnvzLl89aYQhR0AWtjfCZ5MNrfsbB7KnCppsdy491tuSR9PQDXUu/Rzy1vc8hh3LOlcw2WsPh4FEhs+4DfrGR0yWqnzci95Zk5NtSLjlfVujuklYp77OZdi7ntCZmWtaEzymfQseLPl1lOX86ajl/WuV0/mR533b+VGY5f7L7YXp4zxA/Tw8Z3Myf9qGwQxbm3WK5eszed9h+YjVw0y2dcejzfQBPdyHFBxux6fOt+Ln9cLx0hfWKg5AZdMgZciyafNjmU26Cf5g/2s1Qjssxzd7/osfPospHWrRCpV7i7+93rn06RU8pKiilgLtpdPZlf6a7KkkQVuNkJshmTcr2eGrHLqEP9iMY0Z2BtNkrgjYQVjs1GbF+zwkM7dUZ6pBOBeApsXwwN8SWk37rja6q9+PZghRL9KpUodapjTCNWLVfC5/ZiarsfSFiVdgwWB/HSytw7di+NmE1PPwskCs+EG2RsBoIiq3ZBq2N1qTta19sPe2zpHix1mW//A+zXMXgLnokmMKq2A9uJKz6OrNtXT6y1r1rhN8ydGlOgcEjqqWsiUCcm1ln1tM5YFvPvm/9R5av+Db21ivdiE2fbUXFOLEfqthn+4BxllQXPGDD0/m8o9VC1FaK5Xuj9UYUbj1F1x5A6h7VfhY9+1w0+Fl0+UhLVnBL94JSv7Od9YrICxJrySx4quvsy/70cz4xhoRVX8CFprBqwvo9RVxYbbJEFvoyptYsy75kFh7rgof5L9COX07fLixCR56w/hwcnxfi3EXC5fmO9Vk5d58Bh3/6Cb+0a04F8Nz2VKHfon147ngXvMB+rWbPVzbiMpd+mW0N/JftA9l2bdjKtia14PV1cf80h8Y3Od3UqqiMpQJgwqrg+eHiZ8Ej5k/L9v7sWN+tj8K5jvOasK4Vf+yhOlII0NqQQqkNytgfvy3ds3V0KOsKXN/P3TrxdCyXutYktm1DIrXdNmBIXbolEDnrXtz/ztluZiWsicqxbN2wyG9350Lu/N7T+ZfTenO7JsLbESPHV0J1Hux91PVIbtvAAAAgAElEQVQ8iu0HNlYn45ztBob2Zdz5oHWs7PP9lkjXUB1/29sVbXsA93tUKcc0sXP9yPezaPMR/1elu72g1PNTX84pPRwLHb7r/R9NJNZ09mV/xliZKMceFrEKiliVxC8UhdXOajMXvIb07Ah1iAurDDL/Be/XBhvvrlw0beB3sO1kETidnws3UWB1UnC57W6hQji7+GeseeFSIuHmVc71LO/zJNENIv1azON3KD2OMvbSoawkdwn7QkXllZg1ti/q7YTVcPGz0IHv6bILTz7q7rIO4MhPP/Mb6AhrJzl0hhpFltDaaJvJZr5/IMuSBsBqQtF+PHu8M168Am6+RwC4PZa39JJop7bZDVEetkTPOlz27NgPreG28Z+W9ho+617ke4etk5UNzedQ/LVwU1DH8xsplyJ6Of+yX29u10RLZyO064ePr4QQRwe/YX45HC9aLtl3OWY6+7NDOgpPx2Xr+X9z2yFEIKRMiUYfFt+jJjueQ4ge01xTUfD9p50Ph9TkBsiYaPQR/9DZ7/eEFmx7OInnp47HQHe6iVX/sNtDRrmWIXW+nH1Zaj37chUJMuzZXI5Ys5FSAUgBGHLC6rQe6KI1Y93uIlzQoyPUBimjCKcy7qP9wmkU4WrrifJKHrFabxA8P3L9LFxniOxuKwK0NtqKfMv7dR+V0vK2qYXIJkDrPrLnN5CjI18JJE3Xtug4Hly+rHXy4eAzDvceyEfCawbpuOl+vpx92Z+ZrYiXYefGMsTLDCSsSgEYasLq+Gk90F1nxtqdRRjSK0KF1QVF6HgHSxEgZYaoTCAJFJVW4rqLmoXVyPWzQFKjtqKBAK2N8JplfjK5zXqlRAouo++U8JrAELGW1n2ITEQYmEG+EqxJEnKvrjtPx/FgEba2Sz4cbMLh3z75SOjPIZ3/SpsjZ1+WVsuxVEWcDFvXlyI9jlIBSOIXasLqmCt6IFNnxpHTFThTUY++XR0zl0oaFBUiAiIEDp2sRHavNFzYryMaLBGrR06Rn5GzEAFaG+QDRCD6CNC6j74593fE5Cv+kqN6oUKAfDhUZiJ07SAfCd25Ict8IyDmy761IJQui5Nh08rT6JiuoIhVKQBDSVjNfWIDxlzRC1kawCQHDnNxtU7KMKgMEfBKoGcnJqp2gN4kg9bU7PmCuEp+5hUgFYhYArQ2InZqaWBEwC0BWvfkHFIJkK9IJUXlQpUA+XCozkzo2EU+EjpzQZa0jIA7X/apVTNwKg7YufoEMtISSFiVAi+UhNWpT/yEnEsykWoE2kOOWLlgXVKsScpQqAwR8ErAYJJBZxT3evIzr/ioQAQToLURwZNLQyMCbgjQuifXkEqAfEUqKSoXqgTIh0N1ZkLHLvKR0JkLsqRlBDz5spSWz5iMaDAYcfjX00hJSSZhVQq0UBJWr3nuJ8gUQJ8R3aBISoDZIqxKGQeVIQJEgAgQASJABIgAESACRIAIEAEiQASIABEgAkTAPwK6ynoc2XUaiQmJiE9MImFVCsZQElav+79foFE38j+9TgOTiSJVpcwhlSECRIAIEAEiQASIQKgQMJvNoWIK2UEEiAARIAJEgAgQASLgA4Gk5FQkJCYjPjEZCkUsCatS2IWSsHrjy1tgNBhg0GthNBphJmFVyhRSGSJABIgAESACRIAIhAwBElZDZirIECJABIgAESACRIAI+EQgLj4Bitg4xCgUkMnkJKxKoRdKwupNr/4KmM0wmYxgJ+UU7yBlBqkMESACRIAIEAEiQARCiABFrIbQZJApRIAIEAEiQASIABGQTkAeEwO5TA7IZJCxv1mTsj1qczKvqqL0zt2VlCHAnbR2cyL9BWNMGq0BlzyyCrX1DS2HTi0QASJABIgAESACRIAIEAEiQASIABEgAkSACBABIuATgfTUFHTu2I7XIWFVAjqvOm0rCqsj712GKydmo11yrATLqQgRIAJEgAgQASJABIgAESACRIAIEAEiQASIABEgAoEisPSnQ7CKqySsSqAaSsLqc5/s5aLqobNNEiyP7CLahtqIGGBCXIxf4zDHpfhVjyoRASJABIgAESACRIAIEAEiQASIABEgAkSACPhPYNeBYky5sB9FrEpBGErC6vzvDpCoapk0JqxOHtFTyhRGXJntB0tBwmrETSsNiAgQASJABIgAESACRIAIEAEiQASIABEIAwJMWL1pykASVqXMFQmrUii1fhkSVilitfW9jnokAkSACBABIkAEiAARIAJEgAgQASJABKKdQEQJq4OGjUJDoxqNTbXQNNahqb4+oPMbSsLq2yxitYTSALAJ1jVGd8SqKZaE1YAudGqMCBABIkAEiAARIAJEgAgQASJABIgAESACEgjsPhghEasde3TDrDkPY9+Rw+jVtTfOnD6OlKRYNNbWQduog1mmQ21VOeprqlB7/jz0Wp0EPI5FQl1YNZ+35OjUWOzWACr2XKMS/mUP+/csry+5zfNl9OYGMYFaZWsrPiUFScoMn3l6q1Bfdx7H9//K+4FSiS4dO6Fr7wEu1UhYlSas1mtkaKiTIUkByBOAmBgzEmPNkMm9zYTvn8thQlKMETEwAmYjGo0KGBCLoHRmZ97x0iZkdUvy3WCqQQSIABEgAkSACBABIkAEiAARIAJEgAgQAR8JRIyw2ueSazHt4qnYffQQOqRloOjkKWT364czZ0+iT8+eOH78GLIy+6KmpgapaYlQNzSgru48TIZGNNXXwqDX4vThI9A2uY8CDT1htdFhus0lCiiV6SgsBObOde8JtVpgzpyNUELFC137yESPbmNuaMA1k3uLllny1UbMX7wYjz/yDJKUSh/dz3Px77/5FEOGXYTs/v2g1+lxYMdP6NH/QmzZtA7X3nCbrbKusS6qc6yaYpO9cj9WEoOG8lrUM+1dAygUMiQnm5GeAPTsnYIY/+6bJdqvHGYkGGuh0ephMJh4mdg4BYwGI2QJaTArErza62+B46Vq3DS+PXYXUzS3vwypHhEgAkSACBABIkAEiAARIAJEgAgQASIgjcDug6fCP8eqLDUDj739CWKbNDhVWY26ujqYZTIYTCY01ddBLpehsbEOyvR0VFdXoXOnLqiqrEDHDu1Rp6qByWSCXF+Hwj0b0FR2FjqtUZRe2AirBbWY+3i66BiYqApNLWbNKYSqeDEyB87CXV6F1RJcM3m4aHsLvtqInEwl5j0/3ydx1dxwBijf6Npm+kDIOl4o2lfl2XL8uHod/+yuu0lYZRzYzavEhNXv1x3AZeOykJqSgM27KnBepUOjQYbKkhoAKqhNMUjvNBQT+wMxhnoMGdZV2hFDQqlEI/uhwoCyc1Wob1BDESOHIk6B9spUxMYogCQlZLEJiIEJJUVH0LXfYAmtSitCwqo0TlSKCBABIkAEiAARIAJEgAgQASJABIgAEWg5gYgQVvvPvB2vPPYMDAAMBgPUGi2adDrUa/SoqKlBdVU1qmpUqKqrh9xsQn1jE9JSU2AwmpAYK+eRdQpjE1KVHXFozTsoOV4EE+Jd6IaSsPrWtyzHqmPEqqpIgcwu6cjPP4V//MM1wtQqqrK0ALPuy8esgTkoPJKPOU9f6dmTqkpwzRVuhNUly7H4yzxb/edffFOaVxZ9ipyBSigzhSjXdBY9qwGWr1EBXbOBdmNd2ln8309t7835U7Owqm8SiVgtWoAZIx7BLluNu/FF3fu4VJp1AS61Bn9P+yey927Gff0C2zQTVo0Kx4hVo8mMFasPonOv9kiOT0R1ZQOKVYBKJTBOb2eCSaZF/dlzUGbmYnR2PS7oHzhhNclUi8rKapSWVyEtPRVGkxw6TRP/AaNntw6ATAZ5ohIyXSPKyivQo/8QmOF1dUkCV1QmRKzuOulbxOo9j3/s0v5Hr90lqU8qRASIABEgAkSACBABIkAEiAARIAJEgAhEJ4E9h8I8YlXWvive/V8ekuOToIWZR6fKIQfkMhjMgAky6MyAWq9HrVqHmiY1qurq0KjWoFqlQkNDA6rLypDerj06deuDYx//FZUn90Mvc80Z6lX6ESkgC5BgZHNPGaDRGsCE1YNOwmrtQQUyM9ORt+YU3n7FUVi1F1WZvjZnXj5yB2aiuLgQd3oRVmurSnCns7CqrcXGwkIUHinmgh2TR/PyCzH3aWnCquzgp8idxWopbaIqH6OqEEsKMnleWP5gOWH5vyr0vvQZ0VVqcBZWf74fnW5AGwqpzmYGV1g1OAmrrPfl60uABCWUCUqcrTej8qAQHTx2Yh+MG94dDU0avPvffKT3GorRvTJw4YjA5SWVq6txvvI8KqrqkT10GGIUsag9X4GqsrPQG/To2b0Tj2I1GU2obWhC576Bi1g9YRFWd/oorPaSn3LxrdMm8fQX0flVQaMmAkSACBABIkAEiAARIAJEgAgQASJABJwJ7A1nYdUsA0bf/igevv1OlNfWIS4uHmYzoDMYoTeZYDKbwTI86k1mGExm6Ewm1BuMUBvNlj8T1AYj6vUGyE1G9GlQYevHj6Hy1CHoZO1cvCW0hNXfcPCMY1Re7Z4GZA7sjby8fXj77eYIU2dRVaVRWYTVHKjKC3HnU54jVmtLS3DnNXYRq9paLM8vhDIByByYwznlF+QjPz8fM254FLFxrtG+zjBlhz5F7jQlz/HJb07FHqpiAOzP9bEgT4neU9wIq2r7iNXjWHTpXcCHnqJDmdB5FT5h3cxZgYqF0wBYxM9XhuC5J//DDbjwlcNY9WCWxRj3dTAH+OTgDShYPxM/XzoIz+0UqjTX909YfeiNVS4g3n10hsN7LGLVEOOaY3XJqhIuWiuV7A8oK1yHcZNzkNm9OQ/ugv8dQFxqBkYPycCFg8SF1S9WbHWx4Q9XTfB4JJVrBGFV1aBD30FDbGXVjfWoLDuLXp3TYDAYodHqUFffhG7ZQ922l1BlgWlXQtN+tNvyJ8qFiNWdJ3yLWKWvBiJABIgAESACRIAIEAEiQASIABEgAkSACPhKYO/hMI5YTeo/EgsXfoyKmvNoMiigiI9DvEKBOIUcJi6kmqE1GNCo06NJZ4TGYIDOaESDzoAmvRFaowlakwm1egNyOmWgW30NPl34MFQlh6FD6AurB5yE1dPbGpCT0xuLv9yHj98XhFAxUZUJmbPmsVQAmVxYveOF5svqxRyorvQA7rxmsu2jjds3cjF08mThPdYHSy+Ql7ccTQ2NGDjmCq9+WHfoU8xiwqql5MYCIUKVtcMflojV5tfC28JrFXrZiaxGe2GVpQD4M/Du+rno68aK9Q/HYtWVevxrqr0IaxFOrUKrU9SrpzqHHQRYa6esveWYwdMP+Cessnjrh95YYxvFu48yAVjuMComrOpFhNWl35WgWKNEplKJzC6MmwpThqciJdlsq7+QCasdMnHRQDmG9xcXVicOTHWxYcuRes/z23QeDXX1KKuoRvawUbaychiRZKxDbV0DF1UbGjU8PUBXD8Lq5H4y7Nixw9bGmDFjsLGoeQzOhpy0CKs7fBRW733CNRXAB69SKgCvC5kKEAEiQASIABEgAkSACBABIkAEiAARiGIChWErrCpiMW3eK5g5fjwqa1WISUqF1iyHzmi5C7lMxqNXmXhqhAl6k/Bco2cCqxH1Oh0adQb+nIk8UzM7o+lsKZb/9xGoig9BK+/g4hYhFbH6zW/47bRjjtUz+Y1cWGUSZd6X+6Cy5C1lYmTzcxUXJ7moyt5XFeIvz9/qcQnUFx/EnTc1C6sLlizBrGmz0LtzukW4FQTPwiOn8NM383HZbU97XVL1hf8WhNUEJU4VF6OwWIlrxlku/xerbRFa9xUWY9WJizBgyh9tpUzaekwe0VN47SSsnvj3JIx7sgDAOLzAc5zaRZ5aWrj9GyayOouf9q+l1gHABVkh4tWxT39zrAriqpioynpgwqpO5iqKvvPlWcEEDZtvIbcqNMV49glhrlV1GnzyXRGUXTIxZoARA/qkuZ2zSYPTbDZsPlTndW519VXQN9Wi4rwKvQawVAAKXqfy1GEYDcKN4XR6A1+f7NF7kBD17O6Rmy3n4ioTVfOPCevb3aO4QsMjVrcfd1wb3ozOjD2NaY9usBVb88YUFOt7eatGnxMBIkAEiAARIAJEgAgQASJABIgAESACUUxg3++ncdOUgZDNmpTtPgwM/H4zQX/4ko+044VTcP/Dz+Js+Rl+g56MDl1gio1Fo1YPtcHADY6NkSNGJofWaECT1gC1nv3phUhWoxFqgwkNOj3kegP+OGoAduzcg/WfPI3aM4egkXVyGa9XBK2ZY1VEWP1tjSCssgfLo6pS1QoRnhZhzSqwsX+t76s0xV6F1TPFBzHXXlj9YAlmzZoFpTJdyIHKBdpanm917cqFuO5Pr3n1FZuwyvKBFoBfrj45k6UBsBNXLdGprI9alQqqchXe2dYNw65+ESkdmkUvB2FVNDrUWSQVEzm9CasS6jBR9bWBKODRslL69IrJUoCJiY6Rqtaa7oRVl5bZ6rbzz+Mnz2H1vhSwe4ddleuaSsC5PhNXpYiqvJ7ZhNrSIn4Tufj0Tsjo0LyWZDD7daMqJq56E1VZ1/4Kq6yuVVwlUVWqX1I5IkAEiAARIAJEgAgQASJABIgAESAC0U0gPIXVpFRMe+Af6NqlK+rr66BQxKJbZhYSYuN4LtV6dpmxlgmoRq4lxciZKCXjYqrWZBaiVA1GHt1a36TG2E7pyOneCes2bsWu716E6vQRqENdWP36N+x3ilg9sPwscnKG24TO/ILnHb07AfxmRipVriWSkYmuhXjolQc9roKS37di7p3X2MosX76c3xgpZ9xkLqwWWwTc/C/nI0PZAz16ZyA982KPbTZsZxGrggBsi1ZlLxIs0ZWstkaFWlu0pQrz16gg63wNLpjmmGvVrLOLWAXAo1S/YzlPrekA7EVOdvn/IPxwnX3+VNaZJ2FVYh0mrP54jZCzlUeuHrCLkvU3YtXzAYoJq1r4fuOpL344DmP6IAztfBbDB7r+iNDSw2JDdTk0DTVQa43omd2cZ7Wl7Xqrf6pSiFgtOOZbxKq13T5xp3FSR5Gq3jjT50SACBABIkAEiAARIAJEgAgQASJABIgAsP9oGEastp94NaZecxNU5ythNpogT0hEx+59ER8fiwRFDL/EuMlgQL3OwC//ZzeygskMM8u7ajRAy29uZeb5VfVqNWYP6Yf0eAV+XLsRR1a/gaozh6E2h3bE6r++dk0FsIUJqwOH2yJVCwufR96X85GTm4vFi/KABGD+ovkoLrRces0vry/2WVg9deoU8vLy+GXk7I+LowV5KC4uxJxxSi66VqVP8iiucmE1F8g/IuQAHd6l2JZX1RphK4iqgtBaXFyM+flKTHzweyg79HBYu87CKvuwOQWAUNThRlQsXcCIR7CLf3I3vhDNg+oktEquY70p1t24ffEBZNvSD4SGsNqkBU6VNmL3USViG0/hpuu6Be04eO7kIR69mpDWHinp7RAT6/2mZi01pqXCakv7p/pEgAgQASJABIgAESACRIAIEAEiQASIQPQQCDthVZbRGRPmPAoZy5yqN8JsMiAxLQM9+w2G3mzi4mmsjN32B1DrjfzGVSxS1cC0VUtKAwPM0JuB6roGjO+kRHbHdjCoG7H5110oWjsf588cgNrc2cULQikVwL++3o/9pxyj8rYuK+XCKosgZYJk4ZH5KC4vRO64WZh33xyLsLoY+flKsHvDM1lVqSnGg2894NHjzx7d1hyxqgVqNbUoLi9Gfn4+Cgstl++rVMjposKsHKD3wEwsKVBC3vd6JHYYINr22U3vIXccUFxuya2qahZWuaDK1FqeZkAFlUqFvCNKHFJdjBsfftO1PX1Dc47V6Fm7fKQsYlVjTpQ86nPnjVh3KBGq8mJcNkqOAf26SK7ra0Gj0YCqkuOAyYjUDt2QmJrhaxM+lz99XssjVn892uBzXapABIgAESACRIAIEAEiQASIABEgAkSACBABXwj8duxM+ORYNcuArpffgu7ZQ6BurIdCHgOTyYC0Dp3RtXd/FpTKxVO5TAZFjJy/ZhGrTXqWd9UIvcEIo9EIk9kMvdGEGIMBM7J7oF1aKurOV2DT9l04/csiVBYXogmuglPIC6tLS5HJbkqlUmFxQSFQPh/zXxXSAbAUADxi9dXnUayaJfiIBlCiEA++9ZRHn7EKqwuWLHdbjgl1qoLFmJMDKLso+d/za4AJd3woWufsppeR2SUTmcpioHi+rQzPsKpRCjlgmfhreV54BMi6+nUMyMl1bY+EVclr/kylHGVVKgzrk4SEeOGmUsF+qOureTqOuGQm5wf3QcJqcPlS60SACBABIkAEiAARIAJEgAgQASJABIhAM4GwElZjumeh59SboWuqg0IWAzmLTDXo0alnFnr07c/zqxqZaMoEVLMJMnbDHjNgMJl41KrGKHzOIlYbNDpM7KxETtf2qNcbUVV6FgcOHUHR2ndQV3oYjWEorFadVqMg/yQXVvkl9NYHi/q0e87vEM8fwvtPSxBWF3+Z53XdKKFCZkIx5gxUYnGhCqNu/ge69J8gWo8Jq8Id6y13rmdBqjw6lQWrWu5kb32PC8DAG6uOittAwqrXuYmWAiSsRstM0ziJABEgAkSACBABIkAEiAARIAJEgAi0PYHwEVZj46CcchPMLOpNp0FMTAy/MZXRoEWvASPQpXtvfrMqs9kMs5klCgAXUZmwajabYDCDR6nqDQYeyaow6DCtT3coYhXokJaEE0eP4rffj+Fg3qtQq4qhkXV3mZ1Qilh9UyQVQNu7E1B1dCu+mv9XXHX/6+g5VCS6NAhGyqJcWFX7kAogCPhDrsnx/VOwjVIBhNy8kEFEgAgQASJABIgAESACRIAIEAEiQAQijcCBcEkFoMi8AMbBE2FsqkOsIgZyuVyISAUwdMylSElPF3KsmoWoVKPJBJPRxP+VQcYv/2d/gAwqrRbjOysxuU93VDZpkZ6gQOG+31BcUoLdXzwPY2MZNDEhLqwuc82xGmnOKXU8MkN051hVm6TnWJXKlMoRASJABIgAESACRIAIEAEiQASIABEgAkSACHgmcOB4GORYlSWmQD/2GtRotSxNKI9WlQt5ABCXkIRRk6ZBLo+xRKuyiFWA5WNlUatMTGXRqixMVQYzz8Eao9dhRt/uiIuNgcZgQpeUeOzdux9lFWUoWPoMFKZaNMm6upALqYhVElZt80PCKgmrdKAnAkSACBABIkAEiAARIAJEgAgQASJABIhAaxMIfWGVqZkDx+NEag/EahuhiFFAFiNHjBww63RI69IDo0dfzPOommUymJh4yjMACHeykvEoVTNkMhnMckCrM2J4+1Rc2q8nGvUGHt0aZ9Ri6869qKwswa5Pn0W8woQmdAppYfWJj7aiVCVvbX8Jyf6YsBoJj4S4GL+GQRGrfmGjSkSACBABIkAEiAARIAJEgAgQASJABIgAEfCbABNV01NTMG10D8hmTcq2XFgv3p7Ma7im33bYKrJL9p0fsvQOKB8+HdWqWsTBIHwskyNGxoRVDTpnDcWQC4ZDZ2DxqexCf4DZytpiUassEQAfGBdYgUSYcF3/3kiIi0WdRssF13i9GnsPHEFFyWEczHsZCYmxqNN1sLTWbJFXBCIFxMbUIlIyQKM14JJHVqG2PjIExRbxoMpEgAgQASJABIgAESACRIAIEAEiQASIABEgAkSglQlYRdXKOn3oCqumCdfhTFovyBrOw8wiTNnNp4x6mIwGGI1GDB4xAV07dYbOxMJTLSIqE12ZLGoGWAyggsus4GWGdkjHtOxe0BgM0BiMSIlXoKaiHLsOF+Hc79txcv1CJKakoUadzuJcHaYklITVm18rQI92seiYFtvKbkPdEQEiQASIABEgAkSACBABIkAEiAARIAJEgAgQASLARNWS6hAWVjvf+Syq2vdBfdU5aOpV0Gs10OqaYGxshCI+EYOGjITRxFKomqAAIGciqlwGBVdBZTzPqoH/awbLRHn3iGwkKhRo0uuh1hmQGh8LVdkZHCwuw9nCdVDt/xKKhBRU1CWFtLDa47o3yXuJABEgAkSACBABIkAEiAARIAJEgAgQASJABIgAEWhjAiGbCiC+fRekZA1HUp8LoE3vBK0iARqZHJXVNYiLT0TPTl14FKvRoIfeYORRrCzPKngEK4tYlSGW5WM1A6O6tsf0/r1hMJtgMJqgNRjRPkGBX3ftQrlKjTMF3yGmYjP0ZgVKquK4TGv/CKWIVSasvv/3WW3sNtQ9ERAIlFfXY+mavVBr9Rg1oBuye3Tk7w/oxVJq0MMTgfv/lUdrmVyECBABIkAEiAARIAJEgAgQASJABIhAGxJge/OWPEJWWHUQNpNSkdCpB1K690Vcx17ofdHlqGzUolpngInduMpsgsxogsmgh8lggNlkhNFgRKPRgPT4eNw7cgCU8XGoU2v4za50RhPSFcDOXTvRaIzByfzFyDD8DrVRht+LTYiLdbzMnoTVlrgY1Y1UAj/tOIoNe07gyvGDMGZQT4dhyr0umkilIn1cDy/4gYRV6bioJBEgAkSACBABIkAEiAARIAJEgAgQgYATYMLqwrlX+9Uu29eHhbDqILLGJeGJf36AuA5dUG0E1HIFiqpqUaxqQB0TVyGDwWTmwqpJr0NORiIu79uDi68xcnBRlWs+6kb88msBv/z/5Np30a99A06da8DB4xqkJCYKd8OyPLxqRK148yqKWPXL16lSgAm8vWwLZJDjpkuHITUpwaV1OSmrXon//d0VJKx6pUQFiAARIAJEgAgQASJABIgAESACRIAIBI8AE1b/9dBVfnXA9vVhJ6yykbIbVLXvlo2Ro8dDqzPj8qtvQEb3Hiirb8LJKhVO1jaiXGuAQa/DH/r3QPvkRNQ2NfE0AA1aAxIVchjrKrFl936kK9vhp//8E6nxjahr0EMOBRRMgbV7kLDql39RpQglwCJVD52sxJ0zx7gdYYzXRRN5cM5XVkKlUiErOxK+hpYAACAASURBVFvS4J5YtJKEVUmkqBARIAJEgAgQASJABIgAESACRIAIEIHgEGDC6qv3zfSrcbavD0th1X60JrMZiWkdoNEaMGzUBEy+fDp6ZPaDMSYe5thYmOUxaFBrucjKxB6TGWgXH4PDRw6juKKKv/fJ60+hfbIcsYoYxCocRVXWl1eNiCJW/XJAqhR+BFhO1be+2op7r52AlMR4ElYtBF575WWUl5bxG+j16dMHf5n3V6+T++xHq0hY9UqJChABIkAEiAARIAJEgAgQASJABIgAEQgeASasvnjPDL86YPv6sBdWXUYuk6FJa0DvrKEYOHQkuvbIRP8LctC5Zy80GYyorm1AHAzYf/gg9m7fhn0bfkB6rB6eLl0mYdUv/6JKEUaA3STu7WVbMTSrO4b16+5xdNGUCeD7b7/Gpvxf8Nz/vYT/fLgIHTp0wF13/9nr7L/w8RoSVr1SogJEgAgQASJABIgAESACRIAIEAEiQASCR4AJq8/dNU20g27tE1FapXbbOdvXR56wyoZrp4TqjUDHrj2gNcgxdPR4zJh5A+p1Orz58tPQnDuJRMf7VInCImE1eA7sruXV98ow40Pgz6vM+GC6YynrZ/bvOpezlhk//xi2zs0Siq6+FzLWqOXh8FnrDzHsejx65jw+W7cPd80Y72K7VluHg4UH0NTUALVah8y+fdGvf38oFIqwG6evBv/jqUeQlJSCx5953qeqryz9iYRVn4hRYSJABIgAESACRIAIEAEiQASIABEgAoElwITVJ++4wqXR3p2SbO+dqmgS7ZTt6yNeWHUYuTwGOoMZWp0RyfEySI2qI2E1sE7rvbXVuFf2EvBn4EM8A7OTsspE05cG2wmmzg0yAZVX/xAHZlvLCW0OPrYVXGc9vgATspdhtvW1d6OivsQ3+b9BZ5Rj9KBMBxZ6rRaVpUXQqLVoUqvR1KSGWqOFIjYOF02cDEWshF8vwpDu+wv/hZLTxTbLY2Ji8MJr8yWP5M3P15KwKpkWFSQCRIAIEAEiQASIABEgAkSACBABIhB4AkxYfeSWyx0azuqWwl8fL22A/XPn3tm+PrqEVT/5k7DqJzh/q3FhdDCOLQHuzD6EZ8wfwD5o1bOwehwLJmTj0DPHMPilbCyzCqtcSLVvy0lo9dfWKKr39rItGD4gE53bpTuMWtZwDhqdFo2NTFTVOIirnbv1RPagIRFL6cfvl2FXwRZcfOkVmDLVt2TXC75aR8JqxHoGDYwIEAEiQASIABEgAkSACBABIkAEwoEAE1bn3nSZzdRBPVP588Nn6j2+xz5k+3oSViXMMgmrEiAFsEizcAouktrEUUsfnoTV4wsmIPsQi3LNdqkrpAf4M1aZH8VRkXYDOISQb0omc+/VZrNZ1P5n/vMzrhifg9SkBIfPlTEN0KgFQdVZXIU8FsNGTwh5Hv4a+N/33kT52RL8/blXkRCfgJrqKtTV1qB3nyyoqqvQ2FCP7r0cI3ytfb337QYSVv0FT/WIABEgAkSACBABIkAEiAARIAJEgAgEgAATVh+4fopoS8P6pGP/yVq3vbB9PQmrEiaBhFUJkAJVxOkSfS6ULpuNY1vnwpIpFa45VplY+gGmO0SlCpGrYqIsT7M6fr5Dm4EyP5zaERNX3YmqbFyPL1qDKyeOQmJCnMMwe6UboNHqeAoAZ3HVYJKh35DR4YTFJ1vffvFxnvLgL0+8iI///Trq62oxYvQEsLQA+/fuQGpaGm69e65omx/l/ULCqk+0qTARIAJEgAgQASJABIgAESACRIAIEIHAEmDC6j2zLnFpdFSW0vbe7uMqt/t6ElYlzAcJqxIgBaiIi5AqkgtVPGLVmgLAerMrZ2GVXfo/A7DcDIv3Mw+YH+U5Vu3FVU+iKpve1z/fhCFZfZGRJuQasT4GdpPDoDPwvKrO4qosIR3pnXoGyDtCq5namvP438KX0b1XP8y+60FUV57D9s3rcOS33UhISsb9j77o0eDFK/JJWA2tKSVriAARIAJEgAgQASJABIgAESACRCDKCDBhdc5VuQ6jHjcgg78u+L0G9s+d0bB9PQmrEhyGhFUJkAJSRBBD521zbWz8/OabVYkLq4JwyoJRXR7j52PV7GWY4RD5Kh7RGpBhhFkjTFz1JqqyIf135S4o4pLRp1tnhxHGy4CBPeOg0+ocxNUGtQGylG6QyWPCjIg0c7f9sgp7tm3AhRMvw7jJ03il7z55D6WnT6DvgCGYdPk1SE0XDsZij89WbyJhVRpqKkUEiAARIAJEgAgQASJABIgAESACRCAoBJiweuv0i21tT7qgPX+++WCVx/fYh2xfT8KqhGkhYVUCpEAUYTetmnHAJYpUiC4dIlzuD/BUAC8NbhZaxbt2Ek552yxg1XIjLB4JOw9DLBGsgTA/0tvYdaQEKwuKMGHkBS5DTYoHLugSz1MCqLVaVNSZ0GCMh0wmj1gsP3z2Ps6Xl+CPf/8nPl/0CmJj4zF4xDjs2boeWk0T4hOTcPtDz7od/7KfN5OwGrHeQQMjAkSACBABIkAEiAARIAJEgAgQgXAgwITV2VMn+WUq29eTsCoBHQmrEiAFoAjPnYpVMH/A5FP7h+Nl/H4JqxZBludXtTzso2ADYH7EN6HW6vHC4g3IGTQAaSnJHscb43XRhC+uj//1JCbPvAnbfv4eA3PG4cKLp6Ohrhopae18GtT3G7aSsOoTMSpMBIgAESACRIAIEAEiQASIABEgAkQgsASYsHrtFP9uus329SSsSpgPrxqRSAEZvNaS0LNdERmg0RrQ47o3SYzxjRyVDiABFrW6bONhjB8+BDFy99GocnmA/T+AY2hpUxtXfAKtRoP2XXtg1ETnHwGkt/7jxm20lqXjopJEgAgQASJABIgAESACRIAIEAEiQAQCToAJq1dOHu9Xu2xfT8KqBHReJSISViVQpCKRQoDlWj1fb0J2715uhxTBumrApvGnrQUkrAaMJjVEBIgAESACRIAIEAEiQASIABEgAkTAdwJMWL1iwjjfKwJg+3oSViWgI2FVAiQqEjUE6ho1+Ocn+ejQviN6de0mOm4SVr27w4aC7SSsesdEJYgAESACRIAIEAEiQASIABEgAkSACASNABNWp4wb61f7bF9PwqoEdCSsSoBERaKKABNXl/60F6cqGpGdmYnEhESH8UdyjtVATfTmXTtJWA0UTGqHCBABIkAEiAARIAJEgAgQASJABIiAHwSYsDrpwtF+1ATYvp6EVQnoSFiVAImKRCWBXw+exrf5B5CW1g4ZSiWSk1I4BxJWvbtDwd5dJKx6x0QliAARIAJEgAgQASJABIgAESACRIAIBI0AE1Zb8iBhVQK9UBNWJZhMRYgAEQgDAu//fVYYWEkmEgEiQASIABEgAkSACBABIkAEiAARiEwCK/apcab4ODQ6A2rrNWjU6PhAmRYok7E/4fb07Cbd7LlcLheem80wmgwUsSrFLUJNWCUxRsqsURkiENoE2K9itJZDe47IOiJABIgAESACRIAIEAEiQASIABGIbAIkrIrNr1cl1Den8NqcSAFBzw7gQwZotAb0uO5N/Ptv1wSwYWqKCBCBtiDw4FvLSVhtC/DUJxEgAkSACBABIkAEiAARIAJEgAgQAQsBb8Jq/cmDSO87hCJWW+IxXiXSVhZW3/0rCastmU+qSwRCgcBDb5OwGgrzQDYQASJABIgAESACRIAIEAEiQASIQPQS8CSsNhQftIHJyBpKqQD8dZNQE1YXzrva36FQPSJABEKEwMPzf6CI1RCZCzKDCBABIkAEiAARIAJEgAgQASJABKKTgDthtdFOVLWSaZc9jHKs+uMmoSasLphLwqo/80h1iEAoEZi7gITVUJoPsoUIEAEiQASIABEgAkSACBABIkAEoo+AmLAqJqpayXQYkEM3r/LVTUJNWH374at8HQKVJwJEIMQI/HXhCopYDbE5IXOIABEgAkSACBABIkAEiAARIAJEILoIOAurFUf2egXQadAIyMxmGE0GyGZNyjZ7qiHzqip67c9rgWDc6Mlrpz4U8IqglXOsvvUXElZ9mD4qSgRCksDf3iFhNSQnhowiAkSACBABIkAEiAARIAJEgAgQgagh4O3mVTKZoFrK5bLwzLE69bKhuDCnN2JiYgCY8f/snQe4E2X2xt9JbqVdEWmCdBQLKAIiIEhREVdXsYB/rKiAKC6oqKuru7jroqCuYAEpdsoiKC42RECQKlWkKf0ilyJKu5dbk5n/MzNJ7mQySSbJpL95nl1ukq+c8ztncnNfz5xPkqD+T/lZfS7/n/q6BKf8M4Ct2w7gm4WbLUmERBNWXx1GYdWSwHIREogjgcffpLAaR/zcmgRIgARIgARIgARIgARIgARIgASQ0sLqJW0a4c57rsGZDWrhDOdY4KQEnCyH1HmvYeiLj86F6DgGUQJ+XPEjps1YiT+OF0WcJokmrL788PUR+8QFSIAE4kvgibe+YCuA+IaAu5MACZAACZAACZAACZAACZAACaQ5gZQWVu+7qysu73UZsnOzUP2PFxVRFackSNfu84T98K5v8Hv+ajjKT3sqWEXRXc0qQZTU/0kilH+dThEOhxMOp9NT5SqJ6piyknL8sH4v9uz9zSutEk1YHfsQhdU0v+7pfgoQeHIChdUUCCNdIAESIAESIAESIAESIAESIAESSGICKS2sPjmiD86/rA1sdpthiESHE/nb96BBq7Yoeuo/KC0pQ0lxGS7+ZovPeEksx/H976O4OAu/7d+K5q1qQ1Fb5cYBkghJElFYWIFlS/fgk7lrE1pYfWnon5I4ZWk6CZCATOCvE79kxSpTgQRIgARIgARIgARIgARIgARIgATiSCBlhdX77u6GFs3rQxI1laVKO9XK3qryz1XOqI28s2w48dQMlBSVorS4FB2X7fKE5I8D67F34yw4nQ61/6qrOlX/ryiLq6IEh1PEl/M34fDhE541Eq1i9cUHKazG8Zrj1iRgCYGn36awaglILkICJEACJEACJEACJEACJEACJEACYRJIWWH1hb/fijot2kKSTgKQK0t9H5LkhOg8DbGiCHJFqlJ9qjyUE63ke/9xON+B5m0vwrB9A7HjJLD9FHDqdt1aUjlKf5ukiLa/HS7ED8t3YtacVQkrrP57yHVhpgunkQAJJAqBv036ihWriRIM2kECJEACJEACJEACJEACJEACJJCWBPTC6m8/bwzKoc75bSHI7UZFB4SburZ0q5GGE4Wg5ZpB9ws6QIDvJqOf74/qZ52J8qLj6h37nmpVVTiV5Dv4PdWrlVWsaj9VCfYMtZ9qtVpno2Hzemi5ZAD2HSsDDv4C6Zk2XjZJsrB6ZIJSHSs6nfhuwQ68/9GyhBVWXxhMYTVoUnEACSQ4gWcnU1hN8BDRPBIgARIgARIgARIgARIgARIggRQnYFSxenrfVr9en3XeJbDZhMQXVl/65+2oeXYr5DXoDknIklVUl1OualRVXnX1SFVUVqWyVX1NhLP8BPZs/BQNWpyN6nlVlB6qkOS2App/lTYDTlePVdfPohOLvtmND6YtT1hh9V+DKKym+HVN99KAwHNTKKymQZjpIgmQAAmQAAmQAAmQAAmQAAmQQAIT8NcKwEhcPbNlG9hstuQQVsf863Y0ajcYmVmHAPFogBBoBFelglUWTkXA3gDlZcC+nxaipOgERFdvVVFUe6nKPVX1r8kVsNVrZKKgoBAfTV+RsMLq8w/0SeCUpGkkQAJmCPxj6tdsBWAGFMeQAAmQAAmQAAmQAAmQAAmQAAmQQJQIBOqxWqSpXK3ZojUEQUgeYXWsLKx2+AsybGv8oNN0MNAKqnLVqltctdWBYK8NCTalWhWSw1WhKv9boVawivK/Ds+/hSd+x7KFKzBt5sqEFVZH3U9hNUrXE5clgZgRGPUOhdWYweZGJEACJEACJEACJEACJEACJEACJGBAINjhVYV7tyKv2UVqlWpqCasyDbk6tbJK1S2o+t727wRct/0rt/4rP8tiqiy2yuKquyWAE/bsZljw+VJ8OD1xWwH8/b5reTGQAAkkOYF/vjufFatJHkOaTwIkQAIkQAIkQAIkQAIkQAIkkNwEggmrspgqnwyVdMLqmH/2R6PL/oJM21pdhCRItvoQnIchwaHe9q+Iq5W9UuXX5Oce4dQjplb2UfV63yW0yoKrLacxFnz5A6YlsLD63EAKq8l92dJ6EgD+9R6FVeYBCZAACZAACZAACZAACZAACZAACcSTQMoKqy893x+NOw5Dpm29i29lL1XRdh4Ex3bNYVRuYVV7OJW/KlXX4VVuMdVTsepQKllt2Q2x4KuNmJ7ArQDimXDcmwRIgARIgARIgARIgARIgARIgARIgARIgARIABBu6tpS06zUF4kg17tG+aEW1Xo/XhzVD00ul4XVDQBcJsqVqRAh2s+DrWKrp5eqUn2a2Roo2xBWlaq2etWWVQ/ffL0NM2et8hgUFIHBACOfIsIoAKVlDjS8+RXePhwRSE4mARIgARIgARIgARIgARIgARIgARIgARIggcgIDH31s8QVVkf/4zY0lYVVu0tYdfdSlYXVjPYQylerwqpceZrVGijdoLYD8OmlqmkJ4KdKVSus2rPqYP78Xfjvx6sTWlj9+VBpZNHnbBIgARIgARIgARIgARIgARIgARIgARIgARIggbAIjJ8xP3GF1X///TY0u/whZNo3KlWqklAXkpCnVK9KtrMglG8DHAcg5XSBdPo7V1sArbDqEl2VW/3lXqzuQ6rUW/69e7BWHmRlyzoL33yTj1mz11BYDSutOIkESIAESIAESIAESIAESIAESIAESIAESIAEUptAQgur/3ruVrTo9CAybBsh2eqiDOdg3o69WHawFno3r43Pd/yOsb1a4IlFu5TKVUmpaJVgFwCHJMHpFOEURYiSBFGUIMpjXP86RQmSKKJ6RjF61t6JG+pvQybKlYOwbJlnYP63BzF7zrqEFVZTOy3pHQmQAAmQAAmQAAmQAAmQAAmQAAmQAAmQAAkkPoGE7bH6z2dvQctOgxVhVczsgC/3HUWz+uejemYGzrTbAAjYV1KBQxUOiBIgyW1YBcBe2ZEVkiBBkJSXvbq4yn1j5SWqZUgo+KMcBbu+xIC6S5X+rLaM6pi/6HfM+cR9aJb3XMOQxrDH6s3Pzo5JVt1xzcUx2Yeb+BKYvmATyD92mUHesWNt9U7pHrt099/qfOJ65ggw78xxSsZRjG0yRi25bWbOJXf8UsH6dM9B+p/ef3eXTeqE7KuGpsKlHJYPZQsnInuIerbSovUHMG+Z3IY0vEfCCqvPP3MzWnQZhExhA8SMCzHnt0boUicbolNAwxw7RABOSYJDAiqcQLkkoVyUUO4ESkUJpU4JJcq/IsqcQJnynoQK0VXRCqBCcqJzfTtmrj2CkWf8CwKcsNlz8fWiQnw6N3GF1Y5tWoQXbROzdh7NxLFD23H7Va1NjOaQaBD478LN5B8NsH7WJO8YwrZ4q3SPXbr7b3E6cTmTBJh3JkEl4TDGNgmDluQmM+eSPIApYH665yD9T++/ux1TuiCr56AUuJLDc6F88RRkDFqhTF6y8aAirE58/KaQF0vow6v+8XRfnNvlfmRgPcrQAEuLO6BVjQzkQkCtbJty2/+pCgk/HT2NIoeIcocTgk3wVKdmZdhRWOFElawMiIIdTgg4UCL/v1yBKpe3qpWol9SxYdHWPzAw53lUtZUCtizM/64Ucz/b6AFqUJDqDTvGFauysLplX0nIATczIbtqDUVY7dfzIjPDOSYKBD5evIX8o8DV35LkHUPYFm+V7rFLd/8tTicuZ5IA884kqCQcxtgmYdCS3GTmXJIHMAXMT/ccpP/p/Xe3+M4VyOoxMAWu5PBcKP/uPdjuX65M/n7TIY+wGupB8QndY/W5v96EVl3uhV3agBIHMHlvd1xcOxdZ9gw0rJ6l3P5fWObA0l9P4lSpE6VO+UAquZeqjEXtDSDI9/xD/hfIstlRo2oWzqpeFbYMO4qdqrjapo4NX28+ivuzR6GqvRSCkIGvlzjw2f9+TGth9dbuF4aXnZwVMYE5S7aC/CPGaHoB8jaNKuEGpnvs0t3/hEvINDGIeZe6gWZsUze2ieoZcy5RI5M+dqV7DtL/NP+7+72uyOx+d/pc8DpPK5Z8CAxcpry6fPNhH2FVFkz9PeTKVrcAm9DC6rNP3ohWV9wFu6gKq3/feDk6N87DH8UiLjqrKtYeKkTHBjVwsqwcv54sRobcdhXyAVaypqqKpmphqvqzfIjV78VOHCmsgGTLQL2a1VC3ZlW0qWvH55t+wwPZf0eVjDJl7PylNvxvXnoLqzd3uyBtL7B4O/7p99tA/rGLAnnHjrXVO6V77NLdf6vzieuZI8C8M8cpGUcxtskYteS2mTmX3PFLBevTPQfpf3r/3W37oBsyuw1IhUs5LB8qvp8B8Z7vlbkrtx7xEVZb1c8JuG5SCKvPPPFnXHDFANidG1DsEPDX9R3RsWEedvxRgcsaVMeSfSfQKC8DHepXw4Kdv+OX3wsV8VR0yn1XnRCdIhySCFGUIIqi8l7LWlXRvPaZ2H2sTGkDkJ2RgRvb1sainScwKPs5VM0oVcB9vTQD8z7f5IGYyq0AGtfORv5RVVCWH+5WADd1PT+s5OSkyAl8tmw7yD9yjmZXIG+zpBJvXLrHLt39T7yMTA+LmHepG2fGNnVjm6ieMecSNTLpY1e65yD9T++/uzM+vBIZXfunzwWv89SxbBYcdy9VXl297bfUFFb/+vgNuLBrP9gdqrD61Mau6FC/Orb8VopODfPw7e5jaHd2DlbmH8ObnX6BrWQTJFEEJBGS5IAkOgH5X0l+zak8v3HFAAxs3xzrDhR7kHZomItvdh/BS01eR9WMcqXC9eulmWkhrJ5zVhbaNauGz9Yc8xFW/9ylVRJdYAcwfcQD2Pt/8/FsR43ZP7yMLjMb4b/j+uOcJPJm3oqfkQz8f53zEG6f1hRjP3sCXbz4+olHgsYgWXgHw6fEY/mV3vl+YBYGDnsPzZ/2vjYMxwbbIAHfj0vs5M+VF+Gd9wrnpbjqzQm4o2HsQMXF/9i5Z/FO6ufShMajsOLRyz1rr3jtWjwJ79cs3jjllkuHvFN/v+3xid25d07Fe7fG8CKPcfakQ2wjRap8ZiwF+uh+r2rXNTMmUjtSZT5zLrRI+s8t1++4fdr1ehl8Rw9tv3QYHcscDPrZcOBjDBz2Lna4wTe9D/99rV9U/45NDP+N8jfw56xVuRlL/2WbQ7uGgWh/78ia1h0ZV9xiFc6g63w/7UsMXwfccP+f8E/dWenu97SLGI0LukkIAxzLP0H5nUuUGWt+PpqawupTj16PC7veDLtjI4odwFMbu6Njg+r4+Wg5WtethlX5J9C+YRV8u+s3jL94HnJtJS4xVe61qgqpiqDqFlYlETcsH4AHLz8PP+w7rVSsyiJqu3Oq4J21v2Bauw9cwqpcsZr6wmrDWplo26SKQuHz9Sc96eeuWL2+03khpGS8hx7AjMcGYd/tX+OZyzS2rHkZXf/bGDP+E91fSFZ7/8WqX5Ac/Fdj9M3PA3814P4S8NKnesHValLWrJc8vIP4e/Bj3KeIe29hwNmusfI18NJi4Mp/YNlwjZg0vg/eOWcK3r05uQWC+MRO/byZ2NjNVH2+8IrY84yP/9Zcd3FZRbke9mGo+xoxumbiYlhybZqWeZcmuZKWsQ3p8pO/93wEXAl8jbu8fq9WLmNmTEibpvRg5lwo4Q2UW/rvIvrvKqHsk15jY5eDcvymuT4/7vT9/FC+o+TjoTffxP+5vsf/+ukwjMJf8U4Uv6/H1n9/n58G36Vdf8O0vDO6369j5798XQW/hn30jChfjjkzeiCj801R3sW9/BH8/bGdQDvgc7TExjvqeu37/fT5mFCvK/7bq2qM7AEcKz9D6YDvlP3W7fhdEVbDfQg3dW3pakhqvIRy/lOUH4JL5tRu88jQa9C+V19kZwk47RDx6IoG6NawGrYeKUPTmjnYeuQ05GrTr3b+hgkd1yDXXgLJWQFJKockOgBR/ld+LlevVgBiBa5dejOGdTwPq/cWKTvKrVjbN66Cqet+wfT2qrAqSYLSCuDzL1K3FUCDmhlo0yjXg/vrTYWen93C6nUdz41y1K1c/gBmPj4Y+/7vKzzdXrPuuldw5cxGmPZqcgmrX/2wA8nCf+Ub1+Fp/B1LH6kU7YxeszLaVq+VTLwD+65eB4uumIypfVXBVI7Fu+gJLAXumzMSnZVXV+PFW6ehyeuVX9ysZhqr9eIWu4Mf44G/vI/mf/0Kd/46DHdOb4IXPXxj5T0QN/9j56LlO2k/n5Lts8pyGGEumH555/vZGia6hJ+WfrENMSTu75WPA8//Zb/m96rBd89AY0LcNpWHM+dCiG7A/PP9nPp17jDcubxb0v0dFAIRS4bGLAfXvoIrZzXGtMeAf/4lHwO9vjfK383/CTz1FZ7uYIlbpheJmf8h5q/igDznJUT1O3bM/Hf7I2sThr8f/OgZpiMZ3sAq/+0Je6frw5sc6qwtW3Dp/KqYezfw1zGnMfTVi9BNs8b30xdiYr3OmNlLLf6LxcO56gsU375Y2WrNrzb8um8XSssdOFlYitOl8t3sUHRDWRMVBFW1tNkE5Webzab+LElwig4krLB6Va8LccF5DSDYBJSKmZgq/h+uaVYLGwtK0aBGNvKPl6BDg1x88vNB3CfOQJZU5umlKsl9VSUJnn8l9fCql8ruwGNXtMLqvaeVA65kYbVDk6qYuOYXDHbOQDZUeEWFpfh++S+eWAbVlg0GGInFESWHAJSWOXDzs7PRsU0LbNlXEtZy9c+w46IG2V5zv91a2RrBLaxe26FlWOvHZ1IB/vvEYOzr/yX+6iWsvooesxrhw5dvi+otFFb7PH/tTiQN/3WvosdY4N8fP+4S7X7AS/3+CTypi4XVkCxcL6l4B/H7188eHFeIqgAAIABJREFUwd0H7sR3w+SeGHIspqHJuDuxb4QmJj4xsxBmjJeKZ+wU1iuAFvl70DxO+R5P/2Mcauu2Ozgbg0bsx8BxjfDeiO/Ra9wbuN1d4W3dLim9UrrlnXqtd0u67xLhJGG6xTZURivf/BPeazgZU26C8r1zURf55wZey5gZE+q+qTyeOWc+uoFzS/1bqDIn9c/N75NuI2OVg3L83m84GZNdnx+Lu8g/uz4/Ds7G4BH7ca/n76nYRSGW/vv//PSXr9H/uzJW/ssRNXMN++gZUU6Fah/3gv3yPlHeRV3++xnfYWLdyzCzF/DBq2sw/xL558rq1Mr3Y1ex6lz9NYr6LVLsW1dgT01hVRtdMTMXp28dh2d7NsW2I2WokmlHcYUT59fJxVNfbEf9r0bC5qg8gMmgAFZZbv0Vz+PdAR2x45BcmSo3AgAuapCLwR9vRKtlf4fdoR5epX+kirBaL8+G8+tn+vj33c++h1dd3b55TC4wazY5gFlPDkV+v8/xpJew+hqu+vgcvD/2ViTTDc/frtuN5OH/A8b2fwF4wsV+XfIxTy7eQa4Ymf/LwL9mPYpOB+fgwXHAs2Nvxa9v3oAPGk7E2zc1xIHP/oJ7D9yBhYr4mtyP+MZOzf0Fje+J22dMfP1P3txZ9eYNeG4ZgK7PpsR1EOtIpFXeyZ+jj36PHq+9jv5pIMCnVWxDvXB0uaD8Ll3Zzfvz38yYUPdN8fHMOZMBDppb6t9CU/K16zXFoDT57DJJ0XBYTHLw4BwMfXQZerw2Hv3OBg78bzjuXdG18vND+/09EmfCmBsr/7W/S30/P9X8/a6z+rdK5UP3d2YY/gWbEhP/ZSPCuoZ7qn/TBXMigvfzZl8N22VXR7CCyalH92PAy0fR+4l2uKc2kL94PW7eVBufPtoIjV1LLJu5DCM2aterjXFjW6GryS3CGSau+RYnb/tWmbrxYGbqC6uyoyfb3o7CRl0hQVSqT50iIIoO5OWvQO2tn3hz9KOE/trsOhyuexlEm7e4WPfIGjTZ9T+/sUgFYbVOdQHn1bMb+rhsp8PzurtitdelzcLJzTjNKcDHTw1F/m3z8IROWL1mdiO8O+aWpBJWF23Yg2TiL385uK9gABY81BGrJvwZHzaYiIk3eldwxCkxTG2bbLwDO/UDXv6/fwOPz8P/FVTGBeteg3otXI6VRteKKVKJNyiesZNz/R/ogauXfafw9vrsiRGqePofIxejs82hTzD0sf24e2Z0v6xGx/j4r5o+ead+t5D/0Eum32mRZEj6xDZ0Ssp3nZXdKr9TKp8j36PHf8ajX311PTNjQt85tWcw58zFN3huGXxeyd/9Xt2HBzQ5am639BoVixw8MG8E7lvZFe++5Pqb9NAneOixZej+n3Hq54cSK+D5OHwviYn/QT8//f2+rfy7Jlrfs2Phv7nfD370jChfjjU/uQa2Dj2jvAuQ/92PuHnTWfh0RENVSD16AANe+R29R16iCK3yY9l/V2Ji3Uswo0fsWgGIaxfj+C0LlP03Hc5KD2E1pGgHVUJDWs1fAWzlIgneCqB2NaBFbf9QVu2tbLPrFlZ7XNI0NEhxHV2A2U8/hCWdJuCtP1cKevIvsQdWdcXUF5NLWP3ux71IKv6HPsHDI5eh+ysDkD9yBhq/Mg63uf7IiGtamNw86XgH8euHiTfiwwYTcHfBQ1jW4X8YqfzHhjV45Y4ZaPxoVyx57VfcPX0Ekr9eFYhb7Dw5Pw63FYzDta8Bz8eBadz8N3ltJewwJX6pcx3EmnO65F2yfoeIJB/SJbahM1K/Z76z33dm8/7u755mxoS+c6rPYM6ZibCZ3DL6W0j+7vdv4FH3d0Eze6XfmOjnoP/4teg/AW8qf7vGL1bx9F//+an/Wx7rov8dO/r+y9eU+Ws4/5bYXq+15vaG0F7b6TQanwEl+HDcZrx+2Hft83q3xvQe6tk/y2atwdt1Kp9HwxL9mtK67/FH32+Ulzf/lk1h1Qc6hVUPkrOqSmhWK3BartlfCcwtrF7ZpkksctmyPQo+fxSDPm6Cf3w03CUYrcV/7vo3MOIzPNbOsm1istDSn/YhufgfxJxnHsJSNMVudMWU0TcjeepVgeTjHSQN14/HdZ/sQ/Nfm+BOz/WgiVGjAfjqwRh3xo/SlROf2LlYdpqAN26Q7w1Wn7/b6G8x5xof/6MUzFgue+hTPPLkr5rrI5abJ/9eaZF3So4sw5VjX8OtSfQfCiPNrrSIbTiQ5N+r4/bhPl0+eH33NDMmnL1TfA5zzkSATeWW/ruJ3APPOG9N7JhWQ6Keg6biB6ifJ/D6nJFfewlPuL5vRicsieG/Qf4qv4c/BPq5v28nqf+y2aZyQGWw/5bYahe1/3cthEu7RAeue9Vte9F+Wgn+8ugFuNtVnSq/tX/JNty8IBevjW6q3O6/7OP1eLvOhZjePSe69mhWlzaswNEb5yuvbP09h8IqhVXj3DszV0STmmLQxNxwMMMzxi2sdr3I3e0i6PSEGVDwxWMYMnuvx55mt72F169PvqZoy7bkI9n4u9n3GjEXj7ZNmJQwZUgy8g7s2Fq8ds9oLDrnLkx6oVLkTuYY+fM3HrFTOTbGcx+4/yMOgEOf4i9//QhNY5z/8fDf1EWV6IOUeP2KO7QxTHSbE8i+dMg7/fcJD/7Oz+CLIanxH6aMUiodYhvOpfTDpL74F4xir/6+xYi56Lwm+Jhk+34UDqtQ5zDnghMzk3+Ptj2IOc8+jPd/9V4vGb+XBydi7Yho56C5+Kk++fzuaXQ3Jv2rb1QLVhLDf6P8bYp7X/pP1P/jZrT9l+NqLgeMr+Fo6xl1P+8DoW1072Nc9vEmPIomWNcvT3fxnsSov+0D7rwYo86XhdVNeLvOebEVVjf+gCM3fK3Ytf1YbkBhtezwQeTWbwCbTYAgCLDZbOrPSptSB4SburasvA/c4HNKsLj60+ijUAh+s31on6AW2xx0uQRsBVAzx4lzalT2Tg0E8Kffsn2E1S4XNgqNOUdbRmDF1v0gf8twBl2IvIMiStgB6R67dPc/YRMzxQ1j3qVugBnb1I1tonrGnEvUyKSPXemeg/Q/vf/urv/FdcAl2kNq0ufaVzz9cR0OXf+V8uMvx6v4FVaP79rqAVOnVWsKq+GmSTIKq+H66q5Y7XT+OeEuwXkREli1/VeQf4QQQ5hO3iHASrCh6R67dPc/wdIxbcxh3qVuqBnb1I1tonrGnEvUyKSPXemeg/Q/vf/ubvDVn4A2l6TPBa/39KcfUXDdl8qrO09WNRRWC35c4cOnWYdurFgNJ2vSUVjteF7DcFBxjgUEfvjlAMjfApAmlyBvk6AScFi6xy7d/U/AlEwLk5h3qRtmxjZ1Y5uonjHnEjUy6WNXuucg/U/vv7vPmX89pNat0+eC13kqbN6MX6/9Qnl1d2E1H2F1xzL1PaPHxVf1ZSuAUDMn0YTVM+ufH6oLIY0/dmg7OrRMpuOHQnIv4Qev3VlA/jGMEnnHELbFW6V77NLdf4vTicuZJMC8MwkqCYcxtkkYtCQ3mTmX5AFMAfPTPQfpf3r/3d14wQ2QLoqutpTIHxPClu3Iv+ZzxcS9p6t7CavLP30nqOlX3HI/e6wGpaQZkGjCaii2cywJkAAJkAAJkAAJkAAJkAAJkAAJkAAJkAAJuAncuvfBtIcxp+nbCoOzzm4V8PAq+cAqWRfk4VURpEwiCatvz9sSgSfmpi5Ysx0D+yTZ0e7mXEuKUbsOnkoKO2kkCSQCgRZn10gEM2gDCZAACZAACZAACZAACZAACZBAEhL4fFNJZMJqj0sbSdHwO6gYqd00pMFWWxt88+AjfG0SwpkUxLWyCidmLtppNQCf9SisRh1xwA0orMaXP3dPLgIUVpMrXrSWBEiABEiABEiABEiABEiABBKJQMTCave2jaRBDz1quU+SpNdrK5+73xNF/2Nkg3zWcK2pfV2CuoZ2O1nTdI9xv+9xUDNQv77vWG8svj6p7yv7uewIBtJQbw2iwipFxwLw4btTMHMxhdVgjJP9fQqryR5B2h9LAhRWY0mbe5EACZAACZAACZAACZAACZBAahGwRFh98JGRWLdqSdzIWF/dGYVy0QB0QrE/XMvOu+hSvDdlIoXVuGVp7DamsBo71twp+QlQWE3+GNIDEiABEiABEiABEiABEiABEogXAcuE1TUrFhv6EIpo6L1AuBJibFGG71+lncZVqNb6cX6b9nhvMoVVa6km5moUVhMzLrQqMQlQWE3MuNAqEiABEiABEiABEiABEiABEkgGApYIq0OGPY61K7+z1N/QBMvEFmFD80XF6NejMF1t1bod3p/yNitWLc3SxFyMwmpixoVWJSYBCquJGRdaRQIkQAIkQAIkQAIkQAIkQALJQIDCagyilAjCKitWYxDoBNmCwmqCBIJmJAUBCqtJESYaSQIkQAIkQAIkQAIkQAIkQAIJSYDCagzCQmE1BpC5hYcAhVUmAwmYJ0Bh1TwrjiQBEiABEiABEiABEiABEiABEvAmYImwOnjY41hncSuAUAIVjnDpXj9bFHHu6RKcU1KGuhUVqOFwIkeUIEkSSm02HM3KxMkMO/ZXycHOKrkos9lCMc3U2FDsD7MTAC64uAPenTyBrQBMRSS5B1FYTe740frYEqCwGlve3I0ESIAESIAESIAESIAESIAEUolA2gqrsoDa7mQRWheeRo4oQpKjKkkQIMD1zLDP6ZZqVbGyVh5OZmRYlgcxEVYvuQzvTnqLwqplUUvchSisJm5saFniEaCwmngxoUUkQAIkQAIkQAIkQAIkQAIkkCwE0k5YlStUuxw7hfaniiBKEhRF1VUGKv8jqgqrIrBKkGBzCa3yc3Ww+s/KWmdg5Zl5lsSZwqolGLmIiwCFVaYCCZgnQGHVPCuOJAESIAESIAESIAESIAESIAES8CZgmbC61k8rgHBvXY9GoPIcTtx+8DfkORyKOCpXpsr2qSKqSzHVbCzrror9AiCKElQBVFDaBMjjT9kzMKdRPZzMtK561b19KGKrGVYXXdIR70x6kxWrZmAl+RgKq0keQJofUwIUVmOKm5uRAAmQAAmQAAmQAAmQAAmQQEoRSBthtU55BW48dBRnyKKq7qFUrnoEVlVsdYuqsvjqVbXqGutSWXHCZscnjetbLq5SWE2p6yymzlBYjSlubpbkBCisJnkAaT4JkAAJkAAJkAAJkAAJkAAJxJFAWgircqVqv4IjyKuocN3377ql33Xrv3wclVqDqlajCm5V0y2iVjYBUBRXeaT8P1lwlX+SD7f6pPHZOJmZaVkorRZWW7e9HFPffoMVq5ZFKHEXSkxhdQ/e+3NbjF7fAc8sX4iBTePFz23HvZhaMB5XxssM7pswBCisJkwoaAgJkAAJkAAJkAAJkAAJkAAJJB2BlBdW5Z6qd+UfQg2lUlXtnep+qCKqqzrV1UJV7rGqvuYSWBVxVZ3jbh3geUWSICoCK3AqMwPTm52DMpv8LPJHPITVA3OH4p4Ze1zG98ILs59EJ9ezQO/pvV2wZjsG9mkbOQSuEBYBY2HVLShql4ylyOlHWN37Fvpd8Qw2Gnpqxr5QhdJQx4cVAk4Kk8C+KVfh6lFrgXaj8e28h9HEtY7ndfe6d8zBzrFXe3ZZ+mQeHpjuflqZN8HmyTMorIYZLE4jARIgARIgARIgARIgARIgARKANcLqw49h7aolhjjj3WO1+9FjaHfilObWflUIddesKgKqy3K3SOoWVeUWAUr1qnLGlbtdgDpYU8yqPJdF101n5uH7erUtSavYC6urMGbkftzxSn80BLDqjd54FqOw6BFZWg30nq+7FFYtSYGwF/ERVhcPR8u73gegq9JURM0deDgmlZvBK1bdIljbURvx8aBmJv0PVSgNdbxJMzgsQgI64V8rrLry150XbhG1/0cn8UJPQH1uUIEcZJ7bYAqrEYaO00mABEiABEiABEiABEiABEggjQmktLBamiugtXQM12864TqESoAoirC5VEvlln6XeJp9SXvkduuBnCt6IKP+2ap4WrwDOL0DYsFkoPwgRBGQC1IlUa5qVYVWucJVfthtahuBMbMa4Fhh5IdZWS6sXtoJUye+broVgFKhuqI7PnAJrdprJNB78jgKq/H9RPEWVr/Fsw1uxSy9qKo30VU5ilGjce6oZyrHe0RZdUKl6Kmuu2PUHPT5/FaMXq++7xa7lCfaue3uRX+8j1kBWgH4F1bdPriNdlckGlThugU5v3ZTWI1vdvrZXcm/uejzUV98fdcz2KgRVvV54X6u5FpTteIZBmJ8wHk9K+2gsJqQGUGjSIAESIAESIAESIAESIAESCApCFgirA566FGsW73U0OF4Vqz+coGAU2eKmDJtP6qWOl1dVNVqVVkElQVWoVp15N03FNX63aHYf+iEhB1H5LYBAs7Os6FlPfXWfunwTIgFkyA5TikirShKqsgqtw5w92oVgOXbauDzVbUiDr7Vwmqbdp0wZYJZYXUVxtw2CnsGvINJfeX6Ve0j0HvqOAqrEYc/ogW8hFW3wKi7ddpnA80t+R5xVH5tODBWuSVbL0hWip3qeL2A63ruI3T6v73fWFjVr6uvfDUQSgPaTWE1ouSK9mR3Hnq1AtDk2qjR2DFKI7y6q1LbdcDG9WtV6zxzA8zT+EFhNdpB5fokQAIkQAIkQAIkQAIkQAIkkLoEUlZYdWQAy7upsu4NP53E/ct+V36Wb+mX+6wqwmr16qjz5rvIankeNuxzYPKSMmzId1T2CRCA+nk2PHptDrq3yoRU/AvEbQ8AzsLKQ7DcDVflfqsSUFohYOzHTVBSFlmv1bgIq2vHotfYRWq2d3O3AXAlf6D3dNcHhdX4fmAYCaueSlOfnqauW6gNBS1vP9Rbrt3CqE44hfuWbNf7e9X2A5UVrmG2AtDdzi1b5C3AwnUolv/DqLztprAa3+wMsrvfPPSuWnaL//6qUvWV1bNc23pVVLteo7Ca0BlB40iABEiABEiABEiABEiABEggoQlYJ6yuMq5Y1ZwVFRKISCtdD9cHtrVSq0ll7XPcxwfQ9GiZS1xVX685/ElU73+nIqhOWVJaaV/leVWe1wZ3z8Gg7tmQDk2DmP+ytktrpcjqqmSds6wu1u+qofE3Um8qlwpXcG3TrjOmTBgfWiuAGU29DrByW6EeZGX8njyGwmpIqW75YHMVq7pKULegFfBQINlUc8Jqj4XqIUSRCquGVaxeYquxsOp9mJHWbgqrlieclQsaCavuqmulEvVcTFVaW6htJx7YrcszbR5f+4XaW9hgntyb1f2gsGplALkWCZAACZAACZAACZAACZAACaQXAUuE1QeGjsD61d8bkwtTUwxzmseG7a0kHKon90NVD6C66GAJXvjsoOcQqsz6DdHg0/lY8nMFRs487SW4amRMV42rKsROGlgN7ZpkwLHlXgiF61zVr75ur99RAx8vr5dQwuolHa7ApDdfMy2somAWhoxYgp7jJqJ/A52Pgd6jsBr3TxBzPVaDC6tevSw9hwSZE1YHxqBiVa0+9BVKA9tNYTXuCRrIAANh1bviWNO7V/6PAC7x1Kci+445mIpbNRXWunljr6awmtCJQONIgARIgARIgARIgARIgARIIDkIpKywuv5iESfOcNerysEQ8MJnBWh9sETpi3rWcy+g2p9uwvWvncLB46JeS1WVVPnhOpxKft6+SQYmD6wG58EPIOWP8SrG9fRcFYHDx7Mx7n9Nk0tYlcXSTxth0iOdFLu9qlIDvWeQ56xYje/F7y2sagQlw76VulYAmopVVaAEnlm+EAObuoVYk8Iq1EOFPIcQeQ6TCrPHqsd2X2FUL7wFtpvCanyzM8juBsKqXij3qmK+6muvPIOSs2u9qln9tQ1wW8KK1YTOCBpHAiRAAiRAAiRAAiRAAiRAAglNwBJh9f6hw7Fh9TJjR8MsPQ1zmseG7zo74cyoNEkWU+sWOjBu9gHkljrRcNon2FutJW6fKPdL1T/caqr+dQFfPlYDZ+ceQsU6zb2kEpSDrOSHPLOk3Ibnp7fSTI7Um8qlwm0F0Payrnj7jf8EqFg9gFkj78fkfPdezTDYU60a6D1fehRW43vN+wirijnePSo9FrqFVMNWALq+lnfci1nTt3oLrRqx1m9lobxZu9GYesNcPOARan0ZGR9eBcBfX1j3Etr3dbd9y0P6e9lNYTW+2elnd58Yu8Yp+dnc1Ue3cm5liwnNfzhwvV3ZR9Udaz/zXC9TWE3IjKBRJEACJEACJEACJEACJEACJJAUBFJWWP32CodadSoXo7p1TQG4fc1x3L72GJqt2Ybvtlfg0RlFxoGSFUxZjXU/XE/H3VENPVplwrnyXOUALGVpRe10NWZVDrGS8PQHrTXrJoOwal2+Uli1jmU4KxkLq+GsxDkkkPoEKKymfozpIQmQAAmQAAmQAAmQAAmQAAlEi4BFwuoIbEiwHqsLulSogqcol5O6VFFBQNVSJ6ZM34/Wy7Zg8fZyjJih9lfVPjQyqacTgKKfAnhtQDX0PD8TzhUtFAFVHmCzC5Uiq2uhp95vk2DCaje8/car5nusRpBxFFYjgGfBVAqrFkDkEmlDgMJq2oSajpIACZAACZAACZAACZAACZCA5QRSVlhddFk5HHYXL1lYdVeUihJ67ijCf0bMwG859dH71RMhQZ39cB7Oq/ELxB+vVwpa5apVtQ2AALnPqrxPSUUG/jkz0SpWKayGFOgkHkxhNYmDR9NjToDCasyRc0MSIAESIAESIAESIAESIAESSBkC1girDw7Hhh8Sq8fqyosdOFXF6QqUoJabyrfuCwIkUcKklvfiiiv7YeA7hVi7t8KjuwaKbIMz7PhmZB7E3+bA+ctIRUSVi2LVG/1lYVWEzSZg16FqmLLgXM1SbAWQMldMEjhCYTUJgkQTE4YAhdWECQUNIQESIAESIAESIAESIAESIIGkI5CywupPzStQUFtusOp+qKKq6JQg2IAO9dvggz+NUUTVe6cWuutZIXl+cmmxrhYA8utv3Fkdvc7PgnNdZ0glBxRhVa5adR8o5W61um5XLcxe2TQhhdWBL82LSZIO7NM2JvtwE18CFFaZFSRgngCFVfOsOJIESIAESIAESIAESIAESIAESMCbgCXC6n1D/oKNa5Ybsw2zWDPMaR4bCmo7samZWokqC6nyQzmLSum5qj5/+vIHcXfrm/DW4mK8ubCkUknVeyIAw3pWwcO9cnF8/zuonv8P17lWasWq++FuODB7RTOs332WZpVIvdHsEeZSl3bshomvs8cqPwBIgARIgARIgARIgARIgARIgARIgARIgARIwAoCKSusVmRI+K51GSoyZTVVJ34qCitQPasaPrphLFqd1RwLt5XjxS+LUXDc3T5AnXNZs0wM65mr/FtwfAeqbO2L6uJx14KVFavqkmpV7POz2qOkPIPCqhUZyjVIgARIgARIgARIgARIgARIgARIgARIgARIIAEJWCKsDhw8DD+uW2noXpgFlpag2tKoAvl1K5Sb++WHq82quykqIAI1sqthWIc7cU/rvsqY7QedKDihiqvn189Ag5pqeesHm+dC3Pcy7s7b62oXoF3T1WZAFLFhT23MXnVexPZrK2EjXgwAK1atoMg1SIAESIAESIAESIAESIAESIAESIAESIAESEAlYImweu+gh7Fp/SpDpvEUVkuygUWtTyt2yeKq2xavGlZR6ZSKhnn18Ei7u3D+Wc2V/8mPA4VHsHDvCizcuwoHfl+DhS22a9RU16quw7DcQujYzzrgWFFOxPlltbDa7vIrMWH8K5i5eGfEtgVbYMGa7WCP1WCU+D4JkAAJkAAJkAAJkAAJkAAJkAAJkAAJkEAyE0hpYVUOzJaGZdhbt8ITI/WwKQGS/IOssMoFqcoZV65TqLSnUWki+++z83FzzWOeo6xEUYLdJiiirCSqfVwXbW6Cbzc1tiQfKKxagpGLkAAJkAAJkAAJkAAJkAAJkAAJkAAJkAAJkEBUCFgirN7zwMP4aUPiVazKxCrsEpa0KkZxpghBFkIlSW0J4NJS3WWsspApC6SeslYN7suqFOKDJjvVg6o8k2WBVj0QS17zRFEOxszrZFmQrBdWu2PC+JdZsWpZhLgQCZAACZAACZAACZAACZAACZAACZAACZBAOhNIeWFVDm5xloQVLU6jOFttAuARV7XNV11Cq1ssVQa6egcsPm8LzraXKdWpNkWcBWwCIFetyo8Tp7MxZXF7S1oAuJORwmo6X5b0nQRIgARIgARIgARIgARIgARIgARIgARIINEJWCKs3n3/Q9i8cbWhr/Hssao1SBZXlzcvUsVVSVLEUUU71Rio9GF1twlQdFUBfWv+jpca7K0sT3UJs+pcAccKszH1O1lUzbU01hRWLcXJxUiABEiABEiABEiABEiABEiABEiABEiABEjAUgJpI6zK1GRxdVmzIhRniWrVqutWfkUklStRnXKf1Uq+DbPLMa3ZL2iQWeYa63XsFY4X5mLyd+1x3GJRVS/4WhHx9p164K1xY9kKwAqYXIMESIAESIAESIAESIAESIAESIAESIAESCDtCVgkrA7F5o0/GMJMlIpVrXHb6pTg57plAYKvHmz1bINfcU+tQ0plqvxwiiJs8s8CsPznRli0pSVKyjOjkkRWV6xSWI1KmLgoCZAACZAACZAACZAACZAACZAACZAACZBAmhKwRFi9674HsfXHNXFDGI4IeTpTwrbaxcivWa6IqJIoQbALSh9VQRLQMLsMS1r96PJJFVqLKzKxcU9DLN/RBMdPW3frfyj2hytUt2PFatzykxuTAAmQAAmQAAmQAAmQAAmQAAmQAAmQAAmkHoG0FVbdoaywSyioVo6jVRw4neXE8WwHHBnAy+fswbVVj+FUcVUcPFYDu3+viW0H6qOkPMPyLKCwajlSLkgCJEACJEACJEACJEACJEACJEACJEACJEDl2mCTAAAgAElEQVQCUSVgjbA6cAi2blobVUMDLR6KMGnOyHDrQs2trh8Viv3hWsaK1fBiw1kkQAIkQAIkQAIkQAIkQAIkQAIkQAIkQAIkYESAwqphXoQrX4aXZBRWw+PGWSRAAiRAAiRAAiRAAiRAAiRAAiRAAiRAAiQQLwKWCKt3DhyMbZvWWepDKGKjcppUAj9C80V1xK9HYbra7vIeeGvcWMxcvNMvqQNzh+KeGXtc7/fCC7OfRCfd6FVv9Maz3wMtBryDSX0bGq61YM12DOzTNoEjQtNIgARIgARIgARIgARIgARIgARIgARIgARIIDICFFYj42dqdnIIq6swZuR+3PFKf8hyqSKgYhQWPaKRVteORa9ZwDVYhD1dKKyaCj4HkQAJkAAJkAAJkAAJkAAJkAAJkAAJkAAJpCQBi4TVIfh5ywZDQGEWWEYVthCO0unHInNLWUfB3H6+xra9rBvefG1MwIpV7SylenVFd3zgElqBA5g18n7s6/8Omsy6H4sprEY1R7k4CZAACZAACZAACZAACZAACZAACZAACZBAYhOwRFi9/a77AEnyeCppfpZflFD5nlkcgpnb+116pWesH/3SaC2PuKpTKvWiq36u0Tz3a3rR099cwWbzwVC5hrET/sVgc6KtbNvE1181KayuwpjbRmGP5nZ/RWg9cDcWPXKOIrBSWDWbyRxHAiRAAiRAAiRAAiRAAiRAAiRAAiRAAiSQigQiFlZ7XNoooGpqTvYzQBv2RCvCZH5z8yP92xVuFWoonsoib1mFAzMW+e+xCvlW/7GL1GW7adoAFMzCkBH5uFfpuapWrlJYDYU+x5IACZAACZAACZAACZAACZAACZAACZAACaQagYiF1Zu6tgwsrFqhPAahbqq6NZTIWWxz0OUMBkTDp9IyB96et8UUCfUgq6Z4YfYA7FdaAHyDpzrIUymsmgLIQSRAAiRAAiRAAiRAAiRAAiRAAiRAAiRAAilNgMKqUXiDKqGh5UTQ5RJQWIVSpboEPcfdjX0jRmGBkcuN79P0YK0csGDNdgzs0zY0SBxNAiRAAiRAAiRAAiRAAiRAAiRAAiRAAiRAAklEIGJhNVgrgHBZBBUjtQuHNDhci/zNC7558BG+a0ejPUBZhRMz/bUCkIXUTxth0iOdFGMqK1bl2/+1D1asWp1BXI8ESIAESIAESIAESIAESIAESIAESIAESCD5CEQsrHZv20ga9NCjlnuuPwBLPgLL/XC/J4r6LgTez33WcB2qpX3dfbCW9rwtWQh1j/E5eCuUQ7p05vn6pHqk7GfygC9DkTaICqu0FRCAD9+dEuDwKlUwnZzvptwMg8dNRP8G+tBSWLU82bkgCZAACZAACZAACZAACZAACZAACZAACZBA0hGwRFh98JGRWLdqSdyct766M5wa0/DdD8X+cC0776JL8d6UiQGE1fDt189kKwDrWHIlEiABEiABEiABEiABEiABEiABEiABEiCBxCRgmbC6ZsViQw9DEQ29FwhXQowt6PD9q7TTuArVWj/Ob9Me702msGotVa5GAiRAAiRAAiRAAiRAAiRAAiRAAiRAAiSQrgQsEVaHDHsca1d+ZynD0ATLxBZhQ/NFxejXozBdbdW6Hd6f8jYrVi3NUi5GAiRAAiRAAiRAAiRAAiRAAiRAAiRAAiSQrgQorMYg8okgrLJiNQaB5hYkQAIkQAIkQAIkQAIkQAIkQAIkQAIkQAJpQ4DCagxCnUjC6sCX5sXAY2Bgn7Yx2YebkAAJkAAJkAAJkAAJkAAJkAAJkAAJkAAJkEA8CFgirA4e9jjWWdwKIBQYRsKlBBsEiCh1ZuL33MYotVWHTQBEKfjKge62l6dn2QRk2YByEXBIEiQJyBELUas0Hzk2ByDYAEkMvpFrRCjCa5idAHDBxR3w7uQJbAVgOiocSAIkQAIkQAIkQAIkQAIkQAIkQAIkQAIkQAL+CaSssCq7/AdqYVv1zhCFHEB0RpwHslSaZbPhwOlyHDhWggvqVUP1TBsqRAk2mx02qRQXFq7CmfgjpL1iIqxechnenfQWhdWQIsPBJEACJEACJEACJEACJEACJEACJEACJEACJGBMIGWF1VJnBtZV640ypwRnWTEyBQGZNkAWMeWq1VKnBJioXvVgE4AMQcDmonI8ekULdGzTFFPn/YB1hwtxTk4mKiQJ9uwqyLYLaH/6G+TYzAu5FFZ5eZIACZAACZAACZAACZAACZBAGhHYNR5dWo7ASsXlwfhKmoQ+aeQ+XSUBEiCBVCFgmbC61k8rgHBvXY8U8IHMFtiT0xplp/6APTMLh0oqcORkKVAmAtk2tKtXDYIgwClKitAaTGOVx1TJtGFbUTmaV8nEh8/dgcwMO27/x4cQ5DdlwdbhQHaNM9GsbDPOqdgdkQuhiK1mNrroko54Z9KbrFg1A4tjSIAESIAESIAESIAEQifw9RAI1012zUtToYgMQs+bNJ2xa3wXtByhyqpAZ4zbuQLDW7ieMo/SNCvoNgmQQDISSFlhdVdOa/wqNAWKT+JwhYiezWtjYN9usNsErNu0C098slbpg1olNxPNqmShWqYNJXJ1q0sk1QZT7tZaVOFEy1pVMfLuq/Ha9EUYeddVaH1+Ywz5xwf4bPdvaF8zFyWlFciodgYaSXvRomxLRPlAYTUifJxMAiRAAiRAAiRAAgYEdmF8l5bwaBmmGOkED1NzojDIq7oNGPyVhElG5W1egkyMbacYBCQiA13uKDLeuJ1Y4VHxopCv6bqk2esUAIXVdE0S+k0CJJBqBFJWWN2ddRH225ogp7wQq/acwFdj7sSJE0U4cvQ4rup2KcrKyzHn69U4erwQq/ccxdbdx9CkUQ3Uzc1SRFS9sJlts2H98RKsGn03WrWsjwwAhSUi3pu9CO98t1URaWvaBThza6CJuA/NK7ZGlCtWC6ut216OqW+/wYrViKLCySRAAiRAAiRAAslNIBxhNYCIGUsYZgWbJBZWvx4iwF3wmrTCXwIKq94CnitpO4/DzhXD4S6QjGUqp/ReZq9TGYJ2rD4eCZhHKR03OkcCJEACERBIYWH1AuQLTZBZWoi1B4swYVBPNGpQGzf0fgPS1Q3x4aCrcH7LRkobgKzMDBQcOorXZizGom1H0LHpmShxOOGU5AYBajODDJuA46UVaFazCobd1hXyW63Pb4a6daph688FuOmFmcgRHahX6yw0dO5F84rtEYRF7QVr5YPCqpU0uRYJkAAJkAAJkEByEghHWI1x1ac/sGYFm6QVVr1jQ2HVqivMX84nSF5b5WairGP2Og1mL4XVYIT4PgmQAAkkDAFrhNWHH8PaVUsMnbJYHzQNbrf9fOTbG6Pi9AlkZ2Ziw4FTWDR2IPbtP4T7X/8KyM0ESh2A3YYhXVvgxqs7oFnjBvh26Vo88sa3aNP8TKUHa4UoQoAACZJyeFVhuRN7j5VAWHcCM/97D67teQmcTmD7zgLc/eJ01KiShyZCPppX/GzaVqOBFFYjwsfJJEACJEACJEACJGCSwNcYIlwHd2fQhBX0zAo2FFZNxj1KwxJNEPOqihyMwZiMya62ngmb61EKTUyWNXudBjMm0fIomL18nwRIgATSmEDKCqu7ZGFVOEcRVu0ZGThZ5sBZVbIx4ek78Pr7X2LG2r14bWBPSJKIx974Vjm9asgNrTHsnj/h8JE/cPVzH+HcmrnIzbSjwiECNjVL7IKA3Aw77AKw7VQZ5jx1G9pd3EI+DwufLvgBd73+Hfo3KUbDBOux2vrSTpg68XW2Akjji52ukwAJkAAJkAAJGBEwL6wa3lItn+dtot+pW8TyXcPkIU9mBRsTwqr2lnstEf9Cm3HVo4/fBmJQS68DepTmnj63oPuzx22b3q7Q7df3szTKA30Fp0mf9UuZYWBwAryXT4O/gmTQQDecVgnafJM5foB7NAcmeeeelw2GrQKCVxUbxsaPP9p+tGqMd2r+I4d3PGITczWYIfmgj7/Z61TdyP9hbwHeC9ibNSz7w8x1/kIhARIgARJQCFgirA566FGsW73UEGm8KlZ32lshX2oAx+mTkGx21MjJwA8bDuPD0f2RYbdhwJAP8cC9bXHRuY0wYtYydK1THcsKTgAisPzVwcjMyEDHx97G+XnZyniHU3I1BVA0WGTYBZRUOLHrVBm+/PsAtGrRGO/OmId/L9uPW2odQ5PyxKpYbdOuE6ZMoLDK654ESIAESIAESIAEvAmYEFYNDv/xoWgkRGnEkc7jvkK/j6/zc3CWiduyzQo2gYRVr/f85IHejyC+e4mrur07d16Jle5Dz722CyDoGZnlFubCsR/e8Q2U/R5fQvE5oLDaGf4ZeMfcWywzEtu9/fAr5nvZoxXMXPthPLq0HAF3WLTrBLUhUA4GvUYMfPK6PsbhohEjPJXjgMvenVrx0WTOhhNzeelwfIi1sKq3UStah2N/JLnOXyUkQAIkQAKpLazusLfEPrEhyk+fhN1mV3qkbj5VisEdmuHOvj3Q7empaF41C7tPlaH1mVVQ5hRRLSsDJRUObN/2B5ZPf0wBdMWDr+PSZmeipEL0Shn5WZZNQIVTxM9F5bjgjFz8fLwIF9evi4b4FeeKuyJKMatbAVBYjSgcnEwCJEACJEACJJCyBIIJq+aFOegr88wIgW6uwQ4TskBY9Vdxqw+tVmwLVk3qX1gNnDDaKtRge/iv9jXew79YaCwuqqtUCp3B7AkoaoYb82DxDefWcMPDkXTViQGEOTMVyX0UdiavkYAHNOljqcbjT1920VTY+s+pSGMetg8xFVZ1sfPiGV4MIsr1lP2dQMdIgARIIDQC1lWsrjKuWPWUeYZmV7jTPLvssLXEPufZKC0+iQybHfJpU/Jt/RvzT2DR6w9i8bIN+PfM1bjs3LNworQCNrm0VgIy7TY4RRHbDhZi8/RnsGXbLvzfU9PQoU1dFJY53GdZqftIgM0mKL1XS50isgUJYk51NLUfwnnSTo3H1tXthiu4tmnXGVMmjGcrgBDzkMNJgARIgARIgARSnUBgYVUvRnrflq4XM3SVpz4im/Z9/e23QapWg1ajGcXJ2B7fW/51fnjENu3revvU96Btg2AgKlYKXro9fITk4LeZu2+dNm+/QcVmCzcnjT1+BSoTPuuxRxDzQLfim2kV4KvxVYqSWmb+K1MDiK76W8w1gqz+GglUxSyLpcPdMQiYLy5vXGOiG3PfVhGmfYihsIohAq5zN4PWtZMILwYhXt+p/quA/pEACZBAmAQsEVYfGDoC61d/b2xCmJpimNM8NmyXmmO/VB9lp13Cqlxharfhp98K8dg1F+OWG7pjxEsf4o/iUmTb7ZAk+QZ/pRMAqmTY8ePx0+h3YUOM/dtgvPjGNExauQOta1ZRKlS1D/mZ3H5VOejK6UB21Tw0Eg7hAtvuhBJWL+lwBSa9+RqF1TAvFE4jARIgARIgARJIVQKBhNXAQpNCJFClYbB+p7q5AQ8TskJYDRBCY+HOhP/aNYP46yX+hCOsRmS/sUiq6FRetoToc0Bh1UAsDytfwmkDEEA0C2CDf9HVnw3BeAUQzHXCqrn2BpXAg+esVTE3Ifq7zQpWeez3etG1StBXKH8FXOdRVYP0A/bpaevP/mCxS9XPfPpFAiRAAtYSSF1hVWyKfLEeyopPKa0AFNFUknBmTibWLNiP+V88gV2792PYS5+h7QV1cNrhcJEVXOOysGbJfsydNgx1zqqJLre+iEsvrYeicrlqVSv7yoKs+twpOpFdpQYa2w7jAvteCqvW5ipXIwESIAESIAESIIEoEAgkrJoRtMwKR8H7ZsZKWA3aEiBANaIaAD/VtcFuVw/4vnnxKhT7vW919tMKQCdEGa9vog+ujCYYA91t84EqoD3vBV3T4LLQzgkiYnu1sPASBjU++7Uh+DXi99CtEPyKbswj8EGPPirCqvcmvgJ0+PZHlOtR+DTmkiRAAiSQjAQsEVbvHzocG1YvM/Y/zNLTMKd5bNguNkF+RV2Ulqg9Vt0Pudfq9qJyfPuvQZj+6bd4f90eXHhGLsp1lajyuPzT5ejdoh5e+ftQPDtmKmZuzseF1XNRLnpXrbrXloXVnNw8NM48ggvs+xJKWG17WVe8/cZ/AlasHpg7FPfM2OOyuxdemP0kOinPDmDWyPsxOV/jUrdRWPSI+q7+sWDNdgzs0zYZrwfaTAIkQAIkQAIkkHYEklNY9VvdF6hq1GzVq05o9NuHMWDPzMCHFUF3KzNgQlgNy/5gvSeNBG8/J8PL10awXrhBxcLArSeM2gHs1N4C7lONaHzBBuud6T1Ly8A4Dv5bEQTj672Tl5AclJWZA6Vc63txCWaTPubBxgfwQY8/KsKq/hA0a+03fX2n3e8GOkwCJEAC5gikrLC6zdkY+RW1vSpW7TYBP58qxR2XNME9t/XGNU9NxEVnVcWpMgdyMuXeqhJsrupTERLysjOxYUUBFn72NMrLy3HdjS/j0p7n4KTSk1VQ2gbIbQDcD0/FauZRXJihVSEjlYkr9wi3x2pwYXUVxozcjzte6Y+GAFa90RvPwi2eqsLqvv7f4KkOwROLwmpwRhxBAiRAAiRAAiSQKATSRVjV93SVNcKdWOFqeGmmh6ehAKMVtIIJZRFVrIZnf8BKRxMiZVCf9WkcjEHAilV9xatcMfoBcE9LjFipbmTudvnQhEL9ur4tG/6EL7v4syG0vfz3LjUSuGMV8wh8iImwOhhf7bwAL7QcAVcayIkAaZJ6dJjpg7dco/3lUMi5nigf4bSDBEiABOJMwCJhdQQ2JFiP1W2OhthXXhvlpYUQXPKn3GN1++FTePSGDuja+VLcPPwttGp2JmrkZuPIqWKlB6vcLsD9UMYfL8Y9HVvi74/fj+H/eB3r84/ijOxMnwpXeY4EEVk51dEk6yguzDygCW0iCKvd8PYbr5rusapUr67ojg8UoZXCapyvU25PAiRAAiRAAiQQNQKx6rEarIIziGhmthLOb8VqoINqdBWaQQRHv304g4mKEQmr4djv74Cq0JPJf+9R3VohMTCKua5idPBgYPJkl6BmXF3r443BoVBBPdbGXN8O4Kt++Pg6t6int8FEpbG/zYOx8hKhfVsxGP/HgHBiHoEPsRJWpUloOb7yMDJvMdxC+5UiYe0+JnMuaIJxAAmQAAmkLoGUFVa3lzfA7vJaKC89CZuQqUQwy2bDz4dPYfj17XFNr87405VP4u2PhqNlyybo1fcFXHJZfZwqlXuougIuAXk5Gdj41X58v+rfKCo6jeu6PoSL/nw5bHab2m9V8xClCmTl5KF51h+4ILsgiYXVVRhz2yjsGfAOJvWV61f1rQCaYfC4iejfwPjCYMVq6n5g0DMSIAESIAESSD0CIdyardwJXlnl6VspFugAGpmcVhzSV8kF6eFpqbCqE/T0QpxHZHPZqBda/QliwYSyIO8b3QbvPkBez9p/5aNS1qlW8wVtHRCg761Zn/UXhI+oGXrM/VbZmqiwlc0xU30sj/PeR2unb6Wox00DGwz72FYGTpmqjglyQJM0Ce4aTHW/AL1D/eVsWDHXt34wvhYNfdDH3+x1qkKB4DmQygwbfVwq54QXgxCv79T78KdHJEACJGAJAWuE1QeHY8MPCdZjtexs7Cw/Ew5ZWEWGAssuCNhTXI4+LevhyYfvQLdrn8PqhS+i0TlnY/jf/oPZG3bj/DOroczp9MCVq1Z/PlaMuy4/F/965iHMX/A9xkz7GnvXHca5HerDLgClThEC5NYAFcjIyUPLrGO4IOdgggmrwXusYu1Y9Bq7SLU7QA9VtRdrU00PVu9cpLBqybXJRUiABEiABEiABGJCILCwGlycqzTS5/CpUCoHg4lmZgUbvxWrAcQyPWe9sBooDpa1AtALfZpNlT1aYrzmdvSAqRGK/cpCWlHLxG3hgWJlRcz9iIPhtAEIOEe3jzZ//Ym7husFFTPd0TIjHmojG6Wc9Yl5CL1cfXoD6zLRFAuXcLszVGFVL8Zq/kOPqX0tzvWYfD5zExIgARJIfAIpK6xuKa2LvaVnqhWrNrViVX5Uy7Rj86bDmD/zWWza+guu7NIBe/b+ippn1ECffi+gdbuzlZ6rNlfzVPmcqmpZdmw9dBJP3XoFru/TA1lZmdi89Rc88NIMWa1F63o1lL6rAhxKxWrTnGNonXtEE/1EaAVgQljVWBxYPFUrWvGkcc9VCquJf+HTQhIgARIgARIgATeBIMKqPMyMWGYktulEzs6dV2Klp0miNgImbreNWFg16Yeivbj7NwYTGXWVfRFWrPoVsd32mImDl/0h+Ow5lCpEn/UXksbGzuPG4aIRIzDZ8GILFHMjQdFEjvjkarA5Ol+1B3MZsg6wnqnYhCqshhA/vwJ/gE+6gIev+ZsXhKkpgTMCYVVfkaytgg85BhHmOn+JkAAJkAAJKAQsEVbvG/IXbFyz3BhpmJpimNM8NmwprYPdJWfAUXoKQKWwmpVhw84Txbj54iZ4buQgZNjtaH3TE/jklYewZ98BPPG3GbjwsgYoKquAuyeABAlVM+3YfuAksK0QN953Ce7tdx3OOqsW3npnFv77vx9xfuu6KCorRVZuDTTPPYHWub8llLB6acdumPi6+R6rKJiFISOWoKfRLf+B3gNAYZWfLiRAAiRAAiRAAslDwISwqjjjr3rOrNikjtP3SfQ+hCYANSuEVcWN8eiiPQTHLUQ+saPydTMH4wQVkoP1lPXDzcA+ryrJEO2vvEXadz//vST9CE7Bqop1wqa7AtTnUCAT6/hUjJqYo24v33LvyiMTc7xt0zIyyPeg6/mvMPWp5g5FBI5JzN3XXog++FyywcRKeUJkwqpPCxKvuIRqfwS5njwf8rSUBEiABKJKIHWF1ZLa2FWch4qyU55WADJJ+WiqnAw7dhwpxFUXNkBOVia+2LIfdatl47n7bsSXC1dh/s4CNK2aDadYeZCV/FOVTDuy7TZsWlMAFMzBA38bh359e2PxktV46eOlaFEnB2JGNbSochKtqxxNLmFVFks/bYRJj3RS7NZWrOKNodh/c2VP1VVv9Maz+fe5DrbyzU8Kq1G9Zrk4CZAACZAACZBAshAIVsGZLH4kq51e1aPa3rguh/SHNO1cgeG63qBxc92skB43AxN042SOeYIipVkkQAIkQAKBCVgirA4cPAw/rjO8r8lzDlSsA7G5qBZ2l9RARVkhBEHtsep+yHpplQw79hSVwiFKODcvF3+UlOMPh4hb2rbEtn0Hcaq4DBk2QRFi3Q+5j2qJKOLO7m3R+fJLUaVKFeTlVYPTKeKGEWNQw+5EVk4NNM85idbVj0XkshBpya5u9+AVqwEOqNL2XpXXbexfVJXfprAaUeg5mQRIgARIgARIIFUIUFiNayT9V2PKZvk/CCiuRrs258ns4UUhmWMensecRQIkQAIkEG8Clgir9w56GJvWrzL0xWJ90DSvzYU1sUsWVksLYbNlqKWqmof8VBZOZQGzwikpP8sVqiUOETWrZOF0aQXs8slU7nmCKsb+vPEw1i17S2kD8K+xE/DH78ex7cDvKHU4IIoOZOZUR8vcU2hd44RpW40GWi2strv8SkwY/wpmLt4ZkV1mJlNYNUOJY0iABEiABEiABFKeAIXVuIbY3wFMRkYZ3qoeN+t1om/QW/DjZmjCbZy8MU84lDSIBEiABEjAJIGUFVY3FtbEntPVlIpVO7wrVv2xcYuZFaIqtOrF2MwMG/acLMY1rRpi9N8ewamiIvzz1alYMmcbLujZCMdLS5CTUx1NqxahLYVVkynIYSRAAiRAAiRAAiSQogQorMY5sGb6XWoP64qzue7tdYcQefWYTRATE9eMJI154gKlZSRAAiRAAkEIWCKs3vPAw/hpQ2JVrG48dQb2nK6KirIiCLCbTgSba6SomyG/Lr8m91nd+Vshap1RBe/84yE0b94Ucz79As8//zFadKiDCqEKmlc7jbZ5J03vaTTQ+orV7pgw/mVWrEYUFU4mARIgARIgARIggRAIUFgNAVb0hvqvYgxywnv0TAq4MtsARA4+2WIeucdcgQRIgARIIF4EUlZY/fFkHnYVVUFFeaHX4VWRgpb7s1bNsqOkwomC77fi6gFX4u7+N2D12k2Y+L+laHZ2XTTOPY1LzjgV0VYUViPCx8kkQAIkQAIkQAIkQAIkQAIkQAIkQAIkQAIkEFUClgird9//EDZvXG1oaLx6rG48WR27C2VhtUgRVvUVqOFSdVeuZggCauZm4qeC40BhOW6/4TIs/eln2DOr4NwaJWibVxTuFsq8aAmrA1+aF5FdZicP7NPW7FCOs5jAroORifoWm8PlSCChCbQ4u0ZC20fjSIAESIAESIAESIAESIAESIAEEpdAygqrOwurYNPJaigvLoJgl1sB6E6vsiAm8oo5djsECNh7rAgNq2fDllsVF59RhHOrl0S0g9XCavtOPfDWuLFsBRBRVJJjMoXV5IgTrUwMAhRWEyMOtIIESIAESIAESIAESIAESIAEkpGARcLqUGze+IOh//GqWD3tELHwYC2UOiU4K8oAwXph1e2wLKxm22yosGUixy7g6rOPoWqmu1treGlBYTU8bpwFUFhlFpCAeQIUVs2z4kgSIAESIAESIAESIAESIAESIAFvApYIq3fd9yC2/rgmbmz9iZCHim1YdTQPDskGUYqesCo7bhMEZAgiOtc+hXpVQms8EIqIGq5Q3Y4Vq3HLz1hvTGE11sS5XzIToLCazNGj7SRAAiRAAiRAAiRAAiRAAiQQXwIpK6xKyg36Ek5XSCgozkGRIwM2SBCVlgCBq0nNi5eiaxcBVTMdaFClFFUzbGqD1BCEXAqr8b0IUm13CqupFlH6E00CFFajSZdrkwAJkAAJkAAJkAAJkAAJkEBqE7BGWB04BFs3rY0bqVCESXNGmpdWza0XeFQo9odrGStWrYhUcqxBYTU54kQrE4MAhdXEiAOtIAESIAESIDSQlTsAACAASURBVAESIAESIAESIIFkJEBh1TBq4cqX4aUAhdXwuHGWMQEKq8wMEjBPgMKqeVYcSQIkQAIkQAIkQAIkQAIkQAIk4E3AEmH1zoGDsW3TOkvZhiI2ArEVQkN1NDRf1NX9ehSmq+0u74G3xo3FzMU7QzU/5PEL1mzHwD5tQ57HCdYQoLBqDUeukh4EKKymR5zpJQmQAAmQAAmQAAmQAAmQAAlEgwCF1WhQ1a1JYTUGkLmFhwCFVSYDCZgnQGHVPCuOJAESIAESIAESIAESIAESIAES8CZgkbA6BD9v2WDINswCy6jGSQhH6fRjkbmlrKNgbj9fY9te1g1vvjaGFatRzazEWJzCamLEgVYkBwEKq8kRJ1pJAiRAAiRAAiRAAiRAAiRAAolIwBJh9fa77gMkyeOfpPlZflFC5XtmIQhmbu936ZWesX70S6O1POKqTqnUi676uUbz3K/pRU9/cwWbzQdD5RrGTvgXg82JtrJtE19/lcKq2QRM4nEUVpM4eDQ95gQorMYcOTckARIgARIgARIgARIgARIggZQhELGw2uPSRgFVU3OynwHPsCdaERvzm5sf6d+ucKtQQ/FUFnnLKhyYsYg9VkPhloxjKayGFrXPvlkPCZkQhQrYJRFOIRM2SQy4iGizI1Msx597dwhtM45OOAIUVhMuJDSIBEiABEiABEiABEiABEiABJKGQMTC6k1dWwYWVq1QHoPgNFXdGkpILLY56HIGA6LhU2mZA2/P2xIKibDG8vCqsLBZNonCqnmUny3YhIuanImul9ZDBTIgSCJsggBRV3WvXVGpHhdELFt/ENv2HkPf3peY35AjE44AhdWECwkNIgESIAESIAESIAESIAESIIGkIUBh1ShUQZXQ0OIbdDkKq6EB5eiABCismk+Qud9swN23XIysCgmwOwAhA4LTDtic0Lc0cbfjcL8uV61OnfsjbrnmUvMbcmTCEaCwmnAhoUEkQAIkQAIkQAIkQAIkQAIkkDQEKKxSWLU8WVmxajnSkBZMXmH1Wzzb4FbMajca3857GE1C8loevAfv/bktRq+/F1MLxuNKE/M/WbAeD9x0AQQx08RodYgkygKsHTapHJO+/AW3Xp0swqqbj+yFeUamwYQ0UB8rV+zddu19C/2ueAYbw84F88ZQWDXPiiNJgARIgARIgARIgARIgARIgAS8CVBYpbDqIXBg7lDcM2OP63kvvDD7SXTS8PF+vxkGj5uI/g18AVJYje/HjLew6hasvG3q/9FJvNAzmnaGI5KGM0frQ+jC6twF63Hfn1rDAYdpGBnIgggJNgiY8sVm3Nq7rfdctyjoerXtqI34eFAz0+tHa+C+KVfh6lFrEf3Ym/GAwqoZShxDAiRAAiRAAiRAAiRAAiRAAiSQ2AQorFJYdRFYhTEj9+OOV/qjIYBVb/TGsxiFRY+o0qoiqq7ojg9c7wdKawqr8b3oDYVVT+WfW9DqgGeWL8TAptGyNRyRNJw5EQqr32zAPdedB8lmNw1CEJ2KrCoJIj76cjf69m5TOden0lLmPR7N5pmroDVtRBgDE1tY1TnEitUwIswpJEACJEACJEACJEACJEACJEACsSZAYZXCqmHOeQupqzDmtg/RxE+Fqn4BCquxvoy99wssrAJLn8zDA9OhqVzUV7W6RVcDEXbxcLS86314qjD9CmABRFLXGm6rKys6K+c80+oZjJ6ujvCusNTezi6/qxWIfStW3b4qC90xBzvHXu0F638LNmJA7xYAbOaDJjgAyQbBJuGjr3ahb29NKwC3bwZ7wc3K856OL9Tb3zFqDvp8fitGr6/0/+r5asx8eWjN9hfHyph7RhvdYm8YF7jaK2g462Oum6fsEfQWfn2sdM91e+S7crYyVwLlgc5fo1hosLEVgPnU50gSIAESIAESIAESIAESIAESIAFvAhRWjTIi6GlToaVR0OUS7vAqWUgdhT0D3sGkvg2BglkYMmIJ0HgPduW7fO9WWc2qp0FhNbT8sHp0YGFV18sS+ufeYl+Phd63j7urHj3CmV5o9TjjR1iVBbPhwFilh6q/28HdYqpe2PUnnLr7here19m2b8pwfHfVeK8q3bnz12NA73MBiB7LR/x7GwRJ0rwCCHJPVbEC/3mutWecJAmYuXAn+l7TrjKE2jYAenHRpLC60S0Wu4TWjYBLyN6t9qA17I8aOI5yZXLAitUAcWnsaiHgETW1XK/62iUGy+0O3CKsmf6tIQirI3bg6rve14i1QfLARNy11xyFVas/gbgeCURGYMaMGcjPd3/ZAKpVq4ZHHnkkskU5mwRIgARIgARIgARIgASiRIDCKoXVSgJrx6LX2EXqc61wqry+t7KnqiK0votmT36Dpzr4AqSwGqWr1eSyQXusagU/A2HULcApQppLONuoVP01V6oXd7e6F7OmQzkgShXdYNBWwNxt/WpFqbsa0neOlxjY1HWgkbYC0WW/WtVqLKwGqp78bMFG9OvZGNC1Arh32FQ4pEqx1SYBH04YrERAcL0uC6uzF+/FjdcE7rHq2d+ssOrTtqFSqPTmpUmIYHEc1CywsKrLLa993AKvyy61etQVs71yBfNWT/zVeF1o4vAws8JqB7RdvxYbtWKyD0cA2jyAWlUdvGpWdZrCqskPFg4jgTgRePHFF/H000/HaXduSwIkQAIkQAIkQAIkQAKBCVBYpbBqmCHqQVVN1QOsFGEVmsOsDmDWyPuxuIurolW3AoXV+H7sBKpYha760EtEdR+w5CXSuaoQMRrfzjsXUxuMQfOP+uLru+aiz/KFaDYxDw/8LL8nV6BqH/6FVa/b85UpwYVVReRtPl4VzAwehsIq9LfA+1ZSzv3mR9za82wIUobPqjf2VYVU+fG/uZMr3xcl9WebhFlL9uOWazStALSraKpXfUVquSWBcSuAjWEIq8HjGFxY9R8XrQh6Pb6Vq2bdNrp8hHJAlzZX9Pmgx2tSWPVM08TOqPWAa5y7bYS3L4EraCmsxvfziruTQDACFFaDEeL7JEACJEACJEACJEAC8SSQ0sKqQxQhukWQECgLyq35AjLsAgT1SUSPoCskXCsAeG7/7yn3VYXaCkD5uYGMgsJqRAkR5ckBWwH46Y+pPblef8u4+hx4RhFUd+DhguHY8+e2+PqG0Th31DOYZdjD0lhY1a8dUsWqqxJRa6s3St9bxN3vGwqPAOSK1b5d5ePaKqtTtWvefOvD+HTOW4YRk3uszl7yG27RHl6lH6ntuTp0h3LbvFr9a62w6q7YDB7HtbqetarBgeOieX/UaOwYJfeBlYXUZvD0jfX4bfZQNJPCarvRmHrDXDwwam1lj1y/7Sd8w+Qv7tqRFFaj/IHE5UkgQgIUViMEyOkkQAIkQAIkQAIkQAJRJZDSwmpxWQXmLfsFkqRWmOlFUu1zh8OBiooKFBUV4ciRI5CcDqxY/AW++WwasjLNnxhuFK2kEFbl2/s/bfT/7J0LfFxlnb+/k7SlFNAWUIQWuSVAkeqyCph0US4r2qprwaV1UUFEE9HFpsut+G8RrbsrF20qq5AoIqDVtgoFJZVLkVWSLuC9hVASwGIr0iJy6TXJZP6fc86cmXPOnJlzZubMZC7PfD6lSc573svzvmdonvm9v1ddF7eYQ3BFrHpFqjc1gGfQRKyW9JkNrDy/w6u8AtRHTtpRiW8/Ub879gpTCppC9Elrm/bR5jZ8b7dyiVU7dYCdF9QTsZo6sCooH6y3TXffjTQFl6vbEoBZZNyd9/1GH2o9WA0aH8jVWyChYd3d94IrFYAh8lJtOiJmrUhKz3hSkZfJ8Xu23GfmoLUjcP3kZfA85sqxmpLnDz+gC47wzos8AjXdvvu+fBCGF6tWpLSRW9a7TvwjUV1zEELCIlbzmTfKQqD8BBCr5WdOixCAAAQgAAEIQAAC4QnUvFi965dP6rOfOEuNsQZ1fmel/vKXv+h1r3udSei1117ThAkTNGXKFFOoDg0Naffu3ebPt27dqne+851as/qH+kH317TXhMLlalWI1aQ87U6dF3FkOqeqASuZV3UwubbOzJJf1biMWA3/AJaiZJBYtSWj7MhJ54FLZoe8wip92rz3AKPMsvaIvCfUGz83xNgVevqfDElmveZ91MjXaufotO556uofa9ZP/1X/9ZtkGZe49as3y+FVqa32ycZ8ImvvvPeP+lDrARqKJTTOkVPVb14SalCDGmUIVfvru/7veZ39HmcqAO9p9fZBXMkandvYU9GYSdFclFj1ys/Mecx5eFXqEDO/eTF+5hiX61CuXPORa3XnI1Y/p8Ntbqm2w6yD7PPu7BlitRTvQtQJgegIIFajY0lNEIAABCAAAQhAAALRE6h5sWpErF58wVka19ior3WvNAnakarG33//+9/Nn42OjmrHjh16+eWXNWnSJG3ZskXHHHOMJk6cqAfu+XFRcrU6xGp0iwuxGh3LQmpyi9VCaqife35y3+/1Lye/IWsqACeJUSXUqJiM+Hf765/93zbNeW+WHKt1gDHjMC2/g6UqnANitcIniO7VPQHEat0vAQBAAAIQgAAEIACBiiZQ82L1pw8/pXg8niFUvYLV/t5IG7Bnzx499dRTOuigg9TQ0GD+KUauIlYr+hmouc4hVsNP6R33/1bv/8cDpYaYYomGnDcmEvFUOfvrnse26qwz3x6+wZoq6ZM2wplT1swjW/kvxGrlzxE9rG8CiNX6nn9GDwEIQAACEIAABCqdQF2I1c+c9yEzFcD/fO8OMxLVSAVgRKsaW/6nTTMOrnFHsRrRq08++aR57Q9/+IN27dql448/Xjd/83o98ou7804LgFit9MegtvqHWA0/nz++9zc68o2TdNyhkzSquGLaS6OxYbOC8YmY4o0JmT5VMTNK1XjfGInF1Tg6Tk/8ebs2bdutD59ZvxGr8qQQMMGZKRdkpnWwUz54ZyT7AWTh5y6qkojVqEhSDwRKQwCxWhqu1AoBCEAAAhCAAAQgEA2BmherP+sd0L9/Yo6ZCmDpd37sSgPgFar2IVeGWB0YGNBRRx1l/v3SSy+publZzz77rNY9tEZr7/5BXnIVsRrNYqWWcAQQq+E42aXuvPe3Go0Z+VPjUsJ6Wkdj0jhDpiYSSjQ0KhGLqyEuM6o10WAI2Aaz0Jz3/UN+jVG64gggVituSugQBFwEDLH6yPDJUIFAVRNYfVXGKZ9VPR46DwEIQAACEIBAmkDNi9V7+gZlC1NnblWnVLWv23+PjIyYQvXYY481D7TauXOnmX/VSBGw7777asX3vqUH7/mRxo/LvXXYxoxY5ZErJwHEajlp01a1E0CsVvsM0v+xJ7BG7bHZ6m7t1EDvfDVF3CHEasRAqW5MCCBWxwQ7jUIAAhCAAATKQqDmxWrPuqfV9rEPmqkAbrz9Lr3wwgvaa6+9TNlqSNO9997bzKG6fft2GUL1wAMPNMEbYtWIXDWuGX/v2rlTX1jwaU198+G66PNX6EuXnK/9Jk0INUmVJFbPXrQqVJ+LLXTBrBOKrYL7CyTwrZ89WeCd3AaB+iPw2Q8cW3+DZsQQyElgUMtmNqujr1WdA72aH2hKEassKAgEEQgnVpPPUqqyNvUkujTLU/ngsplq7uizftrWo0SXt4T7Bt/ya9oVm93t2+3WzgH1Bj/4QUPmOgQgAAEIQKBuCNSFWP3c+R8yUwF845Y7tW3bNu3evduMPjUiUSdPnmxK1n322cf8+QEHHGB+b+RVHT9+vMaNG2cuhh07tuuS9nM1ce9JuvDz/09XfnauJu+7Vyq1QK4VU0li9aa7N5R8cd/3aL8QqyXHTAMQgAAEIACBEhBArJYAKlXWOYFgseqVqklgGZHgnnKBYjVL+Rxita0noQBXW+ezyfAhAAEIQAACbgI1L1bX/N8z5oi92/3j8bgZoWrIU/uaXc5b1vjeiFo1xKshXI20AJ/5tzM1ZT/Eqt8DhVjlbQYCEIAABCBQ+QTWtMeUClozBU1zMlrV0ffWNrWpW92uCFZbvhoRdXO0OiMVgEfmFJEmgFQAlb+O6GEwgXBidbXm2BGqKfHpjlq1n9m2tjZ1d3cHRqyGL28/s2Ej1YPHTAkIQAACEIBAvRCoC7H66Y9+wEwF8M1b79SWLVvMKNRJkyalIlQNaWpIVuPnRnqAl19+2fz+TW96k5k2wEgH4HwZovWJ9b/T+t/0atWt/xO4VohYDUREAQhAAAIQgAAEykkgKW7sbb+Dy9p1z/u7NL8pM2LV3kqc2iI8uEwzmzvUZ8pYeXKselIDuMrm3rLsN3zEajkXBW2VikCwWHW3nNq+7/xQwpatxnM3Z7W1lT9XxGoe5VPtBUbAlooQ9UIAAhCAAASql4AhVn/T97A2b9qs7a+8qkSWoXjd4MR999XrDzxAsTmnNGe7x6wqFmgVi4cXk38jO/cMy8ixaqQCaGxo0NLv/FhPPPGEKUsnTJhgRqEeeuihZkqAl156SYcccoiZIuD555/Xfvvtp53jXq9l9w7oiee2aWjPLsXiQ+afvRtHddy0yfr3D7Xotw+s0I9u+UbOQQQi8CmQbUwF04pJu/eMiFQABRPkRghAAAIQgEDtELClS0Y0qV8qALcsVTLHo7Vl2CNSPcJWcka3ZuaLDAKKWA0ixPVqIBBKrHq357ueTc9z5JSmvvv28ylPtGo1rCH6CAEIQAAClUvAEKt33H6rLvvM+zX1oAMUSwZnGkGZiYS0Y/ew4qMJYyu9+behABsbG7TlLy/qph/8ovLF6j19g6ZA9dveb0xLtp8bh1qdfcM6feXDb1FDIqG2bz1gidVRS64afw6ePFHdl56j8z94EmLVQYBUAJX7wNMzCEAAAhCAgE3AlQpA9pZj/xyrVlljm/Ct0vnG4VZ2eX/pmknZ/yCeoNlArAYR4no1EChIrBoDS8pV+8OMVNR4gFjNiDLPVT7rhyzVQJY+QgACEIAABMaegCFWf9j1bX3ti/+mWMM4NY63zmqKx420otLfXtmhoZFRxeOjGh6Oa9y4Ru2z93hNed0+uuSq71a+WP1Z74DaP/4vZiqAG275iTZv3mxu+TeiVo3t/o2NjebXxp/h4WFz27/xxzjMqvVL9+nbnzxRDUqo/Zv3KRbfk5KqhmBtiA/pgW9doQ+fegxiFbE69k8zPYAABCAAAQgUQMAtYZTMs+rJtZiSL61q7etLpgEwtvYHRawW0CHHLYjV4vhxd2UQCCVWXV1N5yk2IsPnrHbkQ/YOySeHsftDE88NvpGwRlYBDq2qjNVCLyAAAQhAoNoI2GL12kVzlVCDxhspRWMNGhlNaHRkVFtf3qE9I3HFR+LaMxTXhPGN2m/SRB0weZIuu/p7lS9Wf/rwU7r4grPMVADXd63Qk08+qYkTJ2rq1KlmWoB9993XlKoHH3ywtm7dan5vXDdSAcy86h5XlGqDU6zGLbF6f9cixKpn1ROxWm1vA/QXAhCAAATqjYAhU8/Xreqd3yR5tu+no1N7ZVy2XnYkq/G1U7p6xKpXtBYJFrFaJEBurwgCgWLVeAZXz1Eita2/TGKVaNWKWB90AgIQgAAEqpuAU6yOjiY0bq+Jamho1IgRsToyquf//pqGhuNmtKolVhu03757603776vLv3RrdYhVIzLVeOVKB2DkXB0/frxiOZLCrv7VBn1j1dpU1KohVu/79pdSK2DH9lfV85PbM3KukmO1uh8Seg8BCEAAAhCoPQJOUSr3ITj2gVOmQ+3UQO98GX7V90AdP5HqvN8GV+ChOIjV2lt59TiiUGLVOIwq45UlhUbG1v6APKm+qQDS7wFEq9bjqmTMEIAABCAQFYGaF6t3/2qjLjp/jpkKYOm3V5gHUxmpAIaGhswo1W3btumAAw7QX3c16opVT+ivL71qilNDmjrzqaZ+ZketGrlWR+O67ztLpD+dJY0MSdpfmna1Vq34uUuuIlajWq7UAwEIQAACEIDAmBHIOJiq9D1BrJaeMS2UnkCgWDW6kPPwKk8foxCrqfYKy39cemq0AAEIQAACEKgOAjUvVu/65ZP6/CfP1rjGRl3zreX629/+lsqhaghWQ6y+4Q1v0BV3/Um/e3abKxrVPqTKFqymbDX/7FFs1IqCNcXq0x+UhocsuTpxhgaGL9TCi+amVgBitToeBnoJAQhAAAIQgEB2AnbexnJGtxli9corr2RaIAABCEAAAhCAAAQgUJEEal6srv7ffvNQKuOVLRXA6173Op12za80tHtXKko1LVFtmTqkBiNK1RSrRn0JM23Avd/+srTxfWmxGm/Q0PH36d/e+zbEakUueTplRkQsma6Bvg5zaycvCEAAAhCAQDABe6txeaPbEKvBM0MJCEAAAhCAAAQgAIGxI1AXYvWznzjLTAVw/U3LU4LVkKwvvfSSpkyZYv5p/dJ9qWhVc9t/SqI6xGoyPYASCbOepsMO0bcW/qv01EesaFUzanVYeudvXQdaVUvE6uY7L9L5y59JrsYz9JVVl6vF+O6xa3XGtWt9VqmjjOMqh1eN3QMdqmXEaihMFCotgcHOVjUvWJdsxClqBtXZ2qzUJaNEttyM3m2TqS4b9V2mjWHrKe1QqR0CECiCAGK1CHjcCgEIQAACEIAABCBQcgI1L1bvfOgJzb/ww2YqgP+64fZU1Oro6KgGBwfV1NSk/fffXzO/2GNt8U9u93/7kQfqyo+8S2+cvE/2SRjeJm35qvTqY2mpOjQknbK+CsXqOl1z6XP66PXzNE3Suhveq0W6WmsvNtVqxivXdcRqyZ/b4hpArBbHj7sjILBG7a0bdVkyatrcXqye5GnIlljtX5xQ6nDkPFpM19VcVD15NElRCECghAQQqyWES9UQgAAEIAABCEAAAkUTyFesjh/foNftu7feNGVfXf7lWxWbc0qzFb6Z5RULDNcsegyKyb+RnXuGZYjVPXv2ZE0DYESuGodX/dOiu5K5U60I1R8vmqc3NHxNGtlkddCIUjWjUocd0ame742IVePPaU9WoVh1z4MZvdp7qm5NilbX1S0r1N7xkE7vvFHzpmbOH2K1+DUdaQ2DnWptXiArNrBFS5fO0IKVdioAY2vnEk03frbAOI3Wjhz0Rg16tn666jQCCm0JZtx3nnTbYvU3z5Z1vq03erBFSwf61NFknNPgFGpGWavdlXMH1GcU4FUXBMzo1ZVzk+kpihCr5rpcqbnm+iqinrqgziAhUB0EEKvVMU/0EgIQgAAEIAABCNQrgZoXq3f84nF97oKzzVQA13zz9qQjTZii1T64yhCr77l6tZVjNRm1+tDSdumlC9NSNT6SzqNqH1TllKy2VB1t1NDMX1d5jtV1uuacq/XMuTer6ywjftX9CopmRaxW0tuJV1Qmc+S1LE1KLP+ceV7h6RZf7mhDPym2YF2moLXlq6u8uZVb6kl0aZbpVZ1irJI40pfSEbDW4Pqltkz3Sv20iA/qg1/kazqlQPh6gtrhOgQgUD4CiNXysaYlCEAAAhCAAAQgAIH8CdS8WP3JgxvU8al/NVMBLOn8XkqsGgdaPf300zrmmGM0efJkXXLL/+oPA1uSqQD26BfL/j0tVsNKVSO/6utP1MA+V2jhRXNTsxEYtOtTIFsUbv5TnLwjJu3eM6Kb7t6QvQpnLtV3ZUsDYElXXX6vrjjRvyrEasGzFP2Npqjs12JbXBotuFIBWFJLqYjTbHIzGdmajDR1ddTVRmaUoClS+xcnt3kn20/JVHf7GWWjJ0KNlULAmR81Ww5VczkauVhnpOV71v77rGVH2fD1VAog+gEBCBgEEKusAwhAAAIQgAAEIACBSiZQ82L1x2vXa/fu3TlTAUycOFFbd8S16Lv3aeuLL5lRqw/esMASq/G4tfXfPpzKPqDKjlo1cqoaQtX4fvxB0gldWnXHL/SjW75RfWLVsVKtg6yOSB9glbyWM0VAsgxitYIeeW9EaGixaqcOcI4lHfHnPnjIKOOOUHXmx8wtVpPizBSv5MSsoJVT1q7klp65handUXfktF/3w9VT1oHTGAQgEEgAsRqIiAIQgAAEIAABCEAAAmNIoC7E6r9/8sNmKoD/vuFWbd68WePGjdOkSZPM3KvGwVW7du0yfzZ16lQ1NDSkp+PFCxz5VIel/T8tvf79Wadrx/ZX1fOT211S1ShcNRGrzpH55lENjlY1qkCsjuET7W264IhVT5Srs17f7ft2+XwjVu0I2X4tHpiuJd7o2gpCSVdKSCBXCohQ6SFCSNNQ9ZRwjFQNAQgURACxWhA2boIABCAAAQhAAAIQKBOBmherqx74oxZ8+hwzFcDVX7tZTz31lIwI1fHjx2t0dFSvf/3rtWPHDjOqdWRkxPy5kX/1pJNOkl74WDKvajIi1Y5aTUWvDkv/9EfXQVV+81YVYtUQqXe8WV0Xt5hD8ItYzRbF6h0zYrVMT2+oZjz5K+1Dpzw5Vl2pAIIOkPKIVTOvZXfhEav2gVVmLswcW8JDDZdC1UHAWIfXHaO+LjOzrmu7v9pbtfEy63Az42Wur/V2TuBk/tUZPenUElnSBazJWU91YKKXEKhHAsuXL9emTcmDQ40Pp2MxLVy4sB5RMGYIQAACEIAABCAAgSogUPNidc65n9Hssz6iCRP2MoWpIVONf6QbL+Nr4zU0NGRGqg7t2a3ntzynv237q86a+3Fpy7z0Nn9nKoBjviONDku/+Yh0an9tiFVt1opLL1R36neZI9XWeaPmTbVXce4DrZxrHbFaYU++LVPNbrWpx4gMPU+6ra9DTcoW6ec9QEhSSsYmZVe3Nc6WpUs1Y0G/5ph5XAuIWE2JsXWyD7iqMIJ0J3ICOQ6ocuZetRZY8qA14xs/seo9/CrZ2Zz1RD4gKoQABEpEgIjVEoGlWghAAAIQgAAEIACBSAjUtFgdTSS0Zyiu3cNxNR/3Nn3xmm8pFmvQ9tde0ysvv6QJe+2lndtf1SO9D+kPv16nLX9+ViPDuzW+sVGr7v+t9nttobR7SzJqJLlx3QAAIABJREFUdUgaHrZSA0y/xRKr6zu0/a136fwPnpRzMqoiYjWS5WRVgliNEGa9VOWXC7Zexs44IQABCEAgKwHEKosDAhCAAAQgAAEIQKCSCdS0WLXBG4J1aDiu0ViD9nvd/mpoHKfXXn3ZzH26a9d2jWtsMGVqY2NMjQ0xM6J13gWf19yPzJK2dknb/yjt2W5JVeOwqtEGaZ/jpKYvaNUdD2bkVPVOOGK1kh8B+lYJBMzt3nJv766EftEHCEAAAhAYWwKI1bHlT+sQgAAEIAABCEAAArkJ1IVYdSIwJKvzZWQFiHmPl0qaUEOu/uNJp+jNRx6tCXtNTN1mpAzY9PRG/e6xh7Xilm8ErjHEaiAiCtQ1gRAHD9U1HwYPAQhAoH4JIFbrd+4ZOQQgAAEIQAACEKgGAnUnVkNNSqAJDVVLqlBgdT4FMmRvfk1mlo5Ju/eM6Ka7NxRbU+D9pAIIREQBCEAAAhCAAARCEECshoBEEQhAAAIQgAAEIACBMSOAWPVDH2hC85uvwOrKKFbPXrQqv84XWPqCWScUeCe3QQACEIAABCAAAYsAYpWVAAEIQAACEIAABCBQyQQQq3UmVolYreTHkb5BAAIQgAAEIOAkgFhlPUAAAhCAAAQgAAEIVDIBxCpiNfL1SSqAyJFSIQQgAAEIQKAuCSBW63LaGTQEIAABCEAAAhCoGgKIVcRq5IsVsRo5UiqEAAQgAAEI1CUBxGpdTjuDhgAEIAABCEAAAlVDALGKWI18sSJWI0dKhRCAAAQgAIE8CaxRe2y2uls7NdA7X0153l1Y8ejbNMTqI8MnF9Yd7oJAhRFYfdXpFdYjugMBCEAAAhCAQLEEEKuI1WLXUMb9iNXIkVIhBCAAAQhAIE8C0UvO4A5E3yZiNZg6JaqHQDixmnyOUsNqU0+iS7M8wxxcNlPNHX3WT9t6lOjylnDfkL28tz2juoQCqqse6PQUAhCAAAQgUGICiFXEauRLDLEaOVIqhAAEIAABCORJIHrJGdyB6NtErAZTp0T1EAgWq5mS0xxdRuS5p1ygWM1WPkt7alXnQK/mlyfUvXomkJ5CAAIQgAAEfAggVhGrkT8YiNXIkVIhBCAAAQhAIE8CacnZeXyHOrqt21s7B9SbsiUeqeKVN4PLNLO5Q8mYOE9UnPteK8LNv81iot8Qq3lOO8UrmkA4sbpac+wI1TXtis02Hl531Oqa9piMH7e1tam72/gid8Rq1vL2M+549lNliVqt6LVE5yAAAQhAoHIIIFYRq5GvRsRq5EipEAIQgAAEIJAngbT4tGSqtGxmszr67Eg0T3SpLVhsQWN+/4QWJQWPvY3YJVBTsseoy5BBc7TayOtq7kw2ROtgsk3/rcxhBoRYDUOJMtVCIFisukeS2r7v/NDDlq3GszpntSVec4nVnOXt9wnP+4JH5FYLX/oJAQhAAAIQGAsCiFXEauTrDrEaOVIqhAAEIAABCORJIHNbvi1pTNF69HWmkElHsAZI0KSc8b/X7lpmm1b0W+HbihGreU47xSuaQCixmopSTQ7FFUnueU6d0tQ3KWqI8t7IdKRqRa8hOgcBCEAAApVHALGKWI18VSJWI0dKhRCAAAQgAIE8CeQWq7fq/PTBN66a09Gl9pZg52VDrNr3utMKGKUQq3lOEsXrjEBBYtVglJSrSh5YlXr2AsSq68MUIwWIX3mvyHW0R4rVOlugDBcCEIAABAoigFhFrBa0cHLdhFiNHGkRFQ6qs7VZ/Ys53bUIiNwKAQhAoAoJZBer5jZ9WbkbM+WoNVT31n/DmTrKZ0S72ngQq1W4UOhyGQmEEquu/qRTehjP7ZzVVm5V31fGAVfGYxtQftETavakEsiQsWXkQ1MQgAAEIACBaiSAWEWspghsvvMinb/8meT3Z+grqy5Xi331sWt1xrVrU2Wbzr1ZXWdN813ziNVKeisYW7E62Nmq5v7FSvhuT6skTvSl3ATMtbFgXbJZ//yL9i+ELUsH1NeRJW7GFWnToqUDfbKKWms/1YTxo8BTk8tNgfYgUEoCeeZY9XTFK1bt59ESsQNqN3KppkSOsd34Oh3dm8yxmnEQDqkASjnT1F09BALFqvH/tNVzHP9uKq1Y7Zm7UrM7+lz/f0zldeX/mdWzsOgpBCAAAQiMKQHEKmI1SWCdrrn0OX30+nkydOm6G96rRbpaay821Oo6XXPObTq880bNmyppywq1dzyk0+3vPQwRq2P6THt/NR7TiFXEaiWthUrqyxq1t27UZX0dMhyoKWzkOdHY+OVyiXEOcrfWz80iVk2puj4tU83vpR7zsJ2x/VChkmjTl3olYAmZDZ09mrtytgx3Yn2+4NjBkJFb0fkBhJ2b0f78o01t3d3aYIrVJiOkVTObO5SsNlkvEav1utoYdzgCocSqb0hqlgPgMrb2ew+j8vTLW94vDYD9yDvfK8INj1IQgAAEIACBuiSAWEWs+i58M3q191TdaohWU6Ru0idSEawe0YpYreA3D1su9UizrZOaJWdUn/G9N7LP84/3wU61Ni9QKrYw9Q9tH3FlyrDpGuj7gH7miRY0og4X9zd7BJpVx8ps4qyCydK16AiYAn7lXA0kRau9JvsXD2j6kuzrI/M+4xfKJZpuRq0iVqObIWqCwNgR4PCqsWNPy9ETCBSrRpM5D68KEKV2nmNliRIPmWPV9QFM9BioEQIQgAAEIFBTBPzE6vLv36bEaEKJhLRj95DiowmNjo4qHk+ooSGms+Z9XG+asq8u//Ktis05pTmRi0gsVnpeMUXcSLmr82mvFGPavWdEN929IcSEGOL0aj3j2O5vRrD+0kgPcK6eu/RCPTiTVAAhQFZAEVuapmWqtQV7RjKqLzNa0C2r3JGF7mu5xKoViZgRseqKKDQLqLV5peamtm9XADK6UGYCVnTNesd2//S6ac4t3r3rKfkLpUz57/3AwPuBQpmHSXMQgEBBBBCrBWHjpgolEEqsVmjf6RYEIAABCEAAAv4EckWs7jWuUS/v2KWReELxkVENx0c1rjGmXUNxxGo+CyrQ01aKWHXmUX2XnQYgPVJLrko67JNWJGsWCKQCyGd1lLqsX9SeI6pPfmLTGfXn6Z8pQvu1ONtW61TEahax6hJfPuK11Diov3IIOCNynHncfNZYrohm98EcLWppWacZPoe1eT9QqBwQ9AQCEMhFwBCrV155JZAgAAEIQAACEIAABCBQkQSIWPWblkATmt9cBlZXKWLVMSzrIKsjkgdYWRGsuvxeXXGiZF2T2sixmt9CGJPS2cSqmYhSXc3ubf7pLnojXO1EAEYJO1VAARGrrihWKxqx30eCjQkqGh0zAmnpeZk2utZEvqkirOhXK2LVO5xc18Zs6DQMAQgEEECsskQgAAEIQAACEIAABCqZQM1GrE49+h068PC3lpX9tmf/oM1P/VoNRv4DhyytRrHqPKBq5qOOfKsm0c1akSMdABGrZV12AY2FiVi1I1B9qvLdul9MxKq9/b9fiwema0kq+rWSmNGXshNIpYRYrP5mOxewpxctSx05WLP0MCM1gKMcaSfKPq00CIEoCCBWo6BIHRCAAAQgAAEIQAACpSJQsxGrb591oT487+Pas2ePpJxpYPNme+NtP9VF531Q3r9X/2SlHu35tsY3NpjJaO1XVYhV44CqO96srotbLHXqjFg1UwQoGb0qWdL1uzoyGcHqBYhYzXtJlfCGLDlWUwcFBUQEekSVte06fbiV6zR3+5ArhwDLPFzIGKoj96VzC3gJKVB1hREw1sp1x6gvGVaafZu+d30m186MHiUyQlLduVrXtLdq42XGIVbW2M21uj6EnK0wVHQHAvVOALFa7yuA8UMAAhCAAAQgAIHKJlCzEaszP/RZnXbGaWn6iWx61bqQVq/WqV3Gy4g8jZnRp9bPrD/G1+4/diP33b9WfXd3aeKERjU2NqTargqxmoxC7d5kd/tI11b/VH7V5OUmx8FWiNVKfsgNEXWetHiuVs5eIGtDf1qMWj33HvIjySFHnTksW5Yu1YwF/Zpj5lg1dZW59brbrrdHmr1kejqy0JatZpUD6ktaLkukrROnzlby2ill38IeLBUgVh3ry+itc41lnKocJuK1lEOmbghAoCACiNWCsHETBCAAAQhAAAIQgECZCNRsxOppc/9DD9y/xsRoi9DR0VH5/YnH46mfG1/b33t/btw7PDxsRsEaf3bu3Kldu3alpupLX/mqeu++SRMnjNO4qhOr0a04IlajY1mzNeXasl2zg2ZgEIAABCCQLwHEar7EKA8BCEAAAhCAAAQgUE4CNRuxetrcBXrg/p8jVu3VFJN27xnRTXdvKPn6QqyWHHHVN+BKIVD1o2EAEIAABCBQKgKI1VKRpV4IQAACEIAABCAAgSgI5BKroyOjev7vr2loOK7h4bj2DMU1fnyDXrfv3nrTlH11+ZdvVWzOKc05E5gaO+lL/Yo5T4pKNnbqOR1a+8C9iFXEaqmXH/XnTYDT2fNGxg0QgAAE6pQAYrVOJ55hQwACEIAABCAAgSohULtidW6H1t7vFqt33323OS3ve9/7XCkB7C3/v/rVr/TOd76TVABFLl4iVosEyO0QgAAEIAABCJgEEKssBAhAAAIQgAAEIACBSiZQN2L1rrvu0gc+8AFTqPb09OjMM880v37ggQf07ne/2/y6HsTq2YtWlWU9XjDrhLK0QyMQgAAEIAABCNQOgeXLl2vTptRJmuYhogsXLqydATISCEAAAhCAAAQgAIGaIlCzYvXdcxfoQUeOVadY9R5g5YxYNWb3xBNPNEXr0NCQdu/e7TrYyjisamRkxDwQy7hmHGJlvzi8yiJBxGpNvUcwGAhAAAIQgMCYESBidczQ0zAEIAABCEAAAhCAQAgCiNXRUVOQbt++XTt37tTg4KCJbfz48aZAzeeFWEWs5rNeKAsBCEAAAhCAQG4CiFVWCAQgAAEIQAACEIBAJROoS7FqpAJobW3VCy+8oKefftrcZuZ8GdGo3p+FmUTEKmI1zDqhDAQgAAEIQAAC4QggVsNxohQEIAABCEAAAhCAwNgQqFmx+q5zOvSLB/wPr5o8ebJeeeWVrMSdYtX4OtfLKWARq4jVsXmMaRUCEIAABCBQmwQQq7U5r4wKAhCAAAQgAAEI1AqBmhWrp3x4vh568D5zngw5+vzzz2vDhg0ycqSW6oVYRayWam1RLwQgAAEIQKAeCSBW63HWGTMEIAABCEAAAhCoHgI1L1YNkfr73/9eW7duLfmsIFYRqyVfZDQAAQhAAAIQqCMCiNU6mmyGCgEIQAACEIAABKqQQE2L1Tt/skKPPPKI9uzZU5apQawiVsuy0GgEAhCAAAQgUCcEEKt1MtEMEwIQgAAEIAABCFQpgZoVqye+v12LvnC54vF42aYGsYpYLdtioyEIQAACEIBAHRBArNbBJDNECEAAAhCAAAQgUMUEalasvu3MT+qLixaWdWoQq4jVsi44GoMABCAAAQjUOAFDrD4yfHKNj5Lh1SuB1VedXq9DZ9wQgAAEIACBmiGAWI1wKhGriNUIlxNVQQACEIBAVRJYo/bYbHW3dmqgd76aqnIMuTpd3vEhVmtuATEgBwHEKssBAhCAAAQgUP0EEKsRziFiFbEa4XKiKghAAAIQqEoCxYrHQS2b2ayOvlZ1DvRqfsWZ2WLHl9+kIlbz40Xp6iIQTqwmn7nU0NrUk+jSLM9QB5fNVHNHn/XTth4lurwljAv2+4vn5qzlq4snvYUABCAAAQiMBQHEaoTUq12sbr7zIp2//JkkkTP0lVWXq8Xm89i1OuPatcnvjlRb542aN9Uf3n2P9uuCWSdESJaqSkFgsLNVzf2Ls/zDuxQtSmvaY5q9fqkG+jpqMIqrNMxqtVZz/S1Ylxye/y+J5nrpllqWDqivI4tdWtOumFHIfLVo6UCfvEVD1VOroBnXGBAoVjwiVp2ThlgdgyVMk2UjECxWvVI12bWMiHhPOcRq2eaQhiAAAQhAAAKI1QjXQHWL1XW65tLn9NHr52mapHU3vFeLdLXWXtwimVL12bRMNb+XW7w6OCJWI1xUJaxqLMRqCYdD1VVFYI3aWzfqsqRgN8WnPNE1hjBdIrWpW+vnZhGrplRdn5ap5vdyR/KEqaeq2NHZsSdgCYwNnT2au3K27ACx1s4B9ZrhpWmx2nl8hzqS3r+tJ6F0AJlXltjRqT7RZCmBku2eJBHXhwxO+XK0rjP726njOzrUrWRbWqaZzR1Kxrc5ItyKGZ+fFLZ/5v8BStB8IlaDCHG9mgmEE6urNceOUE095+7nyf4Asa2tTd3d3SEiVgt7HquZNX2HAAQgAAEIlIoAYjVCstUtVt0gzOjV3lN16/XzJMfXhnSV1umac27T4VmiVhGrES6qCKpyRwYaEX23Sec1KxUsaMT5mRGBUmdrs/oXO375N6XU9GSE6WDyeo80e7YsV+CMEAy6noxYTQm04PLyEwVsV4tgVVRWFeYaXTnXEclsr40BTV/SrJVZxGrmfYYQWqLpqajVcPVUFg16U/kE0oLTkqnybN1PX7dkqlcs2tdtseGVkX5yMuCepCSVqz92/d7+NkmDhlR9QouSssbeQmz1t7jxNSe3I6dEs9lWh/oKfO9GrFb+E0EPCycQLFbddae2+zsjVu1/KxnP2JzV1i6OvCJWkayFzyB3QgACEIAABCTEaoSroHbEqiFOr9Yz596srrOmJSNWnRGq1nVdfq+uODETIGI1wkVVbFWDnWpt7tdiv1xcGakAbAmVW6wuWJeWqe5IQ+v+7Nf9xWr28m5JRoRtsYuhUu+3JM56x3b/9Fw3m2sqm1i1xLszQtWqS8nIwND1VCoa+lWhBDK3+tuyw5KJAxmHV1nRZMlI0QErfUU6wtUIcnX+zCtqvdeTaTGc9xx9nWKzN6Ryslr9OT4ZvR0iNYGr/cz+5zW+Jnd7SopWd8Ru+KlFrIZnRcnqIxBKrHo/ZHalAfB8cOOUrPnkWBVytfpWDz2GAAQgAIFKIYBYjXAmql6sOvOoviuZBiDJx0wN8Esb1pFqOuwZHTkPsRrh8ilNVaZYXaAZri2oVlOZojKcWA2OaM0mZrNFrGYp75XCrujZ0uCi1jIScP6i6Iyscc27tSazilXTN1l5WK1Xi1pa1mmGEXXd7PxQIbieMo6cpqqeQHFi9f33WAfM5CNW3WLTR6y+/x4zKtQVsapODfTOV5MjNYH1vfVyPzvWz7KJ4fzEql23IZJvlc43DuIqXNogVqv+gWEAOQgUJFath9V8vu0PLlLvJ4Fi1dMZO6LcPO/Kma6EaYMABCAAAQhAICyBmhWrBze/XZOnTdeE8RPCsnCVa2hoUGOj8adRo6PSaHxE8XhciRy1bXnqt9r05GOaOKHRvNd+xYJ64FMgpsC7gmp1X49Ju/eM6Ka7N4S6zzrI6ogseVSJWA0FsVIKJeWqcUyQ8xCgiherpgxIb+v2zcNZKYzpR1EErHQVM9STuEwbXeko8hWidsSqlUIg/SFAvvUUNRxurnkC2cWqayu9I6qs5BGrSbGaypdq51E1LWpQf70RsdkjVkONz0wzmzxUrrVVrX19BacBMHqPWK35B6quBxhKrLoIuVONzFnt/HDRgzLjgCs/1Om8zojVul6KDB4CEIAABIogULNidTSR0PBIXCPxhIyv83nlpTQdhQ0ZOm5cg8Y3NqihIX0hsL4KFKvaskLtHQ/pdL88qhxelc9yqqCy2bZJz0r2sRIjVhfIPjfeOMaoxyelQQUBpiuFEjDl/0rNHVis/mY7f6+nspaljhysWRpKpQaYo9WxIuopdBzcVycEQuYgzSZW7a3yqfe0zMOdXCLWKUez3GPlNTUCVntlnp/lJ2Ic/XHnVE1Hr7oiVlMRrFlyyGYdn9G48xAu+2CuwpYHYrUwbtxVHQQCxarx/7XVc5RIbesvUqwaEarXHa1eu75UxGpxz2l10KaXEIAABCAAgdIQqFmxmlBChk81pGqeXlWxQBPqPxnGbbFYTA1GBS7hGjB5lSBWDZF6x5vVdXGL2dnsEaue/Ks+QyPHamke1uJrdYvTzIN/PFv17UjXlNAqVrzmmQog45eJ4glQQ4UQMNbWdceoL/mLXTpitUu25rd66o00TebxndHj+CXTHlNmrtb0aIlYrZCZr5Fu2BGgbWpTt7qTYaLpaK/MCNEMUerYfmtB8Xxw5LxuC8yc96RlSxqy5/Aq37yMydJtbWrr7tYGV47YIsZnPL3J3Kr2luUM3xtyNSBWQ4KiWFUSCCVW0/luHGPM8mFzRioA+70hKU6TB92lo9vt9wC//69WJVI6DQEIQAACECg7gZoVq0WRLFCsZmszsLpKEKvarBWXXqjuTfYojlSbHa1qRq9+V4PJS032oVZZBoxYLWr1RXuz98CDjFyWVkRoOkWA85fzNvX0SLOXTE9GCpZZrPrlAAwTtRgtQWorCQH7oDO78vSBaO7mAsSqI82FcZ8z1UXuekoyKCqtGwIhDoMqM4us4jbryeC5OhjR+FwHYhWqVUkFUOalRHNlJhAoVo3+5Dy8ytPhILHqTNWRvNWV77nM46c5CEAAAhCAQC0QQKz6zWKgCc1v6gOrqwixmt+YcpVGrEbHsp5ryhZRu2T6gPo6Cv8lvZ6ZMnYIQCAKAhGJxyi6YtaRmUogJWLGUKzah2MVm7fRiFi98sorI6NFRRCAAAQgAAEIQAACEIiSAGIVsRrlejLrQqxGjrQuK8w8rIrt3HW5EBg0BCqOQKWJVQOQTyqAgqSqo65QB99kmxy7P8XnxkasVtwDQIcgAAEIQAACEIAABBwEEKuI1cgfCMRq5EjrtELvdvFcW73rFBHDhgAEIFDjBBCrNT7BDA8CEIAABCAAAQhUOQHEKmI18iWMWI0cKRVCAAIQgAAE6pIAYrUup51BQwACEIAABCAAgaohgFitM7F69qJVZVmcF8w6oSzt0AgEIAABCEAAArVLALFau3PLyCAAAQhAAAIQgEAtEECs1plYvenuDSVft0SslhwxDUAAAhCAAATqggBitS6mmUFCAAIQgAAEIACBqiWAWEWsRr54EauRI6VCCEAAAhCAQF0SQKzW5bQzaAhAAAIQgAAEIFA1BAoRq/vtM1EH77+fLv/yrYrNOaU5kWu0sVjpWcQUcSPlrs6nvVKMafeeERGxWvr1SAsQgAAEIAABCERDALEaDUdqgQAEIAABCEAAAhAoDQGnWB2Jj6px/AQ1NDQqHk8oHh/V8397VXuG4xoZGZXh5WKNDXrdpIma9sbX6wv/eTtiNcy0BHpaxGoYjJSBAAQgAAEIQKDOCCBW62zCGS4EIAABCEAAAhCoMgJOsbpnaFgNjeOkWIPiowkl4qP689aXNTQS18hwXHuG4hqV1Dh+oo49/A368rU/RKyGmW/EahhKlIEABCAAAQhAoN4JLF++XJs2bUphiMViWrhwYb1jYfwQgAAEIAABCEAAAhVKwBCrN3/9q7rqko/qwP33k8yt+8afhBIJadvfX9VIPCGNJmREtDY0NGjcXhP18su7tHx1r2InH3dwzlQAhY87UEcWXnXAnVGnLyhoJFluKiZFgGHIVz/8bMm42RWTY7XkiGkAAhCAAAQgUBcEiFiti2lmkBCAAAQgAAEIQKBqCZhi9WtXa9yEyRo3fpKySVKv5pu47756/YEHKHbS9IMT9/VlP2k+X6mYMHSuz8v580S2bnpute/JrNOwxlbhrGWSdXnvTbXt6Ge2PtvDyOhvljFa/clvLYWSwLGYjIiPD57xTt3Vi1jNjzClIQABCEAAAhAYKwKI1bEiT7sQgAAEIAABCEAAAmEIGGL1z38a1O6hEb3y2m7t2D1k3mbGrcaMP1aIZEOD5eaMiFXz60RC8dERS6w++OiT+vayr/i2FyRW8xWJBTUShkSBZYLGV2C1VuRwhK+PXDBfs097B2I1QqZUBQEIQAACEIBAaQkgVkvLl9ohAAEIQAACEIAABIojEJlYvenrX6o051kwmailpuWpo3kV2rePfuo/NOvUtyNWo5kGaoEABCAAAQhAoAwEEKtlgEwTEIAABCAAAQhAAAIFEyi5WC20Z9GpyEJ7EO6+QkWnu/bSj/Zjn0ashptRSkEAAhCAAAQgUCkEEKuVMhP0AwIQgAAEIAABCEDAj0B0YvVr/hGrBWPPwzXmUbTg7pTyRn85G+2oEKulnMEqq3tNu2JLpmugr0NNIbq+pj2m2epRomtWiNIUgQAEIAABCERHALEaHUtqggAEIAABCEAAAhCIngBiNXqmeddYaWJ13Q3v1aJfSk3n3qyus6ZZ49myQu0d39VgcnRnXn6vrjjRf6j3PdqvC2adkDcHbigTgSLFqila1y8NFLNhy5Vp1DRTYQQGO1vVvGBdsldt6kl0yavuzTXULbUsHVBfR5aPAYz1bBQyXy1aOtAnu2iYNioMC92BAAQ8BBCrLAkIQAACEIAABCAAgUomEJlY7cqSYzXK/KJZQeYR3PnClOe0ee9n9Np+r6hhwmgkc/Pu9WdFUo+zkmhSDKRr/KiRCuDdIXKsPnatzlghnam1emamLVbX6ZpzrtYztmg1ylz7rNo6b9S8qZlDR6xGvhyirbBIsRptZ6itPgmsUXvrRl2WjJr2jYo216nUpm6tn5tFrJpSdX1apprfKylpQ7RRn/AZNQSqigBitaqmi85CAAIQgAAEIACBuiMQmVgd28Orgs3qK/ts04ZDHtOxh/6DTjtgnk5pOlN7jd+76Amfs/oovStArAb3Lnw3ChWuH2u7RO971z8GHF61WSsuvVB/mnezDl9xoR60xaopUqWvrLpcLWZX7XL+UauI1fDzWZaSg51qbV4gKzawRUuXztCClc5UAIPqbG1WKnhQ7uhBr/TKkGCu+qW2noSMrAGZsixXO9a1/sXWvebLI4Dd0YfuyMSycKSRkhEw53blXEcUtL0eBjR9SbNWZhGHmwMbAAAgAElEQVSrmfetUXtsiaY7olbtTmeWLdlwqBgCEIiQAGI1QphUBQEIQAACEIAABCAQOYHoxGq2HKsFWsUCb/MFtGnKRm07cou+cMK3dfwh79D2ndu1c89ODQ8PaSQ+4ntPIpEIhH34IUfIFKt/DIhYDRhMlGPN1unzPnOp3nvKCTnF6uY7L9L5m8/T2osPNQWrLVbNn/eeqluvnycrMYAlVlPi1dMoYjVw6ZSxgCWo0mLKEE+z1d2S3srvFaBeAZVbrFr1rU9t1U5HCQ64crMmpeqMdK5WS5TOSEYXBohVU972a7HPdvEywqSpkhDwriHJXBv9i5XoavasX08HXBGqxjWrLiXlfrp0ZhslGQqVQqAmCCT/P9HaqYHe+aFycaeGPbhMM5s71FfIvVnYGWL1keGTa4Isg4BALgKrrzodQBCAAAQgAAEIVCGB6MTq178c6fDzko05Cj83ZaP0loT+q3WFYrEG/fmvz2k4Pmz21XubS6Um3GkCPN+a9x/f9FZTrBafCsBnAHkBCEZ/XrshVv8hu1g1c6hu0ifMqFS3OM0Uq5KRh/V70xw5WB1dQKwGz0fZSvgJSWckqHl9pea6IvzcUX85xWqG2HKoLKdY9RWjznbCiNUFmpEhzMpGkoaiJuDMjdrmOBzNtVa8HwxkdsLOw2pdaVFLyzrNsCOfs7UR9VioDwI1RQCxWlPTyWCqhkA4sZp8PlOj8s9RPrhsppo7+qxSzv/HumgMatnMZtnF0lU6DywN117VQKajEIAABCAAgRIQiEysdi1dEmn38vKKWQq/ss+Leuro3+s7//ywduzaoWe2DKZlarYGknY1JVnNLxIyNWvStdrBrK1vm2mK1VM3nF3k2EsvVj/edkkOserd2h8kVolYLXLCy3e7n/jMEKt2mgBnt9Jb7QPF6hJnWoF0Ha77fAWsU6YGpwKQI+VAzsOMykeXliIikI5evkwbXSkhgsWquwvZIlaTUbCpCOmIOk41EKhJAkWI1RLwIGK1BFCpsiIJBItVr+RMDiMjQtxTrlCxakege2lFGJFekRNBpyAAAQhAAAJ5EohOrHb6i9VYRlxonj0sovjDTT/TVafcosMnH6Nf9z+qhrxsrTRq29WEoVbN/5gvQ6waEaxntrw3KVY/nLuXebZrVJb9lgIqk/Tx9kt05j+9LUvEqnU41X1+ozjsk7p13iadT47VIlbiGN4aKmI19xb7QLGaOizIo7iijFh1VZ1dno0haZouhkAqcnqx+ptnq9uvLkf6iqxN5YigtsS8Nzq7mE5zLwRqlUBarHYe36GO5ANp5882R+0VLilx45Wy1vcbOjt1fEeHutWqzoFezW8Kzw6xGp4VJaubQDixulpz7LRIqV0ZPrnxu6W2tjZ1dxtfOCNQnYzsiFX/qFfrOX9CizLay/85ru6ZofcQgAAEIACB3ARqVqy+MOU5Nb6tQf/5T8t1/2M92jW0U5P2mqQTj23R8IiVCmB4dFivbn8lRehvr22zvk5Ir+x42SqXlKjmj5PRq+bfCems086pEbHqXSTeiFRLvOry5GFVGYdZue8nFUAlve14ckvaUZ8pSRUcEVjSHKuOA4tc7WT00/2LQMZBV5WEnL4EEzDm97pj1Jc8qcydbzdzrtM5gjNz9aZL+6z1UG0Ed5cSEKgvAuloN0umeuSLR7bYW46tsv5i1XCzrZ0D6s3HqCahI1bra/XV82iDxaqbTmq7vzOC1Jathkyds1qx2WHEqrPeLJLVKJL6QCVHmXqeQMYOAQhAAAJ1SyASsbr2kX51L/uKL8Sxilj99SG/0Pktl6v59Sfo0f6HzRjQqW+YptYZ7zb7mY77bMg9+bGYhkeG9PfXXrLKJaQX/vZXM3j1bc0n6L8eadfRT/2jeWn37p168YXnM+srIMg06ohV4/Cq98x8a87Dq9Id99nqb+Zg/a4GzUJHqq3zRs2b6o8OsVph7yeOLfRSm3oGpmvJedJtfR3JQ0mSsmqdo985DrfyilbnFn0jx+XSZL7WjHLJg4VS0YgZEYjOrWtt6umRZttpBpy5Mo1uZo2+qDD2dCcLAe+aS68bz6+NnsOrPGLVtbYld4qIsG0wSRCAgJtAZioAK5dxlii15PuzJU4HrAMSU6Kn+LQCiFXWZ70QCCVWvf8ecm3L93wI4pSsyQ8yvf+P9c2xavxb0eewUDuneaEfktTLPDJOCEAAAhCoPwKRidVvL/vPaOnlISP95O1DR9+h5R/6nXr/+L96buuzZhqAtza9XSc0vUODz/9aT2x+VJMnHawp+xyiSRP201GHvMXVf3fzOeRrzF3S+K7zPxfmxSKPoebKEZCzTVOstoYVq3l1P6MwYrU4ftwNAQhAAAIQGDsCwWLVfWic1VPE6tjNGC3XBoGCxKr18Gmgd76UPLAqJT4DxaqHmyPFhyv1h1HMrov8qrWx2BgFBCAAAQhESiASsfrA/z2hm2/470g7lldlPmbyoeN+rNVzntb31nxL23e/IsN/frB1ng45cJp279muhbefqa1/f1E7tg9JiYn6+mfuUPPUt2jX8E7d9ZsV2rZ9mxKjCY2Mjmp0dFRT9nmDLnx3u+7+7R1mSoBjDz7WjFo1/hx3yPGu7l59+ee0/5TX5zUEb+G8ZGuIlj7+mUsQqyE4UQQCEIAABCBQ3wRyi9X332OdNp4SL0Ss1vdyYfSREQglVl2tudN2zFltRJZn6U4oIWpHvBobg4zUHlZdvikHIhs1FUEAAhCAAASqn0DNi9VrV/w/GVbVEKufmvU57Tdpf3PWNm5+TF/64cdMsbp9xx5NPeAYXfvZH+j23m9p66tbTaEaj49qZCSuow46Vp97T4cmTdhHn7r5Y4qPJhRPJDQSj2vUkK/xhK7+8Jd0/FQr6nV+23lqOuLNRa0OxGpR+LgZAhCAAAQgAIGCCOQnVt3bg0kFUBByboKApECxanyIsXqOEqlt/UWKVSNC9bqj1Zs2qJrZ3KG+1CFzadHK9n+WKAQgAAEIQCA7gcjE6nf/5xr/Vgo0hAXelurDg9NXmhGrV982X7GGmPaesJcWnP1FKbWrP6bb1v6X7vjlzaZYfW3nkA5501GaPv1tGjGFakLDo6N69zHv0Tknn2vW+9L2F3XFigUaNaVqQnFTvhqSdTQlVvuf2KDuZV/TUUccmuZRwGCizk378bb/0D+3zgiZY7W4R4ZUAMXx424IQAACEIDA2BEISgWQli1mH9va1NbdrQ3kWB27KaPlmiAQSqz6hqRmOUwqIxWALWKT+ZK1LClSPfjsPPbefK6OYojWmlhyDAICEIAABCIiEIlYvX/d47rlm9dWpFi94uZPKdYgHfmmo/SJ93w+1UdbXM6/6f16/Jk/mmJ1+44htZx8qqZMeaPGj5uoOf/4EZ10VGvqnqf+ulHX3/NfGhlNaHQ0bkWuxo10AQldffbVesu04/Tk44/rlpu+ocOmHVxRYvW89kt0Rsvx+tzSnoiWTu5qLph1QlnaoREIQAACEIAABGqXAIdX1e7cMjI3gUCxahTPeXiVh2iQWG3KrM8lTBGrLFEIQAACEIBAKAI1L1bnd80z0wC854R/0XtO+JALyrbXntctD12nB9fdrZdf3WGK1eEh6dwPX6i20+frkMmOqFMjYnXHi/rRIz/Q9t079NqenXp267NWuoDRUa36/Eqz7o2PP67vf+dGHfKmN1akWL2r99lQC6OYQkSsFkOPeyEAAQhAAAIQsAkgVlkL9UIglFitFxiMEwIQgAAEIFBFBCITq9+78fpIh53X7nmfwmuP+ZGZCqDtfz6ghgbpU2deohmHvT3Vx9/++WH94onV5pb+Z/88oD9s+I0pVnfsGNLMt56p7y/6SbKsf0+sn1r/3fbaNr1hvzeYX9+/pke/fODnmnbIQZHySFWWF5h0Fz7edonOeOdbSAVQmlmhVghAAAIQgAAESkDAEKtXXnllCWqmSghAAAIQgAAEIAABCBRPoObF6sc7T1VjLKb/PK9LB+57kPaM7Nbax1fpqa3rzTyqRrSpkVP10d/16tlNfzLF6vYd0umnnKHzZ12gREJ6Z9NMHbDvgVr3dK96N/7KzLE6bcqbtddeEzVp3D6aPm26Dj/gcHM2fnrHT/Tb/+vVwQcdWPzs+NWAWC0NV2qFAAQgAAEIQKDiCCBWK25K6BAEIAABCEAAAhCAgINAZGL1tpu+5g+2QBGY3yxlNvLA0cvNiNW5171D++69r77ZfqeGRnbrp7+7WX99ZbOGzfyoxjb+uBm1untoSGvuu0svv2KkBJD2DEuz3neGTjrunfrMaZ/TpAn76Ov3Xqsn/vKERs2Dq4xDq6w6ph8yXV886yqzyz+78yd6/Le/1v5TJqeHUACDAm7Jiexjbf+h008+jojV/BYWpSEAAQhAAAIQGEMCiNUxhE/TEIAABCAAAQhAAAKBBKIRq32P67auyhSrM7+wv95y2NvUeYG9td/YwB/T5r8/IymhTS8+rdGE9PS2jdq05U+6/Y5bTLH62g7pwCn7atMdf05BXHrvder/S78pVs0DrOJx829LrC4yUwOsXP4D/enJJypOrBqpAE47eTpiNfCRoAAEIAABCEAAApVCALFaKTNBPyAAAQhAAAIQgAAE/AhEJlZv7/56tISLDNm8v9mKWH3HFXvpk/98iT7x7v/w9K/Bt7/9mzbohb9v1T19P9W+EybrrU3/oLNPm2OWveh7F2pkVBodHbUiVuPW328/4u26ZPYCs0znf39VI7t3usRqQUMp6KbsU/DxT/8HYjXaFUptEIAABCAAAQiUmABitcSAqR4CEIAABCAAAQhAoCgCNS9WT/5/e2nhnKU6823naN3gGm177Xntv89BGte4l96w31Tt1ThRb3zdIdpr/MRA8XrP7+9WIpFQ/182anQ0occ3P6F4YlRnnXiWzjnpw0mxeo0aR0e0zz6TUvUV5EgLugmxWtTTwM0QgAAEIAABCFQUAcRqRU0HnYEABCAAAQhAAAIQ8BCIRKze17dB3/92Z6Rwi/WK9zX/wIxYfefiier69M/VdNBx+smvb9TWV/+SzI86qlEjx2oioXknfUZ7jZuou373Q01onKj9Jk3R6/eerMmTDtCUfQ5Q0xubs4zNinrdObRTkyZYIvUbX71W42Oj2nvvvUPzyGuseRVOd+Fjn16g004iFUDoSaEgBCAAAQhAAAJjTgCxOuZTQAcgAAEIQAACEIAABHIQiEys/uA7y8YMtJ9rvLfp+6ZYnfmlibp34bOSGvTt/73KPKjKiDY1/jaiTY1t/Z8+7Qva+soW/fCRm1MHU40Y2/wT1lb/r5/7LQ389Snd2vs9TZm0vxndOm3KoZo4YZIOO/AwHX7goSmxuqjjUk09+CBNmuSNgM2FJ7wtDV/S3d5HP92BWB2zFUrDEIAABCAAAQgUQgCxWgg17oEABCAAAQhAAAIQKBeBSMTqvb3r9cPv/o9vn2OFmsAiCfz8yNtMsfrZW07VVz+yXH99dZN++vvvKR5PKJEYlSVOE6Y4vWz2f+uXT96vhzbemxSvxvWEGc1qSNivn/tN/d/gOlOsWnlVjWhX4wCrUfPgq0VzvqDjDjnGOLtKVy24XEccdqjGj2sMPwJfRtGC++in5uvUE4/l8Krws0JJCEAAAhCAAATGmABidYwngOYhAAEIQAACEIAABHISiEys/uiWb0aKulghu+aIW02xen3PZ9R22mJt3/OKnnrh99ry0p9Mmfrc3542BekhU47QvJM+rZ/9fpV+99yjllhNxBWPSyOjCR35xiZ99oyL1fOHe/TT3/1M8dG4dYCVkUbAOMAqMarFH7pSx02dbnhVffGShWo+6nAXi4IUaUE3ZZ+Cj36qQ+9+xzGI1UhXabVUNqjO1mYtWCepZakG+jrUFHXX17QrtmR6aeqOuq/UBwEIQAACFUtg+fLl2rRpU6p/sVhMCxcurNj+0jEIQAACEIAABCAAgfomEJlYXfG9aMWqGf5ZxGvNEd8zxepPfr1M//wW62Cp9Muqe098l17d+bLeuN/BWv/nX+tPLz6jv+34m7b8fYu279phRrQe8YajdNHpn9f3+25X32CfGek6akSymhGrCcXjcf33R5aY6QBefPEl/c9Xv66jPWK1kGEUN/rMFs/91PzQYnXdDe/Vol9KTeferK6zpqUq23znRTp/+TMZP/e2dt+j/bpg1gmFDJt7SkHAkJ6zpZ5El2aVon6jTo9YXdMe0+z1JZK4pRoD9ZaVwGBnq5pN22+82nzXp7mOuo3PAwbU1+HzcYC5trt9+m3V1xyijbIOmsYgAIG8CRCxmjcyboAABCAAAQhAAAIQKCOBaMTqw3/Uyttu8u12sZGnhbK457BbTLG6a/hl7Rl+1UfTNuRwt5bWfGbroPbfxzjAaooeevIX+v2mP2jrq9v0wqvbzJQCo2ZKgYSWf/YWs/zTGwe0/ObbdXTTEXl1uxyM/u2Tn9e733F0cMTqY9fqjBXSmVqrZ2baYnWdrjnnaj1z7tU6vfdqPZj6uf8wEat5TX/pC5cjmrQcbZSeFC2UjcAatbdu1GXJ6GlToKpHiS6H+jfXlKFcu7V+bhax6tPfdF0KbqNs46UhCECgUAKI1ULJcR8EIAABCEAAAhCAQDkI1LRYtQH+5fG/q2H3BDUfPF0HT55q/jnqoGO139776YTDTzKL+ac5bcg6B3/b/pK2vbZNm178s9434z0psbp6+Y81berBec1d5YjVzVpx6YX607ybdfiKC30EqnUdsZrX9I5pYXdUoBEYaMsrR3oAs4feiMGA64Odam1eICvesEVLl87QgpXpVACZoiyovTHFRONjTMBcpyvnOlJJWOulf/GApi9p1sqwYtVclys1d6BP3gDXzDbGeNA0DwEIhCKAWA2FiUIQgAAEIAABCEAAAmNEIDKxuur2Lt8hlEMaBrHbMzSk7dt3mjlV9+wZ0sjIiIaHR1K37Rke0iHTDtYhh07V3nvvrSOajtSkffbWwdMOcSnXTPnqjnp9/PcbdN/qeypWrL7r7c05I1bNrf6bz9Paiw/NIlARq0FrrSKvZ0STJiXnjHSEoCVgZyS3Y4e7npZda9Qem61uR/5Wr1j1fo/kqsiVMkadstbPesd2f3N99C9WoqvZFKxhxapv5Ks5qsw2xmiwNAsBCORJALGaJzCKQwACEIAABCAAAQiUlUBkYvXH3/fLc1eesRQqbw3JasjWXbt2Kx4flSFgrZ/FUx1vHDdOUw6YrIOnHqyJkybpyKYjtf+B+2vKAVOSZdK69YF77tOG3/xRh059U54Dz1S2hY4pW8MfueBi5RSrW1aovWOTPrHqcrUom0BFrOY5sZVR3CtWzai+fi125Vw1xNMSTTci/VTAdb8cq/bWbt8oQkd7kZ+kVRnY6UUAAWd+1FQktSTX+rQkfzixaslT9SSUyiiQrQ0mBwIQqBoCiNWqmSo6CgEIQAACEIAABOqSQCRi9ee/+oPu/NF3IwUY9eFN+XZu1+60bB0eHtaQ8WfPsEu6Ttp3H+29jxXhOnHviXp+81/00l+36Y0HHuBqLmpJmu9YjPJzz/9cDrFqpwC4V1ecaJRGrBbCuGLv8YpV38Os7K3XCXXJ77CrgOuBYtVOG+Ck1KKlPlu2K5YjHSsZgXTE9GXaaKYAsOVoeLEaFAXtjsou2VCoGAIQiJgAYjVioFQHAQhAAAIQgAAEIBApgcjE6uoV2cRq6RVp6VtwM9+5a7cM2ToyEtfuPXtM2WpEvRqvAw/YXwdMmZzXJJVDvBpi9ZR/bMqSCsA6nOo+v14f9kndev08TTOvEbGa18RWSuGKiFj1RshWChz6UREEUlHNi9XfPFu++x8cqSYy++wTreotlCP/akUwoBMQgIAvAcQqCwMCEIAABCAAAQhAoJIJRCZW71pxi/84y2I9y9KI7/icLRuCdTQ+qvHjx5dszguVsOec99kcYtXbXSJWSzaBY1Fx2ByrqcODsuRYTV335Ku0D7LKmmM1fNThWOChzTEgYKyZ645RX3LPfvZoUu/ayVybRu997w/dxhiMnyYhAIHQBBCroVFREAIQgAAEIAABCEBgDAhEIlbX/Or3+tmq26Lt/ti5UteBVVEMakyHkhzAv378M0WIVf+I1qZzb1bXWVYsq/N136P9umDWCVGgo44oCGSIVaPS5IFTdv0Z0YAB122Zat7fpp6B6VpynnRbX4eMlKmZhwglhdg6x4ByRiBGMXDqqFwC3vWQLS1EGLGa7WCqsG1ULiV6BgEISIZYfWT4ZFBAAAI+BFZfdTpcIAABCEAAAhAYYwKIVd8JiFaFRltbYSsmP7FaWBv2XYjV4vhxNwQgAAEIQKB4AskPyFo7NdA73/zQqxpfiNVqnDX6XC4CiNVykaYdCEAAAhCAQHYC0YnVH98eKecxlZGRN55/hfnfkRv/hz/WnkfEanFTiVgtjh93QwACEIAABIongFgtniE1QKCyCYQTq55dSMZOo0SXZnmGNrhsppo7+qyftvUokUzX4y42qGUzm2UXS11zlQ/XXmWTpXcQgAAEIACB8AQiE6s9d/wgfKsVXjJqqamCKizopqxkzz7304jVCl93dA8CEIAABCAQHQHEanQsqQkClUkgWKx6JWdyHBmR7J5yBYvVLO1lkbmVSZVeQQACEIAABPIjEIlY/fnDf9D9P12VX8s1UrrQw6QKH35hwvUD/3oeYrVw6NwJAQhAAAIQqDICabHaeXyHOrqt7rf1JJQKRBtcppnNHUrGqDmi1Kx7N3T2aO7K2anotNbOAfXONzNp57iuZERbqzoHemUWlx3l5h8plwssqQCqbNnR3bISCCdWV2uOHaFq5N2fbbwZuJ9FMzd+t9TW1qbubuOLoIjVgKjX1P3pCFfXe09ZKdEYBCAAAQhAoLQEIhGrd699VIlEwvzj+8ry46KHlnSMMW9IqMc9xjz20/u90Y/Mn7krCXWPt127X55+2nX51Zli4u2zp65C2J1+8nH63NKeQm7N+x4Or8obGTdAAAIQgAAEIiSQjhyzhIZHbppS9QktSgoXexuwVTZ9ryVTvbI09/X332NtKU6JWFvgZpU12YeNWI1wSVBVzREIFqvuIae2+zsjVm3Zajyfc1Zb4jVQrDrrTUvWVP2O++2fpT+YqblpYEAQgAAEIFDnBIoWqycfd0hObVr+iM7iZ7SwmNAc7QZUmCGGix9CZg0xaWg4rtUPP1uK2l11kmO15IhpAAIQgAAEIBBAIDMVgBWV5owkdVSRlCuW/BgwI1K7HfLFLUfyu65k7sZCItYQqyx0CGQnEEqspqJUk/W40gB4PnBxStZ8cqzaEbDethxdR6yykiEAAQhAoFYJFC1W55zSPOZiNXIxGbFZDazOp0ApxrR7z4huuntDydcyYrXkiGkAAhCAAAQgULRYtbf/OiuKRqw2KS1xb5XONw67yT8NgNEvxCoLHQIRi1WjuqRctT/0SEnPQLHq6YsjnYj9wYnrECyjqdZW9fU5ItiZUAhAAAIQgECNEUCs+k1ooAnNbxUEVodYzQ8opSEAAQhAAAIQKEqs2tv1U1GkISNWXakCfCJavfWptVWtfX3qKyANAGKVRQ6B3ARCRay6qnCnCJmz2sqt6vvKOODKr1RwDtVU/lZnfmcmFgIQgAAEIFBDBBCriNXIlzMRq5EjpUIIQAACEIBAngRypwLwilVbfrgiVs3AtvxzrLoPrDK6nSX9QIgREbEaAhJF6pZAoFg1PjBZPUeJ1Lb+IsWqEaF63dHqtetLRazmTjHiPSyrbieMgUMAAhCAQE0SQKwiViNf2IjVyJFSIQQgAAEIQCBPAkE5VtORZmbFbW1q6+7WBleO1Ta1qVvdfVbT6Rypdt3ZrlvlfQ/KyXMUiNU8gVG8rgiEEqu+IalZUnNkpAKwRWxSnMo49K5DybeENGs7It2RGsA5EeRXratlyWAhAAEI1B0BxCpiNfJFj1iNHCkVQgACEIAABMpIIFPKuhsPup4s7Uov0FRQ/xGrBWHjpjohEChWDQ45D6/ygAoSq8Zj7KnPLU09H9i4PpCpk0lhmBCAAAQgUHcEEKuI1cgXPWI1cqRUCAEIQAACECgjgSBxGnTd6moUuRUNsXrllVeWcew0BQEIQAACEIAABCAAgfAEEKuI1fCrJWRJxGpIUBSDAAQgAAEIVCSBIHEadN3UqmqPzVa3smw5DjluxGpIUBSDAAQgAAEIQAACEBgTAohVxGrkCw+xGjlSKoQABCAAAQjUJQHEal1OO4OGAAQgAAEIQAACVUMAsYpYjXyxIlYjR0qFEIAABCAAgbokgFity2ln0BCAAAQgAAEIQKBqCCBWEauRL1bEauRIi6hwUJ2tzepfnFDXrCKq4VYIQAACEIDAGBBArI4BdJqEAAQgAAEIQAACEAhNALGKWM0gsO6G92rRL6Wmc29W11nTzOub77xI5y9/JlX2zMvv1RUn+q8zxGro568MBRGrZYBMEwUQGOxsVfOCdck7/XMw2gfftCwdUF+H34ni1vpOVWPU1tajhP0pguvk4hYtHeiTbzUF9J9bIACB8hBArJaHM61AAAIQgAAEIAABCBRGALGKWHUTeOxanbFCOlNr9czMpFjdskLtS6XF18+ToVktyXqEvrLqcrX48EOsFvYwluYuxGppuFJrcQTWqL11oy7r65ChS02BKocQNSo3pOgSqU3dWj83t1j1jcg2per6tEw1v5d6El0ieLu42eNuCJSTAGK1nLRpCwIQgAAEIAABCEAgXwKIVcSqg8Bmrbj0Qv1p3s06fMWFetAWq15GhmjteEind96oeVMzASJW830MS1neFqs90mzjdGbj5YncG+xUa/MCpWIHe+y0Aca950m3LVZ/s9+9ua9nyjKrLyuzSrJScqDuSiZgRq+unKuBpGiV7HU7oOlLcq2Z7B8cZNZpnFC+RNOJWq3kpUDfIJBBALHKooAABNuQLF4AACAASURBVCAAAQhAAAIQqGQCiFXEaoqAGYm6+TytvfhQU7BmFatGVOu1ImK1kp/sVN/srdJpmeoWnu7IQbeMyrzX2r49Ixn1F3DdGyFoCtyVmovYqoqVU75OGsJzttY7tvub66x/sRJdzQEy3psKwPGhQUaEqtWOUh8clG+EtAQBCBROALFaODvuhAAEIAABCEAAAhAoPQHEKmLVImBGoW7SJ8zt/Vbkqr9YzXXNqoqI1dI/uOFb8InoM7dYT3dEBzpqM+Vnvxab26X9ogGdUX9B190iKy3L2Igdfv5quKQz/6kzL6rPGgwb5ewW/8kUA1aYthmp3dKyTjM4yK2GFxVDqwUCy5cv16ZNm1JDicViWrhwYS0MjTFAAAIQgAAEIAABCNQgAcQqYtXImppMAWAfSJVdnpoHW236pG5N5lv1w4dYraR3imCx6j5EyOi7fZBQNnFqR/0FXZe8kYe+uTArCRd9GRMCaSF6mTa2Niu9TvJNH5ErKpWI1TGZXBqFQJEEiFgtEiC3QwACEIAABCAAAQiUlABiFbEqaZ2uOedq3efH4rC0RA0jVY0qEKslfWbzrDxArPpu148qYlWGWbUiYAema0kqEjbPIVC89gmk0kQ48/l6ht2y1D/K2lksV7oJDq+q/XXECGuSAGK1JqeVQUEAAhCAAAQgAIGaIYBYRaz6EPBGrFrfdyt3pKpdEWK1kt4f8hOrZv7VbnfE6oJ16byVoXKw+hxCtMA4Gcu53buSENGX8hMwBOh1x6ivy0oL4d3Cn+6QN2I1mVN1Ro8SXbO0pr1VGy/rU0eTdYe5ftf7CdjMPK7lHzQtQgAChRBArBZCjXsgAAEIQAACEIAABMpFALGKWA0Wq+ZhVWszy73raq29uCXj54jVcj2+YdoJTgVgyVSrrpalSzVjQb/muHKs9kizZ8sqYktXU4eZBwv1L8523arTTjXQxqFBYSasTsrkOHTKRSC3WJUzT6u1gNNRrWb06gIZTt+6NKA+28DWCWWGCYFaIIBYrYVZZAwQgAAEIAABCECgdgkgVv3mNhbthAdW51MgpsC78utkTNq9Z0Q33b0hv/sKKI1YLQBaRd7il0PV2dGg68mybMGuyNmlUxCAAASqgQBitRpmiT5CAAIQgAAEIACB+iWAWEWsRr76EauRIx2jCoPEadB1q9tmRKysrdu8IAABCEAAAvkQQKzmQ4uyEIAABCAAAQhAAALlJoBYRaxGvuYQq5EjHaMKg8Rp0HVTq6o9NlsiDcAYzSHNQgACEKhuAojV6p4/eg8BCEAAAhCAAARqnQBiFbEa+RpHrEaOlAohAAEIQAACdUkAsVqX086gIQABCEAAAhCAQNUQQKzWmVg9e9GqsizOC2adUJZ2aAQCEIAABCAAgdolgFit3bllZBCAAAQgAAEIQKAWCCBW60yscnhVLTy2jAECEIAABCCQjYCVgqXbvNymnkSXos1wPahlM5vV0deqzoFezdcyzWzuUF9rpwZ656sp4okxxOojwydHXCvVQQAC+RBYfdXp+RSnLAQgAAEIQKCuCCBWEauRL3hSAUSOlAohAAEIQAACoQgMLpup5o4+tZUstzViNdREUAgCNUQgnFh1fqiT/YMd+z3K+uwny+Gma9oVm219POR9tXYOqHe+8RFOuPZqaBoYCgQgAAEIVCgBxCpiNfKliViNHCkVQgACEIAABEIRWNMe0+zuZDRp1OGjZg88YrUkbaSHSsRqqGmnEARKSiBYrHolZ7I7GZHsnnIFiFXrQ6Ow7ZUUC5VDAAIQgAAETAKIVcRq5I8CYjVypFQIAQhAAAIQCCBgC09HsZS08EoIr3gNuD6Y3O5vVN3apjZ1q9tOBdCUvNclUDz1FZEmALHKwofA2BMIJ1ZXa46deiQVcepOR2J98CO1tbWpu9v4IkvEasaQ7fcU+73L+D64vbEnRw8gAAEIQKAeCCBWEauRr3PEauRIqRACEIAABCAQikBmxKotJGzB4Y04DXndlqMpYeIUHLPVnZKnHtFqS9nQAsU9TMRqqGmnEARKSiBYrLqbT233d36oYr93GO8Fc1ZbW/1Dvi+k6stS3re9khKhcghAAAIQgECaAGIVsRr584BYjRwpFUIAAhCAAARCEcgQq0mZkc5LaKQmtPIXmj87+rr012bewqDrWcSsR7ym27PLF3aQFmI11LRTCAIlJRBKrHrzoroi1T3vA07J2hV0vJ43WjU51JztlRQHlUMAAhCAAARcBBCriNXIHwnEauRIqRACEIAABCAQioBXrNqRXNnE6q063zzsKvz13GJVycOzMjuLWA01gRSCQAUSKEisGuNIylX7fSH1PpOPWLXLelOK+B1wVUTakQrETpcgAAEIQKBKCCBWEauRL1XEauRIqRACEIAABCAQikDlRayG6nbWQkSsFsePuyEQBYFQYtXVUDrPsnHY1JzVVm5V31dOGZrOHW0dWpVtNO72AoNgo4BCHRCAAAQgAIEkAcQqYjXyhwGxGjlSKoQABCAAAQiEIhA+x6odQZotx2ryup0jtdAcq6F6nb0QYrVIgNwOgQgIBIpVI3p09RwlUkYzIrGaK1o1R3uI1QgmnSogAAEIQCA0AcQqYjX0YglbELEalhTlIAABCEAAAtESyBSrkmw5mmrKsy0/6Lpzy21rp3rmrtTsDqlzoFfzmzyHVRltZNSn0IfUeGkgVqNdH9QGgUIIhBKrviGpWVKAZKQC8MujmiNa1S8NgDmwwlKOFMKEeyAAAQhAAAI2AcQqYjXypwGxGjnSIiocVGdrs/oX59o+VUT13AoBCEAAAhAoIQHEagnhUjUEQhIIFKtGPfkcJhVGrKbqC5Cz9hjIrxpyNikGAQhAAAJRE0CsIlYzCKy74b1a9Eup6dyb1XXWNPP65jsv0vnLn0mWPUNfWXW5WrKsRsRq1I9pMfUVJ1bNyKf1SzXQ16HkWdHFdIZ7IZAiMNjZquYF65Lf+//SZEXeSS1LB9TX4bcCrfWdqsaora0ntRXR3YZxiQ8YWIIQqDYCiNVqmzH6W4sEQonVWhw4Y4IABCAAAQiEIIBYRay6CTx2rc5YIZ2ptXpmpi1W1+maS5/TR6+fJ0OzmuJVV2vtxf5qFbEa4skrW5HixGrZuklDdUZgjdpbN+qypLA3BarSQtSEYUSqLDE29XVr/dzcYtU3InuwU63nSbcl27Ak6wz1JLqU9eyLOpsFhguBaiBgiNUrr7yyGrpKHyEAAQhAAAIQgAAE6pAAYhWx6iCwWSsuvVB/mnezDl9xoR5MiVU3JDN6tfdU3ZoUrV6EiNVKeiexxWqPNHu2rANZW7R0oE+pAEBDQDUvUCp20BHV5xZeRv6rJZq+dIYWLDBqIo9VJc10NffFlJ4r5zoio+11O6DpS5q1shCx6gVirvOVmutc+9UMjb5DoE4IIFbrZKIZJgQgAAEIQAACEKhSAohVxGqKgClMN5+ntRcfagpWf7G6Ttecc7WecaQJQKxW8tNvb5VOy9QMWeqIHPQKrkyxashZhGolz3j19c06sGK9Y7u/uQ77FyvR1Wxu9Q8Sq+lUAJ4PDZwwzFxtImK1+hYIPa5zAojVOl8ADB8CEIAABCAAAQhUOAHEKmLVIrBlhdo7NukTZu5UK3LVJVaNFAHXrrXKvit7GgDjMhGrlfTU+6QCMLdYT/fPm2pG9fVrcXK7tJ9YFXkqK2mCq7cvzkMuHHlR5VqD1vrNLlbdw8++3T+/eqoXKj2HQO0RQKzW3pwyIghAAAIQgAAEIFBLBBCriFXjaKpkCoB7dcWJBhAfsergZB1kdUTWA6wQq5X0FhEsVr0H/Di3+CNWK2kua7cvaSF6mTa2NiudMzVfIWpFv3rlP4ew1e7aYWS1TwCxWvtzzAghAAEIQAACEIBANRNArCJWjeOozO399/mxOOyTmblUzejWh3R6542aNzXzJsRqJb0lBIhV7/ZoIlYrafLqpy+p/KeL1d9s5wL2DL9lqX+UtbOYTx5VpGr9LCNGWpsEEKu1Oa+MCgIQgAAEIAABCNQKAcQqYtWHgCdi1RCpd7xZXRe3mGWJWK2mxz8/sWpKqO50DlUiVqtprquor4YAve4Y9XXNMjsdfgt/MmfwjB4lumZpTXurNl6WPojNLVGTZRVCyFYROroKgXojgFittxlnvBCAAAQgAAEIQKC6CCBWEavBYjWZGqB7k130SLVliVY1ShCxWklvAsGpACyZavW5ZelSzVjQrznkWK2kSazBvtiHqtlDy3bolDcVgFusypmn1VrA6ahW7zW7KWc+1xoky5AgUGsEEKu1NqOMBwIQgAAEIAABCNQWAcQqYjXyFY1YjRwpFUIAAhCAAATqgsDy5cu1aVPqk1zFYjEtXLiwLsbOICEAAQhAAAIQgAAEqo8AYhWxGvmqRaxGjpQKIQABCEAAAnVJgIjVupx2Bg0BCEAAAhCAAASqhgBiFbEa+WJFrEaOlAohAAEIQAACdUkAsVqX086gIQABCEAAAhCAQNUQQKwiViNfrIjVyJFSIQQgAAEIQKAuCSBW63LaGTQEIAABCEAAAhCoGgKI1ToTq2cvWlWWxXnBrBPK0g6NQAACEIAABCBQuwQQq7U7t4wMAhCAAAQgAAEI1AIBxGqdidWb7t5Q8nVLxGrJEdMABCAAAQhAoC4IIFbrYpoZJAQgAAEIQAACEKhaAohVxGrkixexGjlSKoQABCAAAQjUJQHEal1OO4OGAAQgAAEIQAACVUMAsYpYjXyxIlYjR0qFEIAABCAAgbokgFity2ln0BCAAAQgAAEIQKBqCCBWEauRL1bEauRIqRACEIAABCBQlwQQq3U57QwaAhCAAAQgAAEIVA0BxCpiNfLFiliNHCkVQgACEIAABOqSAGK1LqedQUMAAhCAAAQgAIGqIYBYRaxGvlgRq5EjpUIIQAACEIBAXRIwxOojwyfX5dgZNAQg4E9g9VWngwYCEIAABCBQMQQQq4jVyBcjYjVypFQIAQhAAAJ1TWBQy2Y2q6OvVZ0DvZrfFARjjdpjs9Xd2qmB3vlqGlymmc0d6rO/z3Z72HJBzUd4HbEaIUyqgkCNEECs1shEMgwIQAACNUIAsYpYjXwpI1YjR0qFEIAABCBQ1wQQq3U9/QweAhBwEQgnVpMfMKXubFNPokuzPCwHl81Uc0ef9dO2HiW6vCXsG4LqC7rOJEIAAhCAQK0SQKwiViNf24jVyJFSIQQgAAEI1DWBIsVqFbMjYrWKJ4+uQ6BEBILFqldyJjuSEbXvKZdVrGapT7asDdteiYBQLQQgAAEIjCkBxCpiNfIFiFiNHCkVQgACEIBAvRGwt+Ub425tU5u61e1KBeD5Rd4lDDypAOT93qjUfX9bT0Jds4LLSY50BBmpAzIF8Jr2mGZ3JycvZzSY/wQjVutt4TNeCAQTCCdWV2uOHaG6pl0x843IHbVqvz+1tbWpu7s7a8RqKqo19R5mv9cZt9jvncHtBY+MEhCAAAQgUI0EEKuI1cjXLWI1cqQlrHBQna3N6l9s/KOwhM2MWdW1Pr4xA0vDEIBASQl4BGdKCthSM0sO1dQv/UFi1ZaqzmgrQwrM0WpnbtaUfLXLecSpvLlbPdcHLJnR2jmg3vlNGlzWrnve3xUiR2waLmK1pAuNyiFQlQSCxap7WCkx6vwAyn5fNd4356y2xGuWD38yxapk/8x+f3O26NteVZKm0xCAAAQgEIYAYhWxmkFg3Q3v1aJfSk3n3qyus6a5rue6ZhdErIZ59CqlTPHicbCzVc39i3PkpBrLsRY/vrHsfb22ba6pBeuSw/fPiWZHmbQsHVBfh99JPtbcp6oxaisgWq5e54BxjzGB5C/86V/YcwtLyb7u2Zaakgj+ojZTCIQo5+zb++/xHIrl308FHZqVAzdidYzXIs1DoAIJhBKrqQ+kkgNwvQ953jOdktUv0sBbl4NJ6n00Z3sVCJEuQQACEIBAZAQQq4hVN4HHrtUZK6QztVbPzPSI1VzXHLX8f/buBEqK6mD7+NPDvorgFkFBZFDyRhM/QxKGaBSNChqDJoA7IgqiIqMiigFBwQ03ECOLImKUOJBEggpqBH2NDFHim6goKoig4L6gCLIMzHeququ7urq6q6qnpqd7+t/neHCmbt2693dvN8wzt24RrIb2/sxBRTUPHglWczBMRXWJxRpa9o6uriyXEZeaAaocD5MwfniZYNzQN1Nv9M8crNbf1dhFNSmKrrOpK6GSA8uTn7I9bCVJx1+wqtjDWryCVddyQYLVLrH3sLUVgOM2XD8DS7DqR4kyCBSXQFbBqkEUC1dTPtu8glUlVqha0mVlZaqsrIyvyJdb+FqDXyoV14jSWwQQQKCwBQhWCVZtAhtUMXKw1g2YpU4Vg7U0KVjNdCwZkWA1nz4UjOD0POnhsVpV2kfRn2176O7VlYou8rOC1UVSH7fjiTKJlX+JW0KdKwITqwedqwUdqw7d/vFpriaUhkYmqNvdh+mKK2x7Ya2ZrLLSKxRfw2juZ2W1Lfv+pYZ20XbPSxvW5dPYFkdbzOB+Xn+tjgWtiTm7Wt0mZBqrmv/SoDiE6WVeCgResershcdWACn1W+eHvGLVtpg8022zmcaAYDUvZyiNQqBOBXwFq0ktTOwpbeyJ2neBbe9nZ098hqHx/Vnj/ya1V5R8vfq53VadTgEujgACCOSVAMEqwWpcYMPjwzRww3laMvwAM2C1B6uZjjkJCVbz6T1uBZyJMDV6m/VhWmRu6J96PDlsjB0/LLFiMPl8KXXFqtc5xj82J6hbLNxNPt+5759hmbyCMTloq2H/zHBBMQsjZzYC3HnqHw+e82ksi7Et0fnwhu12/8R8KfUIwZ3hvv0XCsVoSZ8LSsD5UCivPVZTOudzj9V4gGCsiL1dXZf53WPV+STs2NeOdhorawdqjrm/qrWay20/QoLVgpqdNBaBOhfwDFaNz6IFfW3bVIUcrDofhuVxPYLVOp8yNAABBBCoVQGCVYLVqMDGCg0tX6/z549SD0VXp8aD1UzHXPwIVmv1PRuwcrdVe/Zg0+W4eZt1t+gKQTNoXKWx1lNVzatnCkatcDLDOXLUab9e7EEpcv3tf6zrSW2qYf8c18vvbQ0CDn0hF7evaLbvi+oy9n5XFzt/IVDIPLS9SATs74OyyVrUf576lEuTVy+LPvzJCl/tHL4fXpV6fuLJ1n00075iK+U6Ge5ASGln4snZZjOz2OeYFatFMt/pJgIBBHwFq8bDqFJe7vu2x2/jd36GKvbAQOtBfY760u6vGi+X5noB+kpRBBBAAIH8FyBYdRujSLgD51mdS4GIPM8K1siItG17laYvXOlynnWb/zO6prtx2B6sKrY9gNux5AdbWRUTrAYbmtotnS54NJdpakZvj2DVuaLTbGzyOSlhpOc5ycFs8grZ6IoCZ7Ca/DAj86fzpBW3yfto2uvw6J+ZA1sP34qugGRPztqdkUFrTwSiV+udpPEJum2D+9wK2h7KI4BAbgUIVnPrzdUQKAQBz2DV6ESQh0ml7LFqrXCNBatdHL8kMn9PZG1LFRMLcr1CQKaNCCCAAAK+BQhWCVYlLddt/cbrWTeLjp3VZf1arXE9doHm3DFAzniVYNX3+y8HBWu4orPWVqwm9ktNhKTmv4JTg1XX2/WtFbE17J+ZE8dW0K7upgkpq3NzMERcIrNAfHsG+z7BjlN63G3bgzVNdWzzwExDoCAFjGB19OjRBdl2Go0AAggggAACCCBQ/wUIVglWXQQcWwEklch0LFqQYDWfPjjS7EEafxiQ14rONPul2h4mlO7hQlc492W1zknZh8ru5R2sRh8W4HyAlmMPWd/9M5NVc6Wq+XCuLG5TzafRrhdtMQLQ2w9RZWxDsvS38DtXrCbP1cVDy/TO1dZD2mJPJn/DRwBbLxDpBAL1R4Bgtf6MJT1BAAEEEEAAAQTqowDBKsEqwWp9fGfH+2QFp4ukPn0U3W3Kvt+TV7BqlE9s+G+e7lwdaK4EjK5A7RF/yFDmc6wnqcabGa/T/XZte/ked9+tw65Ypb62h2+tGluT/sW2A7hieeptXfV6buRr5/w+dCpzsJpyC6CfVa35SkK7EChiAYLVIh58uo4AAggggAACCBSAAMEqwWro05QVq6GT1qBCt1vla1BdCKemrnCNriac0G21KsuNJ7IEeYXUP9d9YYO0g7IIIIAAArUhQLBaG6rUiQACCCCAAAIIIBCWAMEqwWpYcyleD8Fq6KQ1qDCk4LEGLXCemvywKuNo0IcQ2WsMp3+pbQqxw1SFAAIIIJC1AMFq1nSciAACCCCAAAIIIJADAYJVgtXQpxnBauikNagwnOCxBg1wOdV5q7d9C4GgVwqjfzwtPqg65RFAAIFcCRCs5kqa6yCAAAIIIIAAAghkI0CwSrCazbzJeA7BauikVIgAAggggEBRChCsFuWw02kEEEAAAQQQQKBgBAhWiyxYPX3M/JxMzkG9j8jJdbgIAggggAACCNRfAYLV+ju29AwBBBBAAAEEEKgPAgSrRRasTl+4stbnLStWa52YCyCAAAIIIFAUAgSrRTHMdBIBBBBAAAEEEChYAYJVgtXQJy/BauikVIgAAggggEBRCMydO1fr16+P9zUSiejaa68tir7TSQQQQAABBBBAAIHCEyBYJVgNfdYSrIZOSoUIIIAAAggUpQArVoty2Ok0AggggAACCCBQMAIEqwSroU9WgtXQSakQAQQQQACBohQgWC3KYafTCCCAAAIIIIBAwQgQrBKshj5ZCVZDJ6VCBBBAAAEEilKAYLUoh51OI4AAAggggAACBSNAsEqwGvpkJVgNnZQKEUAAAQQQKEoBgtWiHHY6jQACCCCAAAIIFIwAwSrBauiTlWA1dFIqRAABBBBAoCgFCFaLctjpNAIIIIAAAgggUDACBKsEq6FPVoLV0EmpEAEEEEAAgaIUIFgtymGn0wgggAACCCCAQMEIEKwSrIY+WQlWQyelQgQQQAABBIpSgGC1KIedTiOAAAIIIIAAAgUjQLBKsBr6ZCVYDZ2UChFAAAEEEChKAYLVohx2Oo0AAggggAACCBSMAMEqwWrok5VgNXTSGlS4RpPLSrVqbLVm9K5BNYFOrYtrBmoghRFAAAEECkSAYLVABopmIoAAAggggAACRSpAsEqwmiKwfOqJGvOi1OWsWZpxWgdJG1QxcrBmrrcVPXq8lgzv4fq2IVjNp0+Tugg56+Ka+WROW/wIrJlcptIrlseKDtGi6hlyZv+Lh0bUZ6bU4+7VqizvkrFa17KLhypiVBB7+anHT9spg0DRCayZop6l5aosm6zVy0Yo87sxXB0jWH1558/DrZTaEECgXggsuL5XvegHnUAAAQQQKGwBglWC1WSBFZN0XIV0gpZobc/kYHXdgGd0TXfvCU+w6m2UuxJ1EXLWxTVzJ8qVwhBYrKFl7+jqynIzoDFDUS1StX1ZtRGKTpCGaKbe6O8RrLqWXayhkQnqtrpSZia7ZrLKSuepv/V1GN2gDgTqRGCNpvQsVXllmSavXqYRuUg5CVbrZKS5KAIIZBbwF6wa/x7oo8SvWd1/mbtmSk+VlldGLzjE8W+SpGaEXR+jjAACCCBQ6AIEqwSrNoHoytR1A2apU8VgLSVYLfT3t5EmxbYCWCT1sf5R2UN3J4VL0TLxxYNy/IPTDKSuUHxt4SLbtgKux/xcsx7Q0oXQBMzVq/P6a3UsaE3M29XqNqFU8zIGq9Z8c5Q15+YqjY2vhHUEraG1nooQyLVAHQSrue6i7XqsWK1DfC6NQJ4LeAerzhA01qGU1feOcmmD1TT1Of/tLL/15TkwzUMAAQQQ8CVAsEqwGhfY8PgwDdxwnpYMP8AMWJ3BamIrgM4aMnmaBrR3n2OsWPX13stRISs0TYSp0VuwD4vfeu1cLZgcciWvLEw5FumjN+K3aVtlT9GTZlCbuKbrisQcCXCZfBeI/vCRmEfG4tIyla4aq+oZpWbonylYzVQ2uj2A8YuCq/WORz35rkT7ilPA2uLC7L35g35pbLWqzcMICOZIA5Nu1XeGr9H32crJi9R/Xh8lFmVZvyjzd3xmPIzwKm8uRU/aisNscRZbCRCsFufcp9cI+BHwF6wuUF/rl6zxz6XkRQTWZ+2QIUM0c+bMtCtW46ta48Gr9VlrnJJYeOC3Pj99pAwCCCCAQP4LEKwSrEYFNlZoaPl6nT9/lHrE9lRNBKvJSGYAO/cgTTTLpr4IVvPpje92W75t5Z7cbo/OsLLPvgrQ/MepXPbGdLmmeat2N9uKxHwyoi11ImAPXewrQ5JWmkbnUtpg1UfZeDDV427mX50MNBfNWiD2HimbvFrLRnTRmilD9dTJMzSii8uK1ZRb9d2DVeNW2OgP/9ZxK1xIrK7KeNwRrKatL9YemW1XLAx2v/3Wy4dg1UuI4wgUr4B3sJpsEw9G7b/ksf49YvxbpO+C6C+E0qxYTQ1WJet71md1/JdKPuor3pGj5wgggED9EiBYJViNP5wqsYdqdEuAdMGqtFy39RsvjXLfc5VgNZ8+JNIFq2Yiqhmlybf5J1ruXOFqbQRglIj9cJw2LCVYzacZUAhtSayijq4sXTXWWvWRKVh1zjNn2WhQZM7z3rFVsFfIsQ1GIejQxqIVsH7YT1nlWYNg1VZX9JcO1j6tsWDV93GP8quNX7ytjO8BGw0efuT6kDqv8SVY9RLiOALFK+ArWHWunk/6THX8kskestr3fbeI3Vbix45Fg1XHL5K86iveoaPnCCCAQL0SIFglWJUVlD7rZtHxAs25Y4A62I+Zq1tfUK802wEQrObTZ4SfFav2fSgdbXeuSmXFaj4Nbv1pS/zBUmO1qtT+gAlbF1NWnKbb50xSj7u1qP889XHZtzXzfq31h5Se1A+BpK0A4nv4FUCwqinqWVqupBWrmqzVy0aYD6wL8iJYDaJFWQSKSyCrYNUgioWrij2wynW1Iyy+SgAAIABJREFUqVuwajy9wP6QK6OqsjJVVlbKqGOOBpoPwApSX3GNGL1FAAEE6qcAwSrBqotA8orV5VOH6YPTE3uqLp96osasdwlcYzURrObTh0WaPVbjgZPHrdaOYDWxZ+UM9Y5tzJ9uj9XEqsPYXntsBZBPE6Nu22IEqbcfosrYDy3OfX8TjXPOz9h8Psztab2Osq6/FLhCh9kfvla3ClwdAd8CybeaWiuirNWm5k/6ZpBZGV+JlWYrAN8rUo0tUjOtaPVYsRoLVmPP1zaih/jqVd+djhUkWA0qRnkEikfAV7CaxJG87UnfBcbnXBovn3tCx/dTXVStMOorntGjpwgggED9ESBYJVj1DFa1YpKOm7QkUc5tFautFoLVfPqAMMKm86Sx/TWvzxWK3tDv3OfOCl9t7batDrSvmOpx99067IpViYcAmCsNrXqt7QPYCiCfZkB+tsU55xJbTyS3twbBqpnnJ//A1CP+oLX8VKFVCNgFjDB1oOaY+6tae/ZZq6CSQ0/jLCsssG3VYqYF2d7qX7Ng9eSnjFv/jQWry2Q0vyYvgtWa6HEuAvVbwDNYNX7JuqCvquOrT0MOVh0Pw5Lj3x1J+j6D2vo9YvQOAQQQqJ8CBKsEq6HPbILV0EmpEAEEEECg6AQST5s2u570kLfYClXj+9YP6/a9/8omR7fDiIebQfdQrVmwOqKL21YdPLyq6KYwHUaglgV8BauuS1LTfB6l7IlqfZbFfkmVsho/2sH4rf/O/rLHai3PAKpHAAEE8kOAYJVgNfSZSLAaOikVIoAAAgggUDACKStqra0K0jxpO1PHWLFaMMNOQxHIuYBnsGq0KOPDqxxN9gpWuzh+4WX+zst64KZL9wlWcz4nuCACCCBQFwIEqwSroc87gtXQSakQAQQQQACBAhFwPGXbHmwQrBbIGNJMBApDwFewWhhdoZUIIIAAAgUsQLBKsBr69CVYDZ2UChFAAAEEECggAZetALIIVY0OGytWR48eXUB9p6kIIIAAAggggAACxSRAsFpkwerpY+bnZH4P6n1ETq7DRRBAAAEEEECg/goQrNbfsaVnCCCAAAIIIIBAfRAgWC2yYHX6wpW1Pm9ZsVrrxFwAAQQQQACBohAgWC2KYaaTCCCAAAIIIIBAwQoQrBKshj55CVZDJ6VCBBBAAAEEilKAYLUoh51OI4AAAggggAACBSNAsEqwGvpkJVgNnZQKEUAAAQQQKEoBgtWiHHY6jQACCCCAAAIIFIwAwSrBauiTlWA1dFIqRAABBBBAoCgFCFaLctjpNAIIIIAAAgggUDACBKsEq6FPVoLV0EmpEAEEEEAAgaIUIFgtymGn0wgggAACCCCAQMEIEKwSrIY+WQlWQyelQgQQQAABBIpSgGC1KIedTiOAAAIIIIAAAgUjQLBKsBr6ZCVYDZ2UChFAAAEEECgKgblz52r9+vXxvkYiEV177bVF0Xc6iQACCCCAAAIIIFB4AgSrBKuhz1qC1dBJqRABBBBAAIGiFGDFalEOO51GAAEEEEAAAQQKRoBglWA19MlKsBo6KRUigAACCCBQlAIEq0U57HQaAQQQQAABBBAoGAGCVYLV0CcrwWropFSIAAIIIIBAUQoQrBblsNNpBBBAAAEEEECgYAQIVglWQ5+sBKuhk+ZFhYuHRtRHi1Q9o3detIdGIIAAAgjUfwGC1fo/xvQQAQQQQAABBBAoZAGCVYLVFIHlU0/UmBelLmfN0ozTOsSPb3h8mAbOXRv7urOGTJ6mAe1TAQlWC+MjYc3kMpWuGus7KCVYLYxxLZRWmvPviuWx5g7RouoZckb25pybKfW4e7Uqy7tk7FpK2cVDFTFOTnm5X6tQ3GgnAsUmQLBabCNOfxFAAAEEEEAAgcISIFglWE0WWDFJx1VIJ2iJ1vZMBKtmqLrsGM25Y4ASUav7ZCdYLYwPAYLVwhin+tnKxRpa9o6uriyXEZe6hvZGMDpBGqKZeqO/R7Dqsyy/HKifs4le1W8BgtX6Pb70DgEEEEAAAQQQKHQBglWCVZvABlWMHKx1A2apU8VgLY0Hq8t1W7+H1SnNClUnIcFqfn0sJK8M7KG7Vz8snVeq+GJBRVcEjl1V6rjVf40ml5VqXizUSg2loscT9bASML9GvnBaY87Ref21Oha0StG5tWrsanWbkJiD7j3yWXbNZJWVzlP/1ZXyWPxaOHC0FIEiECBYLYJBposIIIAAAggggEABCxCsEqzGBcxVqRvO05LhB5gBazxY3VihoeUvSB3Xas36WPGjx2vJ8B6uU59gNY8+EcwwaZXGutxmnbJi1bx1Wolbsh1BlDNYdX6dGo7lkQNNyWOBxRoa6aM3bLf7J+ZmaVK479YJv2VZrZrHU4CmIZBBgGCV6YEAAggggAACCCCQzwIEqwSrUQEzPF2v8+ePUg9FV67Gg1Vje4BJ7yf2VDXLPqjOo57RNd1TAQlW8+gtb4ajV+iwRdVyPnMqdSuAaMClWFnn8aRgynX1n3H+BHVjRWAeTYA8bop9D9QhtoeiJf0yIHnVdEpvfJdNntt5rELTEEDAIUCwypRAAAEEEEAAAQQQyGcBglWCVSkWpK4bYAWlbsGqNNEMXY2X47jDkGA1z97ysXDVeEyQ/SFAbnusOlf/rRqbCGRTg9UrZD16KNFjY6sBbrXOsxmQ982JbldxmBZVX613zC0ArHmXKVi1tgDwLstq6ryfAjQQgbQCRrD68s6fI4QAAgikFVhwfS90EEAAAQQQqDMBglWCVUnGHqrj9aybRccLNOcKaUL5C+oV32OVYLXO3rE1unDmFalm1dYKwNXdNMGxhUBqsOq+xUCNmsjJxSkQXwE9VqtK+2imm0KPu217sBoFovPZuyyrVYtzUhVTr2PvhbLJWr1shPlAuPr0IlitT6NJXxCoHQGC1dpxpVYEEEAAAX8CBKsEqy4CzuDUY2sARw2sWPX35st9qeQVfu6r+GwPpLLfnp3y5HaPW7Rz3zmuWEgCRpB6+yGqjO1PkVixOkO9k/rhnGex+XmYbeuAeHn3OZm+7kICo60IZBKoy2B1jab0LFV5ZZkmr16mEbWQ6hKsMvsRQMBLwF+w6vyFrPtDV9dM6anS8sroJR3/Fk5uR6b6rM9GR8sz1ufVS44jgAACCOSrAMEqwaqPYNXag/VBrYmVPiHN/qrGYYLVPHq72/exdP4DMdMWAVcs1xDHvqypD/+xhbBWl1NWFeaRBU3JIwHn3Em3hURNg9XUB2PlEQJNQSAkAYLVkCCpBgEEClTAO1hNc5dLykp/R7m0QWi6u2assJZgtUCnEs1GAAEEshIgWCVYzWriZDqJYDV00txWaIaxxjOsnKsHc9sMroYAAggg4EcgEaxO/lG5ymP7Y5RNXq1l8SWkjhDAGSasmaKepeWKrdFKrNKyvh8vb1+hOkcaaKxWtbWxbIiGaKZmJq1gtc5xXx3m1UNWrHoJcRwBBPwFqwvU1/q3bXzhQfLnkrmIYKY0ZMgQzZxp/I/bHTJSfFVr/HgiSI0uTKjZ5x4jigACCCBQWAIEqwSroc9YgtXQSXNaYerK1JxenoshgAACCAQSSISm0TBVjtvzHStarbDUCgTMr9/SmFjgYAUGZjhQGgtcXYNV49b/1K0ArPPjwa7zeoH6JhGsBgSjOAJFKOAdrCajxINR+y+ZrLDV+Gzsu0ARM2H1G6wmwtbkz2H7dbP75VIRDiddRgABBApOgGCVYDX0SUuwGjppDivkQT85xOZSCCCAQAgCqVsBJIWbXW83A4LEClaPlVSxcMEsf/JT0ZWsAYLV+IPlYucotl+hc3sZvx0nWPUrRTkEilfAV7Dq3B4raeW+43PRHrLG9oNP0nXWZTuYPlg1ChGuFu8specIIFCfBQhWCVZDn98Eq6GTUiECCCCAAAJpBDIHq3M0MPEglqQaEj/gW7e/2g9nH6xK0fqMB1pZ2wVkHyYQrDLxEUDASyCrYNWo1PELoPgvoLyCVdm2A4g1rqysTJWVlbZfYtlabdtuJdtfMnkZcBwBBBBAoO4ECFaLLFg9fcz8nMy2Qb2PyMl1uEiqwH1Pvg0LAgj4FLjklEN9lqQYAvkqkD5YNX+Al7Fvtn3FanI/km797y0jFU2Uz2rFaqIOlZWprLJSlTV4EjbBar7OO9qFQP4I+ApWk5qb2ELF+JzsuyC6t6rrK+UBV+7F4vuzOh7+Gi3t3IM1f+xoCQIIIIBAzQUIVt0MIzWHtdfgWZ1LgYg8zwrWyIi0bXuVpi9cGey8LEqzYjULtBBPWfPRtyHWRlUI1G+BLvu3rt8dpHdFIBBwj1WHiDNYtcKB6Mqt1Roa6aOZ1u2r8dtfjdWoxh6r9tWp0a+dIYKUKJvNYBCsZqPGOQgUl4BnsGp8di3oq+r4bf0hB6vOh2EZK1Rv76pl1vXiK1Zr9nlYXKNKbxFAAIHCESBYJVgNfbYSrIZOGqhCgtVAXBQucgGC1SKfAPWi+9GAYOXkReo/r4/KK6OdSrrd1HYbarzLLk+zjp44RENmztRKM1g1k9PoQ1yMV9lkLeo/T33KFQ9WZa/btrLL9eEwWXgTrGaBxikIFJmAr2DVdUlqmm1KUrYCsILYWDCq2IP9HM4pD+1zjkMNVu8X2ZDSXQQQQKCgBAhWCVZDn7AEq6GTBqqQYDUQF4WLXIBgtcgnAN2vPQH7lgKJpayBr0ewGpiMExAoOgHPYNUQyfjwKgeZV7DaJXFrv3Vmyt6pjuslHiBYdMNDhxFAAIF6L0CwSrAa+iQnWA2dNFCFBKuBuChc5AIEq0U+Aeh+rQlk3m/Q/2WNYHX06NH+T6AkAggggAACCCCAAAI5FCBYJVgNfboRrIZOGqhCgtVAXBQucgGC1SKfAHS/lgSs22bT3GYb4KoEqwGwKIoAAggggAACCCCQcwGCVYLV0CcdwWropIEqJFgNxEXhIhcgWC3yCUD3816AYDXvh4gGIoAAAggggAACRS1AsEqwGvobgGA1dNJAFeZnsLpWs089Qje/2l3XvfScBh0UqEshFrbacb4e2DhFvwqxZqoqTAGC1cIcN1pdPAIEq8Uz1vQUAQQQQAABBBAoRAGCVYLVFIHlU0/UmBelLmfN0ozTOkgrJum4SUtcpI7TxPmj1MNxhGC1bj8K3INVK1C0ty2XIWeaYPX9P6r/L6/Tf1zJ/LQvaFAatHzdjmXBX33pCJWe+1C8GwP+9I0m9rL3yj4vY+P9fvI5Vukjxv9H8y7qnEKy7v7j9evxKxLfP/svWj3p1/Gv/3fUHrrwUevL1DlFsFrws4wO1HMBgtV6PsB0DwEEEEAAAQQQKHABglWC1WQBI0StkE7QEq3tGQtWXYzM8FXjtWS4M1aVCFbr9lMhJViNh1uOVZpmqPmuLs3Jyk3vFatWQJYuQHNXDRqUBi1ft2NZ0Fc35te0rppnhJzxAN0xB825+aaOOHKF/pNmNbMVjKaGspJic9uaM86y0a8zr04mWC3oWUbji0CAYLUIBpkuIoAAAggggAACBSxAsEqwahPYoIqRg7VuwCx1qhispemC1Y0VGlr+gnpNnqYB7VMBCVbr9hMhOVj9h8a0/70q5HHreyz40vib1XX8dYnyjhWHidAzWu+74/+i3k/8Xje/Gu1zUvhlP/fI8zVAD6kiw1YA6YNVqw+Wq7Xq0GUV7pE36x8LL1WntO0mWK2b2ek2D51zyGWFshXIWuPqaLxzzlhfm/PwoOhqaKVZ6WpVRbBaNzOCqyLgV4Bg1a8U5RBAAAEEEEAAAQTqQoBglWA1LrDh8WEauOE8LRl+gBmwpgtWM61WNSojWK2Lt3LimknBqhUwOm6PTmmh7Zb8eDhqfG+ENMkIKuUMJBNhZ7S8MziLfZ0SdKa/vd89WHXW61z56hKUZmw3wWqdzE6XeRgd7//RAxtHaG2a/Xe9VzHb5uH4m/Xu+Ov0H8ecO+LI7vrPq7GtAlwCWoLVOpkRXBQB3wIEq76pKIgAAggggAACCCBQBwIEqwSrUQFzFep6nW/umRpdueoerC7Xbf3GS6Oe0TXd3WcswWodvJNtl3QLVuMrTVP2NI2tZPVYGWhUH72t2gpGHcGp83hsn8zECtcstwJw3OpttCM5bFPsoVjpV+Qmt5tgNZezM3n/U/sYWatVjX1TrTF0hu5WaOq1127yimbrFwPpVrM6t5ogWM3ljOBaCAQXIFgNbsYZCCCAAAIIIIAAArkTIFglWJViQeq6AVZYmj5YNVe1LjtGc+4YoA5p5inBau7ewG5X8rdi1bES1ApWMz74x7iav2D12OeiDxSqabDqumIxKWx1D1aTH1hkbzfBat3MzuQVzr9+2r73aZrQ3c9qa6uMuRK1qx4wt72Ibklx4XuOOZhmjhOs1s2M4KoIpBOYO3eu1q9fHz8ciUR07bXXAoYAAggggAACCCCAQF4KEKwSrEqKrkJ91s2i4wW2ENV7tapRBcFq3b7X/e2x6h2sJu1X2Sv/VqxGVyamBqWZ202wWlez0wq7j3Dsy5vcntT9c10fWhU7KXk1cuJhVjJ+QXDSkyo996FEuE+wWldDz3URqJEAK1ZrxMfJCCCAAAIIIIAAArUsQLBKsOoi4L5i1VytOvcgTTS3C0j/Ilit5XetR/XJwaotbEraX9JvsCpd99JzGnSQ87Zsj60AFH1wkHO/y8SK19ROZNxjNd721GDUGa5F60nXboLVnM3OpSPU/70RmndRZym+R6/bbf0uK1bjW1Y4t3hInrcdzbFeEX9oWtIcOn5x0hyUo6zlwIrVnM0ILoRAVgIEq1mxcRICCCCAAAIIIIBAjgQIVglWfQar0dWqa8+apRmnpdsEIFoVwWqO3r1pLpMSrJrlkvehjJ9q3frvuprPsXfl2eer4tE3k4NWW1ibdvWgcbEjb9YDv3lcF8YDT7/BqqR0+8JaVdiPO24JN4oMSGo3wWouZ2fyHqvp9kpNDVbTP7Qq3cPMEr1K2kPV2iogdtht9SvBai5nBNdCILgAwWpwM85AAAEEEEAAAQQQyJ0AwSrBauizjWA1dNJAFboHq4GqoDACRSNAsFo0Q01HC1SAYLVAB45mI4AAAggggAACRSJAsEqwGvpUJ1gNnTRQhQSrgbgoXOQCBKtFPgHoft4LEKzm/RDRQAQQQAABBBBAoKgFCFYJVkN/AxCshk4aqEKC1UBcFC5yAYLVIp8AdD/vBQhW836IaCACCCCAAAIIIFDUAgSrBKuhvwEIVkMnDVQhwWogLgoXuQDBapFPALqf9wIEq3k/RDQQAQQQQAABBIpMIBKJFFmP03e3urpaBKtFFqzOPbtdTt4ArS55OSfX4SKpAgSrzAoE/AsQrPq3oiQCdSFAsFoX6lwTAQQQQAABBBBIL0CwmrAhWE03T0IO3z2rcykQkedZwd7nEWnb9io9cf8lwc7LovTmFypEsJoFHKcggAACCCCAQJIAwSoTAgEEEEAAAQQQyC8BglWCVe8ZGX6mmfmaBKveY0IJBBBAAAEEEHARWKMpPUtVXlmmyauXaUSX+oVkBKsv7/x5/eoUvUEAAQQQyDuBBdf3yrs20SAE8lXAHqwaKzaL7eXsP1sBuM0AgtUavS9YsVojPk5GAAEEEEAggADBagAsiiKAAAIIIOAq4C9YXayhkT6aGa9hiBZVz1Bv82vr72NH9UMWqXpGtETSa/FQRfokarIfK5u8WstGKPaLU5/1Ma4I5FCAYDURGrIVQLqJR7Bao7ckwWqN+DgZAQQQQACBAAIEqwGwKIoAAggggICrgHew6gxVY9WUTdbqZSPUJcRgdciias3oHTCoZVwRyKEAwSrBqvd0I1j1NspQgmC1RnycjAACCCCAQGaBNVPUs7RclUapsiEaopmaGd8KIPqD38rJk/Wj8nLNlLVFgOMHwvgPgrFL2es0vhVfYWPVt0j95/VRuXlR43C1rn63p0pj30heXWPflsD6wdC+qsf/ALMVgH8rSiKAAAIIZC/gL1hdoL7WCtX4ilPr77ea/X0nWX9PW3+H1rS+7C04EwEvAYJVglWvOaJaeG5U5muyx6r3mFACAQQQQAABBBT/wcsKRuM/2KUGqNGw09h0NfbDmnWOFaJa4an59VsaE/thcc2UaGAaXTGTCGSdX7uFqSc/FT03fm3ntQKOIcFqQDCKI4AAAghkJeAdrCZXa/1dqYwrVv3/UjFeX/wXm24rVv3XlxUCJyHgU4BglWDVe6qwYtXbKEMJVqzWiI+TEUAAAQQQSC8QC1IToalzKwBHiGrUlPacND+gJZVfHd1PLuUHx8S5rkFsrLySQtrgA0uwGtyMMxBAAAEEggv4Clad+6Im3f2R5tZ9+QlDnatVjfbXpL7g/ecMBIIIEKwSrHrPlyIPVp+f83cNWyH98NRe+tsJraJer7+qQ2duiNslHXOIEqx6TzFKIIAAAgggkI2AFWIGCVbjq2BSLpj4YW/x0Iicz9CIXiNosGrkuEZdxgraOdLAUpVX+vmh0l2DYDWbWcI5CCCAAAJBBbIKVo2LOLfWsS5s22InesdHhhZZgW26usycNbENkGd9QTtPeQQCChCsEqx6T5liDlaNAPVJ6TRt0Ds/tYLVjzX6srfVZeyxGryvpE/f1ekTNupk62uCVe85RQkEEEAAAQTCEAhlxWpyQ5JXnDpXuAYPVq0VsiorU1llpSrTPRHZhwfBqg8kiiCAAAII1FjAV7CadBXnVjnOJiRWnGYOQsMuV2MKKkDAU4BglWDVc5IU7x6rmzXr5qVac0ovdXlyqZ6yglUzSN2s4fceqWNNPUfQSrDqPacogQACCCCAQBgC1ooVrz1Wk1a9uGwPYGuLM1i1Vq9mu2I1+fZF+4OsggMQrAY34wwEEEAAgeACnsGq8YvNBX1VHV966ghWS6eo5+1dtcw6Hl9h6vH3YLrVqsb52dQXvOucgUBgAYJVglXvSVOkK1bXPfu8Tvr4UL09sKUZsMaDVUnR7QE6aNq9XbXWccwJylYA3lOMEggggAACCGQtYN/jrWyyFvWfpz7l0uTVyzSiS5oQ1XYLYfy66R6QMWSIhsycqZVZbgVg1J/6UI/sekuwmp0bZyGAAAIIBBPwFaw698wxLxHb7sbt71nz8KJYGJt5H9WUVa2e9QXrH6URCFOAYJVg1Xs+FWOwmrQqNbpy1R6sGmjW3qvav5uevq6rOqWRJFj1nmKUQAABBBBAoF4LpGxZkF1vCVazc+MsBBBAAIFgAp7BqlFdxodXpR5P7Idunhx9GKRsK1jj9WV+mKTVk+T6gvWP0giEKUCwSrDqPZ+KLli1tgD4rW453OBxBqvGrf+vSEOix82VrQulq9lj1XsuUQIBBBBAAIEiFLC2E6jpAzYIVotw8tBlBBBAoA4EfAWrddAuLolAPgoQrBKses/LogtWo8Hp424y+3fTtJ9u1LB/t7etUnVf0WqdzopV7ylGCQQQQAABBOqvgLUqJ80KnAAdN4LV0aNHBziDoggggAACCCCAAAK1KUCwSrDqPb+KLlh1kjiC09df1aEzpWnWw6vMbQNW6ZDYCtaUs1+oUKtLXvZ2pgQCCCCAAAIIIJBBgGCV6YEAAggggAACCOSXAMEqwar3jCRYTfPwqgTdD0/tpb+d0MrVkhWr3lOMEggggAACCCDgLUCw6m1ECQQQQAABBBBAIJcCBKsEq97zLU+D1c3f79a27dVq1iSils1KvPthLxGRtm2v0hP3XxLsvCxKE6xmgcYpCCCAAAIIIJAiQLDKpEAAAQQQQAABBPJLgGCVYNV7RuZpsPrpV7v04murdfSPS9WiWcBwlWDVe9wpgQACCCCAAAJ5JUCwmlfDQWMQQAABBBBAAAEVe7DqnAJPvPa9Ply3Rtt2VOmbzdu0ZdsOs4gRLUYixn8R8/9LSiLm/5eUlET/v7pau3ZXKdL3qNLqTPPKqKS2X9EmhvjKdXUu13Pr08bPq/TS66vNjh5zRNdg4SrBaogThKoQQAABBBBAIBcCBKu5UOYaCCCAAAIIIICAf4FiDlbtfbfEFv53K8FqyvTJ02D1w8+q9OJr78Sbe/yRh/oPVwlW/X9KUBIBBBBAAAEE8kKAYDUvhoFGIIAAAggggAACcQG3cLEYeKqrq5NW6xKsZhr1PA5Wl/7f20ktP+ln3bRv2wbeczgWrM49u5132RBKtLrk5RBqoQoEEEAAAQQQKGYBgtViHn36jgACCCCAAAL5KECwmjwqrFh1m6V5HKzOenxJvMVnn3yc9tqjRHu28vEgq1iwOn3hylp/Xz77yioN6n1ErV+HCyCAAAIIIIBA/RKYO3eu1q9fH++U8Q93Y3UALwQQQAABBBBIFWjZsqWGDx8ODQI5FSBYJVj1nnAFEKz2O6GXGaru3aaBSnzkqsY2tNu2V4lg1Xv4KYEAAggggAAC+SHAitXcjgPeufPGOnfWxpXwzp031rmzZm7n1pqrIWAIsMeq33mQ58Fq4FDVHH2CVb/DTzkEEEAAAQQQyA8BfkDP7TjgnTtvrHNnTfiEdW4Fcns1Pkty683VEHATeOK173l4VQpMngarX3yzW998t1stm0X8r1S1OkewyicAAggggAACCBSYAD8w5nbA8M6dN9a5syZYxTq3Arm9Gp8lufXmaggQrPqdA3karPptvms5gtUa8XEyAggggAACCORegB8Yc2uOd+68sc6dNcEq1rkVyO3V+CzJrTdXQ4Bg1e8cIFj1K+VajodX1YiPkxFAAAEEEEAgJsAPjLmdCnjnzhvr3FkTrGKdW4HcXo3Pktx6czUECFb9zgGCVb9SBKs1kuJkBBBAAAEEEMgkcN999+mSSy4BKUcCeOcIWhLWubM2roR37ryxzp01czu31lwNgXQC7LHqJlPkweryqSdqzItSl7NmacZpHaJCKybpuElLYlqdNWTyNA1o7z6tWLHKBw4CCCCAAAIIIIAAAggggAACCCCAQH0XIFglWE0WMAJqwKCtAAAgAElEQVTUCukELdHanrFg1QxV30+EqebX0sT5o9TDxY9gtb5/bNA/BBBAAAEEEEAAAQQQQAABBBBAAAGCVYJVm8AGVYwcrHUDZqlTxWAtjQWrGx4fpoHLjtGcOwYoun51uW7r97A6pVm1SrDKBwsCCCCAAAIIIIAAAggggAACCCCAQH0XIFglWI0LmAHqhvO0ZPgBZsBqBavRbQDsK1SNYHW8NOoZXdM9FZBgtb5/bNA/BBBAAAEEEEAAAQQQQAABBBBAAAGCVYLVqMDGCg0tX6/zzdv7oytX48GqsUY1tu9qtHBndem4Vp0HEKzyEYIAAggggAACCCCAAAIIIIAAAgggUJwCBKsEq1IsSF0XD0pTg9VkJlasFufHBb1GAAEEEEAAAQQQQAABBBBAAAEEELAECFYJVmN7po7Xs24WHS+w7a0aK8DDq/gEQQABBBBAAAEEEEAAAQQQQAABBBAocgGCVYJVF4FMK1ajq1XXnjVLM06LPsrK+WKP1SL/VKH7CCCAAAIIIIAAAggggAACCCCAQBEIEKwSrHoHq+b+qw9qTaxklwyhqlGEYLUIPjnoIgIIIIAAAggggAACCCCAAAIIIFDkAjkLVj/5aou+3rxde7Zqov3atgiVPaJIqPX5ra5q125tivWpQYOStG3wbF2swKp1X6bU8cNOe5nfW/fJN9q6bWfS8eZNG6nTfnv463tE2ra9StMXrvRXvgalCFZrgMepCCCAAAIIIIAAAggggAACCCCAAAIFIZCzYHXV+q+0at0X6hYLCu06zRo3VItmjbRnq6Zq2MAzhkyBrYtg1QhVv9j0vc68YLj+PHtqxrDYs0e2YPXN97/Q/xy0l6w/jfDUClSN79lfRjnj5StgJVgtiDckjUQAAQQQQAABBBBAAAEEEEAAAQQQKAyBOglWjYDVeO3atUs7duzQa//5t5a9+Lz++uiMrFazZhOsrlqfvDq0W8d2iRHzSEKtUPWMCy7T8CuulbGqtFsn2/mSdjZqpy8//cDsT02CVaNRzkDVObWMgNVa2Zp22hGsFsY7klYigAACCCCAAAIIIIAAAggggAACCBSEQF4Eqzt37lRVVZV6/r+uatOyifZo2UTNmzT0DZhtsPpWLOA1g1GfwaozVDUa6Ras3jjlT7rlxuu1fs2b2nfP5pn7kmHFqhWsWqtTnRVZK1sJVn1PFwoigAACCCCAAAIIIIAAAggggAACCCBQY4G8C1bH3XSHnnx8vl7998tm5xqURMx9Wfdukz6c9BusOlepBglWP/nS2CN2m9mmYSNGmitVrZc9WP3o6yo1iuzQ8cf/WuVj71KvHoerfbsmapRhD1ZjSavb/qpW/VZ46jT4fNPW+JYBfoPV08fMr/Gk8VPBoN5H+ClGGQQQQAABBBBAAAEEEEAAAQQQQAABBApSIO+C1dfe/UiNGzeOY27e/K16/KSLunZokxY4SLBqD1ODBKtG8GmUv+GGGzRu3LikttiD1RnzXlT/3x6nxru36qLLrtZb76zRP56cp30yBMNWsOp2y799v9UwglUeXlWQ71MajQACCCCAQD0RWKyhkT6aGe/NEC2qnqHe8a+9jtsZ1mhKz1KVVzpohixS9YxEjfUELsRu+DNeM6WnSi1cTD38wzRlXmc/2TONA67ZuYZpyhhkNwbGWT4+Y9ZMUc/ScsX/SiybrNXLRqhL9hflTAQQ8CmQ98Hqnx6coemTJ2S8nT5TsJpplWqYwar18K3+Z1+g1nu11503jdFRZT9T/8FX6eKB/dR5/z3SD0lsxSrBqs9ZSzEEEEAAAQQQKEAB5w+GsS7Ef/jzOu7sMj+kB58Efo0d5QhWM1CHbcq8Dj6v3YIn5+cLrsFdveZ2UNOg5YO3uH6e4TUORu46VJE+iV9ZRh2cv7isnzr0CoF8EMjrYPX9tWs04LcnaJ9WETVu1CCtl1ewmm6VapjB6l1TZ2rsqEvVtdN+mvbY8yo7olRHdOuoKQ8/rV9176ZDDmxLsJoPM542IIAAAggggEAdCRg/HC5QX2uFavwHQeuHP6/j6YJVfnj0P6D+jBcPjcj4GX3IkCGaOdP4H1YBpzcO29QKn5jX/ue1Faxm+nzBNZhnbZgyBsHHIMg4SGWTV2vZCNaoZufMWQhkL1AnwepRv+qlDR9+ICM4NV577tlWvU7oo79WPCJjK4BIRPr73+bp7tsmqFH192rbumnGHjqDVb+rVMMMVm+9c6omjrlSpbZg9ceHdIiHrIf6CFYvKR9l9vPSEaN035Tbzf//4+Tb4vuoshVA9hOdMxFAAAEEEEAgvwTit5qnuV3R67jktvqJMCrIKLsaW4G3Eab2XRBdBUWw6pu15qbMa9/YGQqmjgOuNXWtuSljUNMxMM5PGQdrCwBu/Q+DlzoQyEqgToLVA/ZppUYNS9Qktgq1ale1Nm/driat91OLli312aefqOr7b7Rnq6Zq2jj9SlWrx27Bqp9VqmEGqy2bNTLb2y/LrQC2fl+lLdt36gvbA6mMINX+gCqC1azmOCchgAACCCCAQL4IOG9XdP4g6HU8qR9pbivl9sfMo53R2LGizB6ysm9tetdQTZnXWX9c+RoHZ+38Miajd6imzO1amdvWGJWVqayyMrHHKr8Qy5qbExEIKlAnwWq3ju63xW/fuUvVu6WGDUvUsEHEd1+MYDWbVaphBqvdOrUz22t/eNXgS67S26vX+np4ldVZ4yFZxl6rxkOrjIdiGW20viZY9T0lKIgAAggggAAC+Sjgtg+cPVz1Op6pT7YHdwxZVC1ywDRYGYwVe2BV/HZSglV/76LaNGVe+xsDo1SQzw9c/bnWpilj4G8MvOa26/6q0arZGsA/MSURqIlAXgWr2XbEClaDrlINEqx+8uUWfb15m9nEy668RpdcfnW8uUYAagWrH31dpUaRHerVq5euHDdFx5X9WPu3baxGDUrSd8+WIWcKVt0qsIewGf0i0rbtVZq+cGW2zL7Pe/aVVRrU+wjf5SmIAAIIIIAAAsUokHggh3sQ6nXcaZZYDUWw6nc+JRv3XRDdW9X1xW2mPlHDNmVe+4R3FPP6/MA1uGvYpoxB8DEwznCMg2IPrnL7JSWrVrMj5iwEAgoQrErmytBuHaMrTs1XhsWyVbt264tN3+vsi0bEw1V7sGpVMWbSA7r79lv0/rtvaN89m2ceFp/BqhGi2l/GqtbwgtUNqhg5WDPX265w9HgtGd4j+o2NFRpa/qCiu+JKJ4x6Rtd0d+8WwWrAdyHFEUAAAQQQKAYBY1XNgr6qji8ldfnhMNPx3g4kY7XT7V21zKovvvqpTJNXLxPP73CZVB5jQLCaxRsxbFPmdRaDEFutmunzo5TPi8CwXp/ZQU2Z24GHwDzBzziUlqvStg1OfB9WgtXszDkLgYAC9SpYDdj3pOJ+g1XjJGe46haslrTcXx99sFr7tW2RKaeNtsFnsOrWv7CD1XUD3ALT5bqt33itPWuWZpzWQVoxScdNel9DJk/TgPaprSJYrclM5FwEEEAAAQTqqUDa2xVjexx6HY+v0okFp5qinuYPk44XP0imn0Cexo5T2QrA+81YY1PrFwzMa2/sDCW8xsF223lSLXxeZP954WnK3K7RnLZO9prbrg9yNE7ml4yh+FMJAj4E6k2w6qOv/ov42N7VHq4++sAUM0BN9/Kszkewmqnx1n6sGTvouRVAdMWqa7BqBqnSxPmjFF2/mqGsJIJV/1ONkggggAACCBSVgNfDqTIed/yQ3iV1T0X2k/Mxm7zGwF4FwaoPUJe9PTNtm5Biyrz2h+yjlNfcdhzn86K2TZnbPoT9FfGa2ynhKqGqP1hKIRCOQM6C1U++MvYo3a49WzXJGEJm0y1jj9VQXz6rM8LVTZu3qU2rpmqYYQ9Vz+ocwarVF2Ml7LpPvtHWbTszdq9500bqtN8emQl8BquJrQA6x1ekbnh8mAYuO0Zz7higDrZgdWnP2ApWx5UJVkOdjVSGAAIIIIAAAggggAACCCCAAAIIIJCHAjkLVmuz73UVrPrtU5Bg1aqzNvoU5OFVZpg69yBzleoBKcGqtHzqiXqoA8Gq3zlAOQQQQAABBBBAAAEEEEAAAQQQQACB+iVAsOo2np5JaLBJ4FmdS4G6Dlal6L6qGvWMzt7AitVgI05pBBBAAAEEEEAAAQQQQAABBBBAAIH6LkCwSrDqPsc3Vmho+QvqZTyg6iP2WK3vHwT0DwEEEEAAAQQQQAABBBBAAAEEEEAgmADBKsGqKbB86jB9cPo0DWgfBTFu9R+z/oLYvqqJ1avXdJeU8jCrZET2WA32JqQ0AggggAACCCCAAAIIIIAAAggggEDhCRCsEqxGBcywdElCo6MVqsa+Za5gfVBrzC8TD7Zy4yNYLbwPAlqMAAIIIIAAAggggAACCCCAAAIIIBBMgGCVYDXYjPFRmmDVBxJFEEAAAQQQQAABBBBAAAEEEEAAAQQKWoBglWA19AlMsBo6KRUigAACCCCAAAIIIIAAAggggAACCOSZAMEqwWroU5JgNXRSKkQAAQQQQAABBBBAAAEEEEAAAQQQyDMBglWC1dCnJMFq6KRUiAACCCCAAAIIIIAAAggggAACCCCQZwIEq0UWrJ4+Zn5OpuCg3kfk5DpcBAEEEEAAAQQQQAABBBBAAAEEEEAAgboQIFgtsmB1+sKVtT7PWLFa68RcAAEEEEAAAQQQQAABBBBAAAEEEECgjgUIVglWQ5+CBKuhk1IhAggggAACCCCAAAIIIIAAAggggECeCRCsEqyGPiUJVkMnpUIEEEAAAQQQQAABBBBAAAEEEEAAgTwTIFglWA19ShKshk5KhQgggAACCCCAAAIIIIAAAggggAACeSZAsEqwGvqUJFgNnZQKEUAAAQQQQAABBBBAAAEEEEAAAQTyTIBglWA19ClJsBo6KRUigAACCCCAAAIIIIAAAggggAACCOSZQFEEq+07dtat0+areYuWcf55D92rl5Y+ZX7/4w3rNGrI7+LHjPIT7nlEs6ZM1LLnF5nf73lsH1127S1q3KSp+fUnH32gay/up83fbvIc0ohXCZcCEXme5VVr8vGItG17laYvXBnsvCxKE6xmgcYpCCCAAAIIIIAAAggggAACCCCAAAIFJVA0wWo8KF0aDUqNlxWgqlp65u9/VsXsqUnft4JVI1QdeuUNmnHXuHjQev3tD2rW1Ina+MFazwH3jEjzIljdoIqRgzVzva07R4/XkuE94t/Y8PgwDZy7Vl3OmqUZp3VI22+CVc8pQQEEEEAAAQQQQAABBBBAAAEEEEAAgQIXIFi95xEtf+EZ/c9Pumvs5edo8zeb4oGrEay+/mqlbp0+Xy8+u1AVD0WD16CvQgpW1w14Rtd0d/ZwuW7rN15rzxqvXsvGa2lPgtWgc4DyCCCAAAIIIIAAAggggAACCCCAAAL1S4BgNXbL/2/PGKxPP96gO8eNSApWjeEePGKMGbr6WZ3qNj0KP1i1ehVd1UqwWr8+BOgNAggggAACCCCAAAIIIIAAAggggEBwgaIJVu17rG7d8p2uHdbP1LK2CFj33tuu/2+U6Tfwkuhq1m836arxU1R2zEnasX2b7r11dHxrgEz0hRSsJrYC6Kwhk6dpQHt7zwhWg7/FOAMBBBBAAAEEEEAAAQQQQAABBBBAoD4KFE2wmmmPVXMv1aWLNGDQcB3Z4xhNuenqeMhqDLpzxWr7A1MfblX4wWpyD6L7qR6kifNHybbLKitW6+OnAH1CAAEEEEAAAQQQQAABBBBAAAEEEAgsQLAa2wrACFZb7dHG3E/1v6+8pB7HnCgjcLWvZF32fPTBV8UQrErRfVU1yr7nKitWA7/DOAEBBBBAAAEEEEAAAQQQQAABBBBAoF4KEKzaglVjhHv26qPLrr3FHGzrVn/j9v8jfvZLXXNxP3Of1aIIVjdWaGj5C+qVtB0AwWq9/BSgUwgggAACCCCAAAIIIIAAAggggAACgQWKJli177FqKFW+8LQee3BK/JZ/Y8Wq9brqhin6aY9jkvZQHXD+cPU//7J4GeP8O8eP8AVeCHusLp86TB+cnthTdfnUEzVm/QWac8cAdYj3kmDV14BTCAEEEEAAAQQQQAABBBBAAAEEEECg3gsURbAaeBQ9k9BgNXpW51IgIs+zAjdi2/YqTV+40v28FZN03KQliWMd7aFqdFuAZx1ndjlrlmaclohdrcPPvrJKg3ofEax9lEYAAQQQQAABBBBAAAEEEEAAAQQQQKCABAhW3QYr/Ewz85TIh2A1xElLsBoiJlUhgAACCCCAAAIIIIAAAggggAACCOSlAMEqwWroE5NgNXRSKkQAAQQQQAABBBBAAAEEEEAAAQQQyDMBglWC1dCnJMFq6KRUiAACCCCAAAIIIIAAAggggAACCCCQZwIEqwSroU9JgtXQSakQAQQQQAABBBBAAAEEEEAAAQQQQCDPBAhWiyxYPX3M/JxMQR5elRNmLoIAAggggAACCCCAAAIIIIAAAgggUEcCBKtFFqxOX7iy1qcaK1ZrnZgLIIAAAggggAACCCCAAAIIIIAAAgjUsQDBKsFq6FOQYDV0UipEAAEEEEAAAQQQQAABBBBAAAEEEMgzAYJVgtXQpyTBauikVIgAAggggAACCCCAAAIIIIAAAgggkGcCBKsEq6FPSYLV0EmpEAEEEEAAAQQQQAABBBBAAAEEEEAgzwQIVglWQ5+SBKuhk1IhAggggAACCCCAAAIIIIAAAggggECeCRCsEqyGPiUJVkMnpUIEEEAAAQQQQAABBBBAAAEEEEAAgTwTIFglWA19ShKshk5KhQgggAACCCCAAAIIIIAAAggggAACeSZAsEqwGhPYoIqRgzVzvQ3k6PFaMryH+Y0Njw/TwLlr4wdPGPWMrunuPpsJVvPsXU5zEEAAAQQQQAABBBBAAAEEEEAAAQRCFyBYJVhNClbXDXAJTDdWaOjd0tg7BqhDPGQ9SBPnj1I0dk1+EayG/j6lQgQQQAABBBBAAAEEEEAAAQQQQACBPBMgWCVY9Q5WnUZG0Fr+gnpNnqYB7QlW8+w9TXMQQAABBBBAAAEEEEAAAQQQQAABBHIgQLBKsJoUrCa2AuisIWmCU62YpOMmiRWrOXiDcgkEEEAAAQQQQAABBBBAAAEEEEAAgfwUIFglWHWdmdE9Vd1u94/uxbq05yzNOM3YGCD1xVYA+flmp1UIIIAAAggggAACCCCAAAIIIIAAAuEJFEWwOmDQcJ3S73xdO6yfNq5PPIDJYLzqhinq3PWHuvbiftr8zaaobCQBPOD84fpN//N1zcX9tPGDtbpq/BSVHXNS0gh8v/U7ndPnyLSjYqvOvYxLgYi9EWGMd0Tatr1K0xeu9Fnbct3Wb7zkeEjV8qknasz6CzQntt8qwapPToohgAACCCCAAAIIIIAAAggggAACCNQrgXodrLbao41unT5fVTt3qlnzFrrhqkFJwWr7jp1167T5+vabr1KC1VatXc79IDmUNWbCyPFTzAlxx/gR9StYddlH1U+oaiCwYrVefUbQGQQQQAABBBBAAAEEEEAAAQQQQAABF4F6Haxa/TUC1HF3zk4JVo3Vqo0aNdZ+7Q/Q2MvPcV2x2v5A27mOYNU6duNVg7TBJXS1rl8IK1aXTx2mD05PPIwqOUSN3v4/U5lXqlr9JVjlswYBBBBAAAEEEEAAAQQQQAABBBBAoL4LFG2w2rNXH53U9yw9vWCu+g28xAxW+5x+ro4+4dTo6tVvo9sCZApWjW0CDujUJeNqVaOOQghWow+kWpKY7x1tIarzmFXq6PFaMrxHynuEYLW+f2zQPwQQQAABBBBAAAEEEEAAAQQQQACBogxWjS0CJtzziObPuc+cAdkEq8ZWAUYdf3n4Pr20dFHGmVQQwWqI7wWC1RAxqQoBBBBAAAEEEEAAAQQQQAABBBBAIC8FijJYNbYAMF53jhshY+WqFay6Pbwq3YrVnsdGV7yOHXGO58ASrHoSUQABBBBAAAEEEEAAAQQQQAABBBBAAIGCEii6YNUYHeOBVc1btEwaqE8++iDxACtbEpouWL1q/BRtWLdGFQ9N9RxwglVPIgoggAACCCCAAAIIIIAAAggggAACCCBQUALOYHXVv5Z7tr9bjx6KVFdr1+4qRfoeVVqd6YyIZ6roeT3PAhGPXUzTPbzKqNi+YtXvHqvWNgDGVgLLns+8DYBxDU8ClwJeffJEcRaISNu2V2n6wpWBTw16AlsBBBWjPAIIIIAAAggggAACCCCAAAIIIIBAoQm4rVh9p/L5tN34ybEnqKQkUtzBaqYHWrnJ5VOwevqY+TmZo4N6H5GT63ARBBBAAAEEEEAAAQQQQAABBBBAAAEE6kIg3VYArz3395Tm/Kz36SopKSm8YDUwrGcSGqxGz+pYsRoMlNIIIIAAAggggAACCCCAAAIIIIAAAgjUsUCmPVaX//3heOuO/t35ikQiBKvZjBfBajZqnIMAAggggAACCCCAAAIIIIAAAggggED+Cng9vGrp3Ht1/NnDo6tUCVazG0iC1ezcOAsBBBBAAAEEEEAAAQQQQAABBBBAAIF8FfAKVo0w1cgFCVZrMIIEqzXA41QEEEAAAQQQQAABBBBAAAEEEEAAAQTyUIBg1W1QPJPQYCPpWR17rAYDpTQCCCCAAAIIIIAAAggggAACCCCAAAJ1LECwSrAa+hR89pVVGtT7iNDrpUIEEEAAAQQQQAABBBBAAAEEEEAAAQTyRYBglWA19LlIsBo6KRUigAACCCCAAAIIIIAAAggggAACCOSZAMEqwWpMYIMqRg7WzPU2kKPHa8nwHuY3Njw+TAPnro0dPE4T549S9Ejqi2A1z97lNAcBBBBAAAEEEEAAAQQQQAABBBBAIHSBehmstu/YWbdOm6/mLVrGwSpfeFp3jhuRBNizVx8NvfIGzbhrnJYtXZQ4FpHaH9hZE+55RLOmTNSy523HshiCfNpj9YRLH8miB/XjlOFn/aJ+dCTkXkyd+6+Qa6Q6BFIFunTZHxYEEEAAAQQQyFKgqsneWZ7JaQgggAACCCBQE4GG2z/PePo/V35Vk+oV6XtUaXWmGiKeqWKNrm+eHFHyRYxgNR6K2gNTv5eqx8Hqn5e861ehXpWb/bdXRLCaOqRGqDro9J/Vq7HO1BljHtDf3A63Yf5lVfPcXpSrIYAAAgggUGACn35u3Rnm3vAWjVsUWI9oLgL5K7Bl0yZ99/XX2r51S/42kpYhEBNo0qSpWrRrp5Z77olJHQls2ZH5s2LPPTvVqGUEqz74PLNllwLOsNjHZTIXiUjbtlfpjr+8VeOqCrGCZ5//PzNQa9GkpBCbH2qbq3ZXa/vOahmB1wm9jgy17nysrHnjiPZsXlKU/f1lz/+XMiS77j9IDS56v1aHqnWzEu3bOmr+XSRx50CtXpTKEUAAAQQQKGCBDz5ao2lX9XXtwbA7F6hV09YF3DuajkB+CXz49pv6w/BTdcB+e6tBgwbGSi1eCOSdgDEtjYWKn335na6/Y772K+2ad20slgZt3vZtxr+jiypYtVayfvX5p9p3/wN1141XaPjoW6O3+y9dJGNrgMuuvUWNmzTVayuWqVPpofGtACbN+KsOPuRH5rx5752VmnD1YN06fb5efHahKh6aan5/wPnDdfQJp+rSs36dNL88P6dzGKzeXqTB6j9iwWqzxjUMVjf8S70HvaT/HvxLLZv+C3UusE+SXburtaMqFqoe6zNU/fgVXTRVuv7mn+mAAutv8ya2ULXI+tv950ckjVbD2Z2lH54tvfWo9jtqsD755yxVDcq8Oiab4W7TokQd2jQwQ9UdjfkhMBtDzkEAAQQQKD6BNevfNX9oe/vjbSmdnzL3ae3RgpVKxTcr6HFtCax97T+6c+xZKmnQUE2bNFIJyWptUVNvTQRKStSgJKIGDUo06Mpp6vzj5J/valI15wYT+GbL1xn/jq63wapzj9V5D92rl5Y+Ze69+t8VL5n7rdq3DFj33tvmsSfnP2QGpVeNn6Kf9jhG9946OmmPVfveqx06HqwjexyjUUN/Z46KEb6+uvyFeNBqDVU+BauT5ruvWP3Vuffof/90edLscvuen+kX5LwgZe3XDtre516Irlht0shzNCR9penDZmvCe/YrHqo5z56s4z98WX0Gv6TXDv6lXpr2cx3kB8Rnmeduu1MDl0hnjL9Kd5Y5T7LatJfGzhqoi7NIOHdVS1WxUPXXbiHjx69oyNXL9bZ16QN76FEjTDW+P1UaG2qw+pUqrlskDT9HA35gXXCNbj3nKSV2NO6qWx/prRQKn55GqNo2tlK1MPrbTpfebvfw2dFYMXt/f3xk6l+6TVeMUcnbc/XTq2/Uv2+/3gxX//bl6ebZVVVV2rFzu7Zv36bt27aZfxpf9xsQ/Wzz+2rXskQd20VD1Qg/APploxwCCCCAAAJ6c82qjD+0tWnZzlPplSfm6Ge/GehZjgIIFLvAe/99Vbdd20/VkYiaNWuhhg39/IxYeGr1s1eFNw7ZtrgkUqKSkhI1atTADFYP/onPhVHZXrDIznvv1RU6+Mjuvnq96bsvizNYddtj1bn3qv1rQ7PfwEs09vJztPnbTSkPrzJWo/Y//zITfcf2bWbgaoSx4+6crRuvGmR+v3zsnbrhqkHm+faX5wdaDles3pYmWD3m3Hv0gi1YNb42Xvbv+ZlxQc8LWt5qg9t5zj7Y27skFqw28vxLc7VGnrhQFdpLY2YN1NAOkja8rFMGv6RDx12lOw6M/v9rnX+pF0MOVpdMulPnL5EGGNexpYnW96P9sbXLz4DEyuyulnbtiq5UPf6Y1NvDpTW67dxFUvnluib2eb18+tPSxSepx8crNORe6fqbusvgCOf1lSr+sFi67OxEsPrxCt3274N1zW/ampfY8MSjOvtfXfVoFtc1tnxo2yJ6K3pB9XdeO936p5PUIyCyvb/dfvLjlLPbzNQkR/YAACAASURBVO1ifs8IVXe3GqSSzbPNcNV4lV7zvnbu2q2dVbtVVRX989stOzT1wb/pzIHn+m7J3q0a6OC9G5rmTdt4//Dnu2IKIoAAAgggUAQC/7fqzfgPbcYKVfu2AMZWAF7B6psvLNSWzV8TrBbBXKGLNRcwgtVbr/m9+fNR42bN1ahhw5pXWsQ1NG3S0Nx2MN2fRUxTo643bBBRowZGsNpIF4wkWK0RpsvJRrD6/dZv9aOjjvOs2h6suv0dXW9XrIYZrBrKg0eMMUPXbzd9ZT4Ya/6c+8yVrCPHT0kahDvGj0gZlEILVq3Q0uhIkGA1m/OyOcdol9t5foLVBg08RmP5U+p4w9tS51/qhftsK1I3vKz7P/y5LjrgZZ16oRGsHqr+elvzYndS//iCQVrYPxoIGkGsWcaaCb1O1fpRpRmPvT9vjo558AvH3DlUDz59sqJv8690/yWzNXHtXhrzwEBdFCDhrK6Wdu+OhqrHuYaqkj5eoaGjvtT5bqGecexeqdcByzVtmdGWdho2yRaIyghJH9G0D/wes5ePdfnAHnrEGaBmalOGjz4jZGwXC1WLrb+df3R4Wpl2r41Rw3cq4itW9/3lBWrVc6x27tqlqp3V0XB1527tqKrSt1t26t5Z83XGoAs8/5IxCuy3RwMdsm8jc47tsfc+vs6hEAIIIIAAAggkBJa//nrWweq6V/9phqoEq8woBPwJGMHqzaN+p6pdu9W4SXM1bESw6k8utdRfKip07nnn6E8PP+L65/fbd2ZbddGf16hBAzVuFFHjRo00eOR0VqyGPCOsYHXb1m/10xNPy1g7werSxI3FmVasZtoKwLjl39g79dqL++nwI8s09MobNOOucWaw+stefXTGBeXmIDz24GS9ZLueNTL5FKwOve911wlzwZX36cG7LpHxp/1lfM/PKx/Os/rg1t7333zd3AqgpMRjNP71lDoZwar16nWq1l0dC0WN7xmh6UUv6XXtpT/cbwScqzWq90LN06GatfhkHWcdj523zghMZ3+hwwcN0sKy1dFz3Y71b6slt9+pwUul/uOu0qRfOHvxle6/dLZuWmtd18+oSNWSqmOhapfD0odu0lo9UP60PjzlTN1wvGMPr8/+rXE3v6IDBl+iCw+T9MY/NHDxnrpt1E+1n6T/PnKfHt8vdp7vY19r8aRnpPPPUO80Odwnzz2ma/6vS/w6fnq8b+sG6hoL+Aqtv0mOfjoryd7fgzOEqkZ1+8wr1YftTtUBXy7UPj0H6bNls3XgVWviq1SNlao7d+5KrFi9/1ENvPhSz5bsawtVW++1t2d5CiCAAAIIIIBAqsC/3ngjq2D183fe0JbvNhGsMqkQCCBgBKs3XX26tu/cpSZNmqtBw0YBzqaoXeBvf6nQueeeoz/96RHXP7d8T7Ca7Yxp1LBETRuXqEnjxrrwaoLVbB3TnWcPVr/f8o2OOv38tJcgWPUZrBoPrxowKHG7v/3hVa+/Wmk+qGq//Q/UF59+rJ07d+jPsybH91419lY1XtZeq87RyKdg9bIZ7sHquSPu05+mRENU4/+tl/U9P5M4m/OyOSddG+19cLb33dejwaqf19I77tKFzztL7qXrZpynC/Wy+g5dptc799TSqT9XJ32lB4Y/pJvXRo93fix6br+xV+o2Ixz911PqPOEd6dhT9YAWpj22dmQXWdeNn5vUhOTrXBhgxaqxivCHLreHp1h8+m9dN/FlWc+LP+aiSzXUyGKN78+WLr82GqQmf71WM4avUfepJyi6wYDx9ctqP+ZMnbJvpmNf68lbn5YGGeXcRsU4d7FktcHHwBm3oneO3YpeSP395B9/1hULvzJuytfVcUfvDtv72/Xw1Nv/3Wp45/V3VPbWyTp4lHH7fzRErTJXqRpbABhf7zL/f/N3OzV15kO6uPyqjA3Zp3UDle4Tvf2/FaGq96BRAgEEEEAAgTQCL2cRrG79aEM0UCVYZV4hEEjACFZHDDpem7ZsV8uWrdS4aZNA51M4IfCPpxbojLPO0mNz57r++eU3W+HKUqBpo0Zq3qKR2rZqpktHP8CK1Swd053mDFaNlau/Pif5uUPWuUUZrNbY2zMJTb5CuodWWaU8q8vhHqtXPPCGK88Zl/1Rj92bWJ1mfG287N/z4xr0vKDlrTa4nefsg729b/7nNTNYNfYa9f3a+LJON0JU64RjT9WaM76Mfu+gnvrHVGOrgK80a/hDuuX9vTQ6FqxelBLKSjqop0Z3WqZb0hwz6lp3510yzv39mCt1q8uKVft1BrfP3ItIROazLY3A6yc//YnvLscLvvasfjf9Cw0cd5ZO1QpdM0sa8Yfu2t8o8Inta+P/b3hZa5Ku0DZxXrpj+32thTctlgafpVPNtNb+ek9/HLZYH/z2bN12kr8n4LY1HprUNhrwFV5/Y303Lb9W/2knyGtbcnt/fYXIsUu89uqbOveU/4nf9m+uUo2tVDXDVTNk3aXNW3fq9rsn6/qJt6SdO/Zgt2U7VqoGf5NxBgIIIIAAAgmBV1ayYpX5gECuBIxg9bJBx+rzb7arVctW5h6WvLITeP6ZJzTgjDNV8difXf/87OvvsquYs9SsWRO1at5Ye7dpocuuI1gNe0qwYtUhGjEjpBBfAaoztgL4/XmXauzlZ6c8tMpqkWd1OQxWR812D1Z/N+yP+uu05Nt+3b7nRznIeUHK2q8dtL3//Xc0WN1elbkH6/76lJ7/xckaZAsu1/31YfV++AszHF18tTTqkmV6w/j/ydEVq7PLH9Kk9/fSqPvO00Hz7tKwF6TTr7tSN/08+Vov3J3+mFEy8/Hk69jb5+xRgxKpYUk0VP3ZL7IIVc0Kv9bjNz6qD069TCP2W6ErZ0ojr08Eq4mv39OUi95T2f0nKPV5epmOGfUvloacpdOSglXjnMXSpZdphM+mt2leovZtoqFq4fXXPnpG31/WgROcJskjbO/v4Uf6W6lq1fBK5X919smHm2Hqjl3WatXoytUd5jYA0f83g9W7btctd9zt+oZp17KBOrWLmhOq+vlUpAwCCCCAAAKZBbINVo1a2WOV2YVAMAEjWB028Ff6/OttatGilRo1aRysAkrHBV78x5PqN+AMza94zPXPT78iWM12urRo2kh7tGiqvdq20uV/IFjN1jHdeeyx6pCpi2C1Ves25vYAbdvtoz/eNtp1b9V8DFb/8PDKsOdjQdS34uX/msHqZ5t3Z2zvh3//k/r9+UudMrJcY35qFP1Kj17zsKauV/R7+7+iQVdWalXHMs2/7Wc6IH68nYbfda7OlvO4pI9e0aDH22r2aV85zrUdu7SLrGt3O/M8zf5t7EFY8dZa7Yhdx1w6mvpq2iii1k0jZuBl9Hf1pz73tPnPMxr+0c809eTYCtFPVmj4dav1q5vP0u+1QsOnSdfc0F3mDgTGMdvXL98/VY/sf0783Jfvf0a66EQZubLXsZd+OlxXHWH14z3decEiabj9e5mnV+tmJeY+o4XY3w1PzVXF/mcl+v+fZ3TiVOnGB6N2bi9nf//74fZA779/vrBCZ578k9gq1d3mdgA7du7W9IcXaseObdqxfZt27NiuTz/ZqJ1VO3T31HtT6m/booEOjK0ObtF2r0DXpzACCCCAAAIIuAuseHNlVnusWrW9+cJCHl7F5ELAp4ARrA4552h9/MVWNW/ZUk2aNPV5JsWcApVLn9Lv+5+hv8x7zPXPj77YDFqWAs2bNtKeLZtr371bqXwMwWqWjGlPs4LVHx0VfVx4phdbAXgJuR33XGIarFLP6nK4YnX8o28Ga3w9KV1Z+R8zaPzkm1365vtM4erX+uv4R/TAh/aOt9OFN52l3xkrKz9Zocv/8C+tPuAXemB8d7WXVd6ljL2KHn20+MKDE+e7HYvXZR3sqvGzTpQemKrxy50DET1mD+D2aFZiPp3dCBmNl9HfL7bs1nfbMofJ0ZrXaNJ5i/R0/DLtdPFtZ6v/DyR9vELD/ij9YWIsWHV+ra80b8wjmv5B7OSefbR0aJfYFxmOGfVcs1zvGCUP7KGHT/tS5015N2XGnTTico1yuTe+ZdMS7dWipHD7e6l0k9V/s9dddfPDJyllF4iYiFt/N2yq0qYtfsY3wfrkk8/rzFN+Ht9PdcbDC7VX29bq2vWH2rZjt5566q+6ftx1ru/8Ni1K1CG2Org5oWo9+XSkGwgggAAC+SDwb1uweugPkkOeYXcuUJuW7Tyb+coTc/Sz3wz0LEcBBIpdwAhWLzzzKH3w2bdq2rSFmjRhK4Bs58SKfz6r7kedoHR/Zlsv50mNGzdRu9bNdMAP2urqG2azx2rIk8IIVg8+MvW+W7fL2INVt7+j99yzU41aF+l7VGnGXSuNvR5r+1UXK1aD9MmTIIfB6k2PFWew+r//jAarxmvt51X6fPOuIEOY92Xt+10233Mvbf36i3h/N23dra07goVv+d7h5o1LZNwSb4TIxd7fj76p0jdbg43v3Ef/ru07tmv79u26+OJzdcftU82VqsbXN9z4B9fh36N5ifbfI3r7v2HOCwEEEEAAAQTCE/j3W4kVq85ap8x92lewGl5rqAmB+i1gBKsXDDhK7374uZo0baqGDRvWyw5HchHG1Eu5/OhUSUljtWzRTD8+ZD/94aZHCFbrcFjswarb39EEq26D45mEBhtRz+pyGKz+eUnqisBgvSnM0vZVnIXZA+9WG31sFgu8vv/6C/MEK0z2PrvwStDf3I+v3bzwZgwtRgABBBBAIH8FXvUIVvfec5/8bTwtQ6DABP7v+ac14PReatGiqRo0aKASlRRYD/w1t8QziPBXD6XqRsAI/Bs3babt23bqsSf+pQO7daubhnBVff71Z/HteghW/U6IkD+APKvLYbB6wqWP+FWoV+WattlL2zZFw8b6+jL6aH/R3/o10vkwvs421C9heoMAAggggEDdCfzfqszPQeiwj7E/Ey8EEAhDYNmieWrSrJ0aN2keRnXUgUCtCrRo1Vpt991Xe+7DXYO1Cp2h8g2ffZzx0qxYdePxTEKDDadndTkMVpsfd2ewxlMaAQQQQAABBBBAAAEEEEAAAQQQQAABBEIXyMkeq7fP/JsOPuRHZuMrX3had4y7XCNvuEdlx5yU1KGtW77TtcP6aeP6tSkdHTBouPqff1m8jjvHjVCrPdro1unztd/+B5rfn/fQvaqYPVVKk4ROmvHXpHbcOX6Eed6A8xN1LzfaF/u+vbzxfau8cc5tsbqMp3D/8bbRWvb8oqQ218a+sdu2V+mJZWtCnwRUiAACCCCAAAIIIIAAAggggAACtSswZcEq/f6Yrlr/ZVXtXojaEUAgZwK1Hqz+stfJarf3fvp7xSx1OPBgTZj6iGZNmaiXlj4V76QRQl51wxTzayMwdb7ad+yscXfO1g1XDTIPTbgnWse6995Wt8N/queemKeevfpo8IgxGnv5Odr4QWow2/PYPmq3z35aWPGg2h/YOV7H+vfe1vV3ztaNsbpvvOcRPXjPRPM6bfeOlu/QsbNunBL9/rKli8xQ9bOPNySC1hyuWL39L2/lbHKEeaFPv/pOnfZrre/r2UOYwjDCJgxF6kAAAQQQQAABBBBAAAEE8legbYsGmrnwNZ1/8uF6//PkYHX1+xv16edf6c21n+ZvB7JsWZcD9tKhnTuo/Q8K+1b4Fo0jatbYfRXf9zuqtWVHxufCZ6nHabUtEMa41nqwakdotceemnjPI5o/576kYLVDx4PjwWm61apH9jhGo4b8zqzOLYS1h69uwWpSO1q3MYNVox3Gtc26h0brHjk+GvBaq1aN/2+9RxvdOOVR/eXhP5phbvmYu3TjyPO1+ZtN0WpzGKzeMm9Vbc+rWqn/w0++1v90aqtvt/Fh4wTGplamHJUigAACCCCAAAIIIIAAAnkjsFfLEt1V8You/V13rf50Z1K7Xqx8VR32baOOOytr1N7GTZqpuv2vtfeeLWpUT8MGEX38xXeB6tn8/S7Xa76ycp22bNmmn3f/cY3aVFcnN24gtWleotfeXq/XVq3TO2s/0oeffGU254D92uqQzvvrx9066ceHdtSmrbu1w52hrpof6Lr7tPL/ILjPNu8OVHe+FQ5zXHMarBorVsfdNVs3XDlIGz54L+56xqDL1aFTF9fVqkYhZ5BqbAtgD1qNMknf89gU1Vixaq2APfOC6ApZK0g1tgWwB63GMWPF6vV3zNaNIwfJWIHb45jearf3vmrWvKU++egDjR7WX5u//TppntTWVgATH3s73+ajr/as+fAz/fzQ/fTllsJ+8/nqbMBC2AQEozgCCCCAAAIIIIAAAgggUGACRrB6y5wXdeVZPbXq4+Rg9Yln/6mbftNIu3ZsrVGvGjRurv/9sov226t1jepp0qhE6z/eVON6rEbMXfSKevf6ZY3aVBcnt2xSom1bv9Vzy17X/654Sxf/vkyHl/5AB+3f1mzO+x99pddXf6zpf6nUr7r/UMf3PFxNm7fWd9sLM/f4wR4lGjN5nvvqQdsATCzvp4+/Kcw+Gt0Ie1xzGqwae61++vEGc49V62VfxWrcZu/2yhSsGseMvVrfe2dlfEVruj1WrbqNvVONdhh7pjpXqLoFq0Z569Z/I8D97RkXRvdVtW8LcEPyFga1FayOn1uYweqqtR/p2CM66JMCfvPV1gc5NrUlS70IIIAAAggggAACCCCAQH4I7NWqRBMfeE6jBh6rlRt3JDXq8aee1z1nttSubZtr1NgGTVvpmY2d1CkW/D03b6qqq6N3je7evTvpv127dsn4z/i+8afxMv48e/hENWtcolXrvojXYxzLti7j3Onz/qlTex9To77l+uQmDSXt3KKnlqzQTw/dV6cc/SM1a9ZIqpZ2x27ELYlIDUoi2rJtp5544Q39++1PdfJx3aVGLbS9ALfRbd+mgcZNmacFd56blvu0kY9q/OW/18ZNhbk0N9O4xt4qigQc15wEq0Z4etv0+Vr77ltJoaoxUsYK0JP6nmXujWq8jL1SL7v2FjVu0lTWw6zOiK0qtfZfTbdite+ZF+reW0eb9Vh1fL/1O11zcT9z39VWraMPuzLaYT2IKlOwapV/31beuPb/+8Uxuia2dUD864ujWwlYr9oKVkfPeTPXnyehXO/NNRvU5+cdtf7LwnzzhYKQphJsalOXuhFAAAEEEEAAAQQQQACBuhcwbrO+6cHnNPqCX2vlhuQVq48/tUTTzm2hqu+/NBs644n3zEDUCD2Nlz0UdQtDjeNjB/dQw2bttGDtgTqk0z7mec/8eYqO+fUp8c7v3LnTDE+N/6qqqpL+NOp4/tknNPjq29WyaQO9+vbH8XqsusaMGaOvN32rjz/7UlPvnqRp06bFv37ogWnqXnZs/FpLnv67WZfx+uOfX9SpvXvV/SAEaEH7NiV68rl/qUv71jr2Z4dqpxGmRhqqQUSKGMlb7GWMU4MSKVJdpWcr39LajzbrN7/uoY2bCm9Fp9HncffMU8Wt52iry56xzRtHdMboRzV+eL+C7J8xZOnGdZ/WDZJmx5ebd/ke11oPVtPtq2q1eOQN92jDujWqmD017RR3BqnpHnQ1aeZf9eryF1TxUGpdRkhq7au67PnEyljnClUraJ1x1zhNuCe6r6p9JW1dB6t/eDhTsPpf3XH8DNnX/faZOE0jfxHg0yNtUaPup9Rxzh/Ur/3/b+88oKK6tj7+H2AoihUQaWIDsURjbLE8jRjFFnv/jKJGfSrBFkVQQWCEEDUCEon6FBI19ooYsWHsiBpFAdGAKNLsRkEQBt469zLjDDLDBeU582WftVzOnLvPPvv8zvWu5X/23afi/v5MvIdh3Zu8U6T7XU9VuYaKx135EcJ5CWdT+WhoJBEgAkSACBABIkAEiAARIAJEgAh8PAIsY9Vv0wm4OX+J62nK6YwHfz+ODRMNIX2VzgUYEpGJRYsWoagkNVIi8YXbIndIpUUolErhJ/HB/IV8UllhoRQBfj6QTG0LXWMr7EiyRWs7S+7a4a2r5cLq8d/3ywXa0tmqXXr04eyZGDrNbRVqGunibFya3I/Ml6KwGrjSH+vXr1cSVtt3fpuVejLqIOeLtaCtpzDAqZcw+JlR8JmdgSE7J6G1bMSVMDgHxHLfRD2mI2xWSb3WMvqzD/rBbcsDiGCNMUEecLJgo7IQtWgTMFv2XX0otY1EuHf/Hk5fuIw5E/vijVQEka4YYrEedETKAhyKiyEtkkIHRSjIf43QbcfQtVM72DawxfPX2nXGjHUdHXiv2YHVC0Yi/Skv/mdnZ6GprSVe5hXBqq4YLv47IJk7Fg+eaZ9wrGpf9cV6aGAihsu8JSiGCD+tkiDtGf/Dg5B9rXJhldVPZTVLF0wb9s6dK6QMABvEslinzF4iz2plAunGIAmMqhsjMe4y2IFX7PAqWb+icCqbtKxX/Nm1bo79Mdl1CTxLMmZ9grdgU7AEVg3eHmqlWLKVzeMTxNvEXTkP/9BdOHPs4DtiblVlrE5fG6fmCRCHn4dEwnqtOway52hsOEYvB9z2O+MzYY8w4b4r6C/xTirG9rLHtfvKrzy866Yq11DBoN/LvNQ61PgSzua9AqLBRIAIEAEiQASIABEgAkSACBABIvCRCLSwFGP5ppOYOepfOHsrRymK2NgYJWE1+EA63N3dIS3JWJX48sJqoUxY9fV+K6xKixCw3Bv+/27/jrB6aPMqODoN4uY6GrkXnl5eyM9/g9zXefyf3DyEhqxGt559ORuZGFqWsMp8eXp6yoXUVQESbNy4UbCw+lm7juWQf4Sz/itxGBawTjOH49qxcOBGxGPPzGMw95qDbua8TfaAAAxvXVb/BCAyGz3cHWGafRJro8wxc0JLPD4WiD/M52C4XKlVH4pdfX0cOHoe3dpYw8q8LnLe6EJsaMAJq0zrYRqR7LVxVhuAZfu+KShADXEhkpLTcTExA8P6dsedrPL0j490M6qYlq17xYZ98J09Arcz8zmrlITLGO7UFX+m5cPewgCeQbvx3dShWrc2tpay9lXfyAB6enpwsDDEt/OXcIfTh6yS4FZ6nuB9rXJhlWWkshqoiu38qSNcSQD5YVbzJ3HiqLrGMkVHObtwJjvDQ7gMV8WyAYr9ZdVYnb+Mr8VaOg5WEoCJrkq+w9dwtVc7l7K/cOoIV0KAzTvLjS9XwGq7upUqA8DmqCphdWaoemF17eBI2IS64yvuB6o4rB18FZ0OOKMdt3D2fT1OsPgcp2H3bPZUyUbEPF+El5wlZue8FN8PNS/BpGjfHo4nM2ETOhlY6Yu0sSGY2YEXb0dss8SaH/uA+yFIRUu4k4oxjvaISyvvwcLmrOgaVK1NIX5YYSLHhV9v2fGXxYePB47AyXvtStZZll3pGGS8ZHvxIdho1kOXoiECRIAIEAEiQASIABEgAkSACBABYQQcLMTwC4vG9BFdcSZRuZbq5cuxCHMWQ/r8L87Zqojn8uxS9l3x9f+ySgGwvlXTW0C3dlNsuNYArZryGavRuwLRq+9g7nPUoT3wWrYM58+dkwdsVt8GPwWvQo8vB3B9LKv1/2b/ALNaYkRfuSf3I/O1bNkywcKqzBcbu3HvWbT9rL0wUIjHXpd4tAwZhWZsxI2dWHKtJSRft+TGPzkejJ0Yixnm0WX0t4b5FaCH2xcwyT6F0KNmmNHnEf93yXghQTABMXjjPsyd8AXAMlR1DdCmSR1O6dERiRREVdZVjCKmshYVISH1GXJevcTaHafhOuWtOClkTk2wYeteuWE/ls8diTtZvLB6+fRhuE0dgRNJubCrb4DFgbvx3TeD5cKrJsQtNIbS+9qqkRl0xSwDmd/XmfOXsO3khNWK7GuVC6tCFlgVIqSQeYXaKGasljmmDIOqWFNefiFc16kXVkO+ioTNOncMtgQy9/hjxpl2CA3kRc/LgS642CUELh2zcWDOJmAhb/e2xSHkq6v4PMIZ7JHH7LfbLMXK4ebApXAM8c3EpHXu6HjBHzPSBmD/nNbcHKswmbdR024k8RmrNx+UL6xWZg0sVgmmcTHJ2jvx/2bJsQDjUhK/ok3ZfBiT9Uh1LuGghqMqXsqM34UknI3QO5bsiAARIAJEgAgQASJABIgAESACRECTCNjXF2N52ClMHdYZfyT8rRTa1StXsG7QNeTd3c/1h8YPhruHB/fqP2u+Pt5YuMiDKwPA+vx8l2HeQg/uGvsesHwZfHvHwrDREATdGgS7hnzaU/yREPTuP5T7fPjATnj7+CAvTyFj9XUeQgJXyLNamfjaZ4o/GpsbISomRe5H5svHx0curLI5f/nlF5UZqzJfbGzE8Uv4tK3Q92gTsN81Hi2CR8KeCaknQrAHozGtlxnP7OYueF1rCVeLkyr7gw5kQYT6cFo6Ggg7BdOFvC+hrZmFIRavCMNP7iORX1gMA0NDNLOpjW8XeHKviotkJ1jpcJ+406zWrPDBrfvPUCzNh3vgfni4TsDpWO06I6d1E1OEbo9G4OIJSMnmhVVWGpMJq2eTc9HY3ABuK3dh8tDPEZf8WChOjbHr3qGlfF/fFInQvKEpXBd6cQeQVWRfkzLzlNZEwqqALdYkYXXuf9QLq2v6r0dUyZpEX05DxDyZ0BgHxWvMxMkrBN92AhATjoHel7lRIlhhygZ3DLFi9pGw4T6zKwrfcRTzA4D5wW1wyXUT4CazUQ3zeiIvrCZklC+sVnwNpWMtFa+g+FXxKYvDW8ZvOarhVU5NWuFsBNysZEIEiAARIAJEgAgQASJABIgAESACGkegqTkrBfAHpgzuiFPxz5Xiu3btOjYM/wuvU3Zx/SF/9oG7x2JOSGXN13sZFrov5uqp8sKqF+a5LeauccKqxAv+A+Nh1Hgkgm46ollj/j+hf0YEwmkgf9B2xN5t8JUsx8UL5+Vz161nxR1C9WW/IVwfE1+/mrESTeob4fD5v+R+ZL4kEolcSPXzWYotW7aoFFZlvtjYfVEX0bq1wPfwcQsH58bDYfVwUwGb6QAAC7ZJREFUTgx9ejIUezASUx1N+bhv7oF3XEt8Wz+6zH6vcXwBAdbY2LP1ZqDbw1AER2RDBHP0cZ+BzvzZXipbM0sjLF31K8Y4tYdUVx+16tRC3/a2mLvIi51cxWU1cuUASjxwGcPfe3HMpHm5iIi+igUzx6G1hY76iTTsajUjMVwC9mKpyyg8eVWA3PwiHDl8CAu+GY7kJwUwMRbD1X87dkhGIPe18gFsGraUMsOJyyyS72uxWB+Duzvgu8Xe0NXRq9C+JmW8VvJPwqqA3dckYXXBphtqIr6OwL6RaLDRA8OssrHXxQf3x/+EOdzhVYrXFFxcDEe/LRbYGOIESyWb0valfW8ExrfD6S3AQm6s+vZnQirG9LJHUmZ5wmol1lDm2ioavwo+7/h+X7t3OQlnI+BmJRMiQASIABEgAkSACBABIkAEiAAR0DgCjc1YxuofcP6qPaJvPFWKL+7GTWwYcRtv0vk0qR/PduJKATDBjrXSpQBk3xWvrRyVBn0rJ4QmOsGhRFg9t/sH9B88ivNxYPdWSJb74XVevry+6uu8PASt+l4uvh7atx2jZgfBxkQfx2Lvyv2w8cyXLB5VcNt93kN+KXL/Ds4Xa9sjz6FVS/5V/vJbEiK+S4DDyqGwY8bx++B7owWWjuEKA+Bp9HrswzBMqXem7P6eJQLso7PYeMIMU8YAEasfoevcbqgr7+N9qWoOVtWw9tcItGthBdO6dVCtVk30aW8LPV1dLruRKars7X/2kdXBLSwqQkFBAY7HpCAr+wlib6Tg3xOH4FZ6bvnL1SALtu7VYYfQs4Mdxg/sgBc5Uly+nohunzWHgaEuthyKRXTsHcydNFDr1sYwl97XAd0cIDYQy/fVZf5SbjcmjxuOTz9tLXhfSVgVcBNrkrDqHq5eWP2xTyQabPLACGsAD6LgMjkTXx91RidkY/csH5zq4YmQUQqv7V8MR+8zbXFsQRuAffbMwHRufCl7pWtA+k4/7LhniRTbfsr+VPC8woTVnva4k12+sFrhNahYW8yKWdhsW7JeFv9mC4T/5AT22x27dg4dFOJXwQfXoRSPKo6l+0vxUnebCWcj4GYlEyJABIgAESACRIAIEAEiQASIABHQOAINTcWQhJ3GhAFtceK68mvU8Ym3sHF0Cgoe8fVPA47YYZHHErmQ6evthQXuSyAtlHJZrP5cxiovAjEBNkDiiaDJORCbdcWmO/1g37A+d+3YZgkGDh3Dfd63czP8/L/HpZiLcja1TCwQuNIP/QaN5PpYVutEt7WoX1uM09fS5H4UfTFxVfansJA/OV32N4tF1mS+2Pdf9p1Gcwf1YubbDUtCpFsSmgUMQlPW+eg8wlc+Rjfu+xPEBO8Hxk5BJ6jo5yoGMLtzMHFlY5IQGfwEnV27oC7zFW0C51HqY2lubYzD0bEw1i9GCztLGBnXQu06NWBczRD6enpITrzBlQMoKgakxcUoKChEXl4+iqSFSMnKx+O/8zByYE8kPnilcfehuoDYulkLDI+EU+dm+GZoJ+S+KUI1fR38Z18Moi4kYY4zX49X29bGYi5rX+vUrYGH95NhVkOM8N/2cJnIE8cNx6OXBdy+1jCxgjT/NS5d/0vlvpKwKuA21yRhdelm9cLqil6RaPiLB0YyYRVA+g4/jI9uhy0/O8HqQRRmTDyIRO6V/w7wP+GMz3EdK3qtRyTrc+qA/lEZb8cr2pe+diEcPZdkYKbCXOpQxt5Mxeie9kh5VL6wWvE1sJkV1zEN0QvbKPfBSjnWsuJXyUeZKROs3+XIC9ny/tK81MARzkbAzUomRIAIEAEiQASIABEgAkSACBABIqBxBBqYiOG76QzG922D49ceKsWXePsOwsY/gPT5Na7fZ1cduC9e+rYUwDJPLHBfyouYTFj18cR8d0/OlhNWfT0R6moI3dqfYmtyH9jb8sLq/g1eGDR8HPd597ZwuSAqy4aVZb4OGDKas2FZrTO9NsDEWBcX4tPlfhR9CRVWZb7Y2J93RKOZHSeTCmi3cdjjNpr5DUQTmXXiIfhvTuC+WfT9Bs7d6/JXVPQn7/4BSS0Xon9z3uzZ6TD8fOQRRDCD49xJ6FhSrlVVMOa1DfD0yWPs+f0MZo37AqamdVCjhjGqVzOEga4Ol7UqKi5GYTHwprAQr17nI/dlLl48f4E1W0+iW6c2aNK4EbKf83VKtam1sKnBhRv062GwjE6XUV0QsvM8Lt9IxpjBvblrCWnKh69py/pU7SsTzBuZGmHWvMWcsPr12OEwb9gMLwXuKwmrAu4ATRJWvbeqE1YFLOYDmTzY7oex0e2wbZ0TSjRctZ4vxqVijKM9Uh+XJ6x+oAC1yA2x0aLNolCJABEgAkSACBABIkAEiAARIAKVIGBVl2WsnsWY3q1w7GqWkofbyXeVhFWv7TXfKQWgWA6ACaOy7FDZ53VzqqkVVtmE5YmiVSmsNm3csBLUPt6Qlg1q4lD0JVibGqP/F61Qo0Z1VDc0gL6eDneCvA6Kwc4Wyy+UcuUVcnJycfBkHFIynqNP93a491j7apDKaLO1sxa8+QgG92iOA38kwvXrvlxf/H3lg9c+3g5VbmZV+1qvpj5ExSKcj73KlXpo4tBC8L6SsCpgLzRJWJVsuykg4qo0ycL2qT4Ivm0N1y0eGGMjbK4L11Mx2tEO959o78NF2EorbkVsKs6MRhABIkAEiAARIAJEgAgQASJABLSJgGVtPfiGn8UoxxY4eiVDKfTk1DSET3qIopw777Uknep22HO3N5o24E9n2hrsrlSntXStVpkoqyjSfucfjppGOrialCX38z6+2NjAzcfR2FZIStZ7Lf+DDjY21EMtI+Dk+Th0+MQagxw/gUnN6hDr6UAXIq6+amFRMXeg2JMXOdh7PA4xN9PQ5bNmkOpUw6u8wg8az//aWUvbWtyUa7Ycxbfj+3Cf4++9+F+H8cHnq4p9JWFVwDZpkrDqv+NjC6sCgJVhEnPjHoZ1b4r0ZySslsZDbCp3T9EoIkAEiAARIAJEgAgQASJABIiAthAwr6UHSdg5jOjpgCOxD5TCTk3LwK/T/0ZxXtp7LUdkaIPIVEc0si45wKmS3qobiHAz+dF7+5FNH7ApCrbWFpWM5uMNM6tlCLGoEFcTUpBwNxPThnVCW3tLNLaqy70ynvzgCa7eSsfaXefQqok12jjYokjHAE9faa/uIVIQwFo1rCOHfzP1mfwzO7hLm9uH3lcSVgXcDZokrAbs1E5hlT1s+nW0Rfbf2v2rjYDbpcImxKbCyGgAESACRIAIEAEiQASIABEgAkRAqwiY1dTD8vDzGNbDDr/H3FeK/X7GI2yemQMUKNderfACxfVw/IEjGliU1CCtsAN+gKFYhNv3n7y3H9n0kvW/w8ainMKmlYy1qocZG+mhYf2aSHnwEKnpj3A//TGyHz/npjWrUwMNrEzRyLoeGlmb4V7WK+TkS6s6JPL/AQh8yH0lYVXAhmiSsLpil3YKqwkpD9H1Ews8y6GHTOlbjtgI+EdIJkSACBABIkAEiAARIAJEgAgQAS0mYGKsB79fz2PIv5rg8MV7Sit5+SoHnVvbYvwnx99vhXp1cCrLCZZm/GvclW36ekBq5ov39sPmP3wmHqnpj2FoaFjZcDRinIVJNZjVNuJjUczYFAGPX+Qj4/ErjYiTgqgYgQ+xrySsCmCuScKq92/aKazez3qGNk1MSVgt434jNgL+EZIJESACRIAIEAEiQASIABEgAkRAiwmY19TDqt8uYFCXRoi8cFdpJQWFhdxJ89lP31+cY5pfuRqGAI4fyo9JrWow1NdHkba/Py6AGZn8MwmQsCpg38t9KJVhIPogjzKF4ERAXn4hXNdrp7D67MUrNLaoiWe5RQKI/7NMiM0/a79ptUSACBABIkAEiAARIAJEgAj88wjY1NXF+r0x+Lq3PS7cTP/nAaAVE4H/pwRIWBWwsZokrEac+0tAxGRCBIgAESACRIAIEAEiQASIABEgAkSACBABIkAEiEBVEvgvubomio/mQksAAAAASUVORK5CYII="/>
          <p:cNvSpPr>
            <a:spLocks noChangeAspect="1" noChangeArrowheads="1"/>
          </p:cNvSpPr>
          <p:nvPr/>
        </p:nvSpPr>
        <p:spPr bwMode="auto">
          <a:xfrm>
            <a:off x="130175" y="-2651125"/>
            <a:ext cx="10839450" cy="60102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data:image/png;base64,iVBORw0KGgoAAAANSUhEUgAABVYAAAMACAYAAADPPjzCAAAAAXNSR0IArs4c6QAAIABJREFUeF7snQd8G0Xah//qzd1OsR3HTu8V0iC9ACEhpNBrgKN/Bxy9E/rR7gIc5eDg4Dh6gOSoIQFCekhPINWxneYSN7mr6/vNrFZerVXWtuzYzrv8TCzt7uzMM7OS9eidd1RzJ/TxIsymUoXbG519KkT5Iq1dXJDrtUSbbHYXnrp+QnSgUylEgAgQASJABIgAESACRIAIEAEiQASIABEgAkTgJBKoW2Y9iVdv2qVN5yf4T1SRWI0MMaKnJbEaGSIdQQSIABEgAkSACBABIkAEiAARIAJEgAgQASJABCQESKxGYTi0RHRnFKpVb58jFUZiNRIh2k8EiAARIAJEgAgQASJABIgAESACRIAIEAEiQAQCCJBYjcKAILGqAKIKoFQACjjRIUSACBABIkAEiAARIAJEgAgQASJABIgAESAC7YIAidUodBOJVQUQoyBWSyrsOFTiwglbIuo0iVCbk6HWxYDl0fW466CylUHrtCJZV47u8R6kJuqhUav5ftqIABEgAkSACBABIkAEiAARIAJEgAgQASJABIiASOCS5zaGhfHJfWMjwiKxGhFR5ANOmlj1LdvlRf36XaogFjGiV2zjqQB25lXjQF06DGlj0T2rFzJSk9Ep0QKzSQedVs2XDnO4PKizOVFircGxwjIcPXIEtoJt6KbOw6BUwKTXQq2OSCJyZ9MRRIAIEAEiQASIABEgAkSACBABIkAEiAARIAIdmgCTriRWgVaJVmxRseoFRHHq9QIerxf8X4/wrEqlhkarg8lsRnlZCWJM+gYDO6JObKNiNbugGtsqeqPrkJkYPjATfTKSkJJogVaj9reRK2WvF1Kh7HJ7UF5Rh+yjpdi1/yjy961Bb9Uu9OmsgUGvgZpCWDv0ix81jggQASJABIgAESACRIAIEAEiQASIABEgAqEIKIlUPRlidexXX/Eqb5w3L6DqoZ5vag+bzk/wn6qaO6FPfbhmkBJbw6E1V6xKxSlrQih5ajCZERsbj8TkTujUJRWpaRlIy8hCarfu/PdLzh2DWHPHEKsr9jhRlzkfE8eOwMj+qYi1GOF0ueFyeTgfZpWFjhe7X7DDrL+ZONVq1dBpNaipc2Dn/nys37If7ryvMTKlGEmxxgA529SBSOcRASJABIgAEWhLBH7YWoj3VuYFVGnh9Cycc1rXqFaTzRJ58Yv9mDU6FcN61P9RJr+I0uPE895ensN/vf7snlGtb7jC2DW3Z1vx3LVDEGvStch1d+Za8exn+/xlTxve2d9G1mdHS2ojtllaxgMX9efcWd1/2nEioM7SslukMW2wUCnDYJyiUWXGesPeUiy6fCC6d7I0KLKqzon73t2NEb0T/H3ZGmOruW0TXzOSYvSK74FgrzNmgyYkm+bWUfr6kJFijvrrWbTqR+UQASJABIhA+yLQVsUqoyiXqNGWquwa7VKsBpenXng8POCS2UDodHroDWbExsnlaSZSu2VyeZqU0jnkaD1rdI92L1ZtDhe+z05ExrgrMH1MH2R0TYDd4eRS1ev1wsNYhVXpglwVflRcrhoMOhQWV2LlxoPI2fYdRph+R2qSEXqtplUimtvXywvVlggQASJABNorAbmkO1Jcg0Uf7sHt5/cJK0Ab214lwlQq/UQRGO46TIj9dqAsomBsbF1P9vGM1bKNx3H+2HTotWqIAm7O2DS/IGL9xrZwAjwYH7mIDlb2yW5/a1w/mJxmbEb3TYrauBfHc6gvKlgdNu0vQ1qysd2MYfb68MIX+3HPgn5+WczG2be/FeDuBf34eA22Kf0yINp9z/qAxGq0qVJ5RIAIEIFTl0C4aFRx38mIWBV7RJSp4mN5BGtze65diVWn2x0gTzVaPYzG0PL0jusWYMXmwGgTpcDau1hlUvWb3K4YMuUqnDWuN4x6HWptDni9Hng9XngYiCB5ZaV8/NHDLHKVRbCqVTxdgsmgg8vj4XJ114YfMVi1ARkpJuh1JFeVji86jggQASJABNo2gVCCidU6mlGgkcQqkzP//C4Hj142EE98tAc3ntszYmTra19nY8H49KDRgG2beuNrx/ppW3a5X14xIfr8kv2494J+IaNmlYhVVhN52Y2vXfs7o7XEan6pDUXltgaRneL94HR7251YffV/h/DoZQP8447Eavsb/1RjIkAEiAARaBqBti5WWataIlJVpNWuxGplrR3Tz53vm7YfOfJ0xqisU1asfrk3DoOnX4+zx/Xm0ak2h1PIJevLJyt4VX8OgOB3D4tUZXtYyKq3PnJVrVbz/Ko6rRYrNhzA7vXfYIhmM9JSLDDoNE27E+ksIkAEiAARIAJtiEAowSSP8pJP5Q02fTzcMXKxKj4+VlIXIJ3ECMpIYlUuDYOlBJALQ2n9pNOQxbpMHJKCj345ynuHTfPPKazxT8eXHh8sCk5J22eM6IIV24uwK68CjZ0GHUxeRYpabYxYlacWCMVKHLry9kojjMOxaIl+YukYItVXGg09NCsegzPjUVRhC/jyoCUiVrvEG/H74YoGKTDE/pTXQ8nYYqwHZMTx1BryMStnwfpLfq9KUx/Ix2G4vgu2j5UvTS0RKq1EuIhVtu9/G/P9rwPi/dgpwRCQ/kKasiTUeJO3hyJW29CbDVWFCBABItABCLR1sUoRq5JBxsRqYyJQT1WxunKvE4njbsecSQM5vZqyMhS88Rwcq9+Fxq2BmrlPDYtABVRa34/KDd35N8B8zm3QGmOhVstX4arPu8oiWdUaFQx6HU8P8M2qP3B08ycYFnsYXZLMlHO1A7wwUhOIABEgAqc6AbnwECNHpflDlYqPcHJELlaZ8Ci22htMH1YqVuVSUS4e5deTS1ZpO9mXpUxSaTQqXDopg0fAyqc87z1aCYtRw/fJZU0kPmJd2AKbYr7NUO0PNR6DCclIqRCUiNVgU7vDsRLFnbSvWRk1NjeXfZFYRLufGK9I9ZWzFsWiXAK2hFhlX1CwTRptzB6LY4j9LpXakcaWyLpXakyDMSuyCHcfhhvXkfqOlc/Oj3bEqnh/jOydyFNbBPtCJNx4k7KVv36RWD3V3+Go/USACJxKBJTkP20uj7YsVinHqqx3Saz6gKgAm92Fp66f0GD85xTWYm/8ZbjkvAmIMetRXWtDwavPo/T9v8Oi1sFoB7QxHuhiAX28F7pEFfRJblgyvKixelDe5xroz10EvV7P86qG2tg+jVoFs8kAh9ONr1ZsBfb+G4O7upAYa+SLXtFGBIgAESACRKC9EpBHobF2SKPBmOh84qO9+POcXgFT7qWChZ0T6RhRXrLFq1he1GBSlZWjVKzKJZi8npHqJxWvYvSfKHZCCSSxj6WyRgkfse1Ky5ePJbnwEvezNn6x9jhuPa930NyWocSqNMKQRW9Kc2MGa4+UVc+uFr7gUrCIYiUs5GOluf2kpL7BxmYwUd1SYvXMgckB94e0zev2lIYUq+HuBbmMFO+dSPdhebWjgRhVei6T6s0Rq/JF8qRjTyz3rvl98dKXB/yvN+EYROp7cbE2yrHaXt+dqN5EgAgQgcYRaCtiVWmt65ZZlR4a8bhQ0/+jnRag3aUCoIhVNjU/uFj1eL1YcjAdMy+8AX0zk1FeWQuX2428CyfCcPwIYl0quLvbodYDKgOgMgEaI6AxAVkjNFDHeJGzRgfn/TthibFAq9XxNAJ8QTCWOoBlDmCPeXJWFZenGo0a8bEm5B0vw4oflyOr6hv0SouD2dAyqwFHvHPoACJABIgAESACUSAgj1iVT8MNFsEqFzHl1U6eH1Ua5So/pmuiiUfYsZySwXJOik1RIlZZHYPlV5UKT2m7pFOf5cik06qZ9GUyhm0iBzZtX76QlvQ6SviIbZeWHyxSNFh3hlslPlKe1UgRq8FYR2LF6hisr9nzSljII36b20+R6psYowsqEpuSY1XkVVbt4F2VFKNvMOalfSgdJ6HGprweSsaWdHxKx5QS/uJYlI9rJeeKkdzRjlgVmYnpGqSRxKHqJY63Zz/bF/RVULxnKWI1Cm8SVAQRIAJEgAj4CURT3kZTrLZWF5FYDUG6PS5e9fuRWlT1+zNmTR6Mmlo77CyvqtuL4nkDkFxjhyPBhbK/r4Ver4NWq/VHpLLo07TvRqBbTzUKdxpw/NINiE9IhMFg8ElVr5Cf1QsweevxePi/XK6qVdBrtYiLMeLH9XtR8ttbGJRUhS5JFh7RShsRIAJEgAgQgfZIIJhgkko/JdJUyTFSsXr4RI1/SrycmRKxys4JFl0oTjO/bU4fvPK/g/68luHkTChJJdaLsVj04R4YdRq/RFMiv6TRdE0Rq8HyTMpZNTVilZUjLkwmZxOJVSTRFUmwMzkXzX5qan2bIlYbe39Lx4kYkfngxf3x3oo8/6JrrS1WGX+2ycc1yyespO+aE7Eqz+Mr5ylGzy+cnsVTAojytLEiX1ouidXGjlo6nggQASJABFqLAInVKJD2r0QfpCxKBeCDEiJi9cv9yZh24f+hW+dYlFcI0apsq7x0MDo7nKiLd6DixY2Ii42D0WDgYpXP2FepYPygB9LT1CjcZ0DBFeuRkJgEo1EQq2LUKvuXCVW32wOX2wu3x8MXtdJoNDxqtai0EqtWfIuuZd+hf2YSLEaKWo3CLUFFEAEiQASIwEkgEEqsilFpbOrwC1/sxz0L+oVMBaDkGGkqgIIyGz5bczSoXG2MWJVP8RVl5txxaVi6Id+/cnmk6FB5PlZ5N8inXcuFWSQ+0raLEbGR6hRsqrq8XtHIsSpvW6R6hdsfap9cxkWzn5pa39ZMBcAkocg5NcmEgrI6f/qFcGI1XNuCjVml/MVxJO37gd1jI97nzU0FEE6simPkurOz8No32f7Xm6aMNxKrJ+GNhC5JBIgAESACjSZAYrXRyBqeQGJVAcQgYrW00oFN2rmYe84k1NkdqLM54fV6eERp7VVDkaq1odrsRvWzW5CUmAizxSyIVcGrwvVKV3TtrEFxjhYnrt2EraUafFmnQVW1UJ/CE2rU5ZfiwfFmTBuQCI9XxaNYuVyFCnq9FjFmA1au3YW67a9hcJoWnRPNlGtVQXfSIUSACBABItD2CERKBcBqLJ+OHiy/Y6Rjgi0mJV2QRiSjVKyGkoqsHvmlNozpl+SPegvVhmUbj+P8sen80ixNgXxaNXueidBgC29JpW5j287Kba4wYmXIF/BSIl5DLYL18rKDAQtrbc+2BqzSLrLSa9UNxoN08apILMQ6RqufIvWtWF9pTt/WXrxKGn3Jpq5LIzLDidVgbZMvXiUds0ruVdb2cONa3u/svoiUGzhS1LA4VkOJ1UiLV8nHVKTxJh+rlGO17b3vUI2IABEgAkQAILEahVFAYlUBxCBidUuuHYZRd+L0Qd1Raq2By+XmwlSrVaP2mqHIiLehyuBG1aNbuVg1mX1iVQUuP6ue6oxOCWpUFltQfvNanPtBDRbOTkXOwRLojWoUVwIGoxu/73Pii6uSoTPo4YEaLpeHC1YmcBPjLdi1/xhy176HnobDyEqNh16rUdAgOoQIEAEiQASIQNsiEGzxKvlq6aIYkS4+I5VDYovkZUmPCRZhJ+ZUlC+WFWpxJCm5UAslMckjlYTSc8Tric+J9QsV/cdSANTahVkx0rYEm17c2LZHEqvSa0vbILKKlF+VnRMpx6pYrth+9lhcyCoUK/Ec6X6zQRMQfRyOhXh+tPopWH3k/SXNl8v2sfHNZJtc9LXU4lWiWA3WZ5HEKqtvMNbB0ksouQ/FFADBxrWS+zxYKgAp32CvHcHKFevKxrN8MTvxy5U5Y9P8X46EG2/hxiqlAmhb7zdUGyJABIgAEagnQGI1CqOBxKoCiEHE6nf7TThtzp1ITbbwRas8LFpVpYJOq0HtDUPQM7UOpV4Pqu/fhsTERFgsZqjVarA0qCxytXrlUzDsWozynn+C+ow78dUfTny2rRLnDdDh/EE6qFVqLD4Shw17ivHR2QaYLbFQqXVwutxwe7y8DJZn9URpFbas+grJ5aswICsJMSa9ggbRIUSACBABIkAEiEC0CESaCh+t67TFciJFq7I6n8p8mtJn0RarTakDnUMEiAARIAJEgAicGgRIrEahnyOJ1cZeIlx5DcqSrbUUa24oBSMuxxTkgEbVQUkDg4jVpTnpmLHgBpj0GlTV2HguVC1bWEqnQfWf+qNfPydOOD2ovmM7EhOTeCoAJlWZfGVS1O1yoqa2Fg67AwajAXq9AXa7DXa7nS90pdUZ8PRuJ3YfLMSrE02IiYmHWqODw+XmUassPNZs1MNmd2L96pXQZH+Mob07ITnOpKRFdAwRIAJEgAgQASIQRQJKcpFG8XJtoqhgeXGDVUyc8s72SaOC20Qj2lAliFMb6gyqChEgAkSACBABItAuCKjmTujDlnoPufGFjlp4iyRWV2zOU1yDGaOy0JjjpQWfNboH2pNY/bpgOKadOw8GnRo2h5NPz2f9xcRp3QOT0DfrOIyxKlgT3PC6AK8TcDsA1cg7oB93Hyy7PgD+dS+sF70C9bgF+OqgDc+srcZd0yy4MN2AH/c6sdNlx/78ajw5TAVLTDw0Oj2PVmVpVtm1DHotz7m6fu161Gx/Haf17crzrNJGBIgAESACRIAIEAEiQASIABEgAkSACBABIkAEOjIBEquS3m1vYvXHiknoN2w0dBpmv72wO1x+2an5/q9IL/gUmf2d0KV74akGXDVAtdWA6lo7vLccQfy93WEfBThWApp38jHklSMYMTAZOw7XYPOViTjvjSO4eEFPbNh/DA/0VsNgioHLq4HN7oLb7YFepxUiXz0eHDt8CAW/PIdR/buia7KlI98z1DYiQASIABEgAkSACBABIkAEiAARIAJEgAgQASIAEqvtWKz+ap+G1B5DUVRSAZNBB6NBixizHjFmA0zOcri+fgienA1I7uaFm0WrulSAxoy4URdBM/l+OH/5EO4PnkTMtDHwXvUf/HTIif/7zwn8ZboO14xLwYe/OfHh5kL8abQOE3qaoTNa4HABVbUOLmfrbE7U2p3olBiDGms+cr5/EqMHpCI1OYZuLSJABIgAESACRIAIEAEiQASIABEgAkSACBABItChCZBYbWdi9frzhvlrnBczE1mDz0BhcQWMei1MRh1fOCrGYoDFpINO44XX7YBK5YVWpYZWq4FarYJGo4bJaOJ5VVk+VZZXVafTw2Qywel0wmG3Q6fX8zyrNbV1qK6uhVelgVelRZ3dg6oaO6rrHKi1ObhcTUmwwHoiD5s/fwxDenVC5wRKBdChXzWocUSACBABIkAEiAARIAJEgAgQASJABIgAESACFLEqHQPtIRXAXe9n+6u8a83XGDRwAA7nl8Kg0/CFpFi0apzFgNgYA8xGHbT536Fbxd8BqACtCi5jJqriFkCVfh7M1g/h/eMt2LvcCE/vy7AhbxmW7fgHJva4FrOGX4Zlvz+HTQc2wmCpgqY6DbOH/wVxhixU17l4xGoNF6sudEmyoKSoAL8fOorhYyajc1p3urWIABEgAkSACBABIkAEiAARIAJEgAgQASJABIhAhyZAEauS7m13YnXdtxg+ZBCO5pdCo1bDbNIhlonVGAPiY02Isxhh+XUcTGOuhNqUDGhjAW0yXLteR0mPN5Gw5Rxohl0K3cZ/oXjyejzwv7Nx3tk2/LLaiYdmrMeiby7CrEmdUVVVi/JKO/bmOnHV8LdgcwI1Nhdq6hxwON1I7RSL3EP7kZ1fgWGjJiKlS3rIm6a6zo5SazXqau3QadU8J6xXsnwa/9Xrhf8pL8seK/yITwr7vP7zGu4TLs8W2Qo8RyxHUr6vptI6RLrj9VoNEmJNSEmywKjXRTqc9hMBIkAEiAARIAJEgAgQASJABIgAESACRIAIdEACJFbbsVjdt+1XDOzVHaXl1Vxwxlj0XKzGxxqRGGfmkav6n0bDPPYywK2C69hm3toy9ZmwpV6E2JKlMOX/G1WJF8De/WqszlmKrUWvYGDCZTh7wJ/wY+4/sCf/F/RNT4DTBWz4owy3jnsPHuhhc3h51CoToymJFmzZ+hsq7HoMHnkGElO6BL1VaursyKuqwow+cegSo4dWE/6OUiI7JU62QWGRzg95brhCAdicHhw+YcPGA+XondEJZpO+A740UJOIABEgAkSACBABIkAEiAARIAJEgAgQASJABMIRILHajsVqcX4e4lWV0BnMKC6v5hGqsRY9EuLMSIw1CQta/TgYprEXw3V8Pw7EPwOdTsdzp7J8qkajkedYdToc0BsM/DHLr2qz2WAwGPhPXV0dnv31bCRoErH/eC1uO+NfUGlMsLm8qKy2Iy7GCItRjWXf/oDk9H7oM2gkYuISgkhOL44UlKHv4HgMidFCrVJwY0rMaATX6S8s4DilJ8mqEknIssNZ9Q+csGFXbi0y05KgYoaZNiJABIgAESACRIAIEAEiQASIABEgAkSACBCBU4ZAuxCr08+dj9S0DKRlZCK1Wyb/PSmlc9BOmjEqCys25zWpA9tbKgCXy4nju1dj2NCBOHy8DCaDlovOhDgTj1w1GrSw/NAPxtNmwZl/EHnpbyMuLo4LVCZXkfc+LKVLUZFwHpB5FVYf+hg/7/8vJvS8GNP7X8UXsPJ6PLj7yzEwueJwpMyJOye8A43ewsVqda2DpwEoKsrH9z9vxODTxiOz1wDoDcYA/l5mKr1e7Nh/HNPP7oZeUEGjjtxFYb2oAmmq4JDIlZAcIS2PadRiuwdLVh1Hn9QYxMYnNqosOpgIEAEiQASIABEgAkSACBABIkAEiAARIAInk0ChtRp5hVa4nFrUVpahhKV7NOlhsmjRPzMVCbG0OHmk/mnzYtXpdsPj8eXhZCvaa/UwGs2IjYtHYnIndOqSGiBd77huwSkjVpmwzNmzCeMG90CptQa1NicS40xcrrKFq9hiVrHfZsIweDI8pcdwuNcnSExMgtks3BjOTTfAdPqdUG2+B8X9/oOX1k/H2P6DsHr7UTw0YynMFgt0Wh1u/u9wqKvNXCTeNeFd6I0xXKyyvK6dk8z4dvlKlNaqMGTkmejUtRtU6kBryuSsx+vBzgOFmDqzG/p6AKc7UHsGlaDy3KthRrM0J6t4WGPEqpIoVenlWRNLAHzz03H0TjUhNi6xQbsj3Xy0nwgQASJABIgAESACRIAIEAEiQASIABEgAieDwI68QhwvdGD2qHgMz4pHvEGoRYUd2JFXgc9/3Yt+WWkY0pMWKA/XP21erNZLMt+SRT5b5mELHHm9AdJVp9NDbwgtXcNFurLrtLeIVVbnmqoKuEv2YGD/fjhaUMbzfcaY9LCY9Hwxq7ilSdB26Qmtx47cIasaiFXL0NOBlc/gyOkb8Nq22RjRozeqamqx63AhnE4vXC4vrAUq2Go9qNOp8Og5/4HBEAM3NOiaEgNreRne/+xb9Bo4Er0HDIclNr7BeGNi1e12YVf2CZ9Y9cLh9h0Wxn42XGIq8JxI4rTBoliNeKVqULbsCa1GhaMqYOXK4+jZxYC4+CSoNRGSxjbi+nQoESACRIAIEAEiQASIABEgAkSACBABIkAEWoIAk6pJXgfOn9gdO/YBq/YxmSpcaXgWMLl/BbKy4vHBit3Qa00YPbh3S1SjQ5TZbsRqONqigBNFmiBdAY9H2KNSqaHR6mAwmREbK490zUJqt+486vWSc8cg1txwIaKI2TODHKDiWTijuKkAm92Fu97PDijU43bjaPYOTBjWHQ4nUFZRy/OssmhVCxOrX8RDEx+POnUCYr1V0OgN8JqS4FGZoBl6EaD1wLvhLRwe+jPe2DEHA9OzUFFpR7nVicoqB6pqnDh+vBY1NS7EdDXj7sn/gkZnQafkeHRKMOOt9z9FtduAQSPGoUt6JjQabYNGszoysbr7UDGmzeyG3m4mViNpUV+UcgiEkcQnO016TLCI1mBFh65V4B6dRoVstQprVhxHz856xCYkBW17FEcAFUUEiAARIAJEgAgQASJABIgAESACRIAIEIFmEWDT/7fuK8PDF3bH0o3Aez8ACycDcyeDR60ergAWf8IEawUmj43HI//ZiOmn9UX3zknNum60Tn7/6WtCFnX1Q/9u0mWkZUrLCPW89CIdQqw2oCZ1miy9p0+xcdkaQrqazGaUl5XwaE/5FlGRnkSxyupqq6tByaHNOP+s8ThSUAq7w4lYi4G3Jea7TMDrgt6ohdpggcoYD21KNyAmEUjoD+jdqF77BUqG/YA1uR9jdc5XsDtcsDs8cLu8cLJcqnVeGLVazB49Ef3MC5GQlIgBvdLwy5oN+P7X7eg/ZBR69B0MkyU26CJOTKyyfLC/55TUi1WXklQA9cdE0rDBpvKHW8gqUnnyMcCPl5xk0Knwh0aFTT8eR49OOi5WtVpdk25gOokIEAEiQASIABEgAkSACBABIkAEiAARIAKtQWDjvmMY1ycWsMVjEReowN9vBJZtAhetc8cCk4cDcxdV4I65rEZWbMouw1ljRrRG9UJeI5xQzeo/nJ83acHtTa7jr1+8zM/N27cDTK6y6ykpt+OL1XBIfaJMOuU82OrubV2ssqn25aVFiHcXYNIZI5F9+ARvNc+1WvM19OvvgLu2FoAWapUDXksi3C49NFobXJZUWA0LoB98LWJiYuB0ulBbWwu3W5ir7/YwuermsrXW5oJWp0f/3unIzy/Eq//+Euk9+qPvoJFITO4Scio8i1Z1u1x+sdrL7YFDKlZD5lI9iIfO34Ber1+Fa9JFsXkQD8/dgF7/uArXdAuMSpV3db1sDZlUoP6URuRzZScZdSrs1GqwdfkxLlZj4hKg0/sSkjT6Nj6IN27cj9H/nI3TGn2u0hPYNdah2+MLcV5Xpee0xHGsHsvwi7/oFFzZonU6We0+WdcVwco5A73mXotnZ7bmN4wnm0Fjx29DZhhzPj67tk+EgtpyOxu2acrNd+Nm4W+ORmyt8RrViOooPHTruy/it5Gy9u74Bhd9nYKXH0nG0hZ/3VVYUTqMCBA6Hn4HAAAgAElEQVQBIkAEiAARIAJEgAi0IoElK7Lx9LW9sXgpsGojkNCVTf0H3lsFWG0VmNsf+Pvt8Zj3eAUSjHlYfNMwXLP4E9x+2UXwqhSsRN5CbRHFZ7DimVBl+5sjVlm5UrmqRKqyc05tsaqws9u6WGXNYBGhRcdy0C/FgxHDBqDgRAVPRqDXqeB22uFw2MAELJONojxW+RrGIi1NJpNvUSuWV5UtGCYcy/51uNyoszu5ZO2cFIfS0jIs/teniEtOR9/Bp6FzakZYqSgVq9NndkNPtwd2Z+SYUa9XlKhXcokqbNk+sXolFrLnZMUETP+PcImwu4PslD5l0quwQ6vBNp9YZbll9QajwhElP6w1pEVbkT+yejDJ8QZwX4tJ5ZPV7pN1XXFsnezrs3q0hTo05paU17cMXz/5Lj5IjyRX23I7W/t+awzvVjiWvb5s6xcgx4PK1laoCl2CCBABIkAEiAARIAJEgAi0FQJvLNuNT+8agnmPA3lWNg1aqBn7leVWXXxTPF+8auH9OwAjkPvxJJx+2WK89PhtJ1msvo9JC65ugPHXL4TnoyFWpXKV/a5E1JJYVTCy24NYZc1w2G0oPJqNXslunDlqGCprbHC7PdCoARVPgeCBmi1nz/PO8v/zf9lzGo0GarWGS1e2KBj7YZsgVgXJyhbGyj6Uhzc/+AqWhC58sarUbj2gN5qCpgAQ0TLpy9IBsFQATKz2cHngcHr47nBy0+vNxsPzNqD3P67EQhaxyjfhuV7ic95sPDL/G3zF9yXj7levxNX8WPb8BmAisHR1KQZffiVuPPoB/rwawMRZ2Hm7mHg5G48t+BZL2Sns+duE5yNpX5NejZ16Dbb9IESsmmPiYDCaFIymYIdIxapPhMxNwQdL9/GDpZGGBd+/h9uXlgDoL5GRkqg0f4SdUA7GAL8cB3odK8Eh36VbP3JR2ma5hBLbfgbymcQ6JhwbWMf69vWaOx7dl+6TRN4Ga3u467F9PmEWcC1wiXbsPF90mz+qbSxSuSAUo2ylEbbB2sKigs/Escfqo3JPDu9wsi98e4Qx098X0ecbQ5tKeJ9cUPAuntsE1EdyhmLAIqOl+4IxF6Jng4/pJt5KzTotGLNIbSgNiMAW+loYS8HHcrMq2ISTQ91vYnS8/P5JDnEfsOhOacR7w/uOCcslqWJUdBChKxOcTWhME06Rf2kV5LXWHzHfXtrUBAx0ChEgAkSACBABIkAEiAARkBD462e78cODQzDlAcBqZUK1gsvV4f2Br+6Lx7JfK3DHmztgtVmRwMXq+Vysvvj4bcDJjFj99n1MmhVErPqe/zXE/sZ2PitH3IJdT14eiVUFhNuLWGUylMnVE/mHYXadwLxzJnCD6nK6mEOFWsVEqiBTRanKd/BNUIni9HkmYdkzQoQroFWr8eOq9fjfig1I7pLBc6qyxaqMJktYqcrKbChW3f6IVXnuUml3eHEQj8z71idNpXuYQL2CC9RfF7+MN7tfiY/mJwG/fY+hnyTj65dGIxPZeHTBtzhw+ZX4eGw2Lv3zBvS973YsSv8Nl91WipuXzMQEAGteeRkrx92Ox0eV4j93fw/ceTmuTAsyKGSm1WRQY7dei60tIlaX4RdRkAZEdMolgVDP+ggsJq/+B1wvSq1lOOKf/t1WouoC68Gl2hYm8ZjAFLfAdkqFjSDh4E8fELzt0v6L1O76a6WxsgvO5NFt7DqvYA6fOh8gjBoIV7lsEh9Huq6CF55mHSKVp0JB4hTw8O2Rjxnf4xEH8MBja9GdTSPvuhEPPFaCC3iUsVKxKu8TMfVF8DHdrKY3+eRgfSYIYb9wDzpGI0nslk7zEa7B4e+3YPfP6dvr74P6scIEcv1Yj3QednyDB74uAU4Pcg81uX+admJAhGpABGsgm/bUpqaRoLOIABEgAkSACBABIkAEiIBAYPHSPXj/zwOx6L0KnlMVNharCtwxNwG3XxyPxHk7ffGrVkzun4D37h+Oi+/9Cvffs/CkItz50/sYNq2hWGXPi1uw/Y2ptLQspWWSWFVAuL2IVdYUJledDjvKSgphPb4f40f0wuABvbkk9biFKNGGclUUqpLForxevzA9fDQfX377M3Lzy5DWvRe69+yPlM5pESNVRbRSsTpjZjdkOplYFeoi3wIXnGJRpxvRyydRhWOz8aj/Ocl+LkOZTN2Inq9ejqvT2O+b0OuVy3FVWjYeu6Dh71emZmPRhd9hmaQS5993GxadHqFeAMx6NXYbJGLVEguDyaxgNAU7JFIUlSg0gk1NDiXQwgmvJlYzKqfJ6yuJvOUSWYjSBcTI0EjiTpqvtV4e1lc1hPQKdi1sxANvA7c90hdbAgS1UnkqvVZbEKvBcupG4qmkreHaGWZf0P5VOt0+KoMvQiEKxKqiMQowsdhwLLdGG+TXkN1vATljQ7x2MHEe9j4Ic55PuOPd95A/sj/Wfy2/n04CA4lMDUwDIB+rQV5LJF8itKk2nQSMdEkiQASIABEgAkSACBCBjkNg1bZ9mDIslUer3rHYCvYfi1idPDyBR60u/iTPL1sX3zEcWQnAx+s24NLzLoRXpVEEItxCU2xhqKZsO9dJ7U1gCcPOPL8pRQacs/On+vKHTTsf8sehLkBiVQH69iRWxeYwmVlZXoqi43nQOkoxYmAPLliNBr2CFoMvXnUgOw9rNm3HHwePISYhBWkZPdG1WxbiEpL5IlbBFvoKVng4seoXqUFzmkokqj+KNBuPLPDJVi5Phd+v8onVx5hYfcUnVkWZmpqNxy7chJ4vC5J1UZDfA6JUI+UBEMWqsbXFqkBXiNpM8aUCCCXw2rJYDSL8QkaCNkYEBht9QfiEvJYv4vc8UQiJaQCUyEZ2bRKrIRkUigsGBWMqH9OKXqJa4KAgY6VQEp2rdIyGjWpugWqHLVLaJnn0bajXjkj3QYTzrj8Tx94uxVz+BcV6pF2fgiVc1Eqj0luTgxjJL9ZLrIeS+1V+bltpU2vyo2sRASJABIgAESACRIAIdDQCx0srsGP3EfzfhUOw9IfDWMREKoBFl2Th9oszkThTEIx3XJKFhXOz8NSrv+KMcUPQI7OHYhQtLUEVV0ThgdL6SiVtqOelxZJYVQC5PYpV1iy2WJXNVouK8hIUFxyDreoEOsUZkJHaCZ1TEhETY4FBr+ME2AJT1dW1KCmzIu9oAQ4dKUB5lQ1xiSk8OrVT125ISOrEp/6rNcq+oRDRet1OXv6uQ6U8x2qWww2bU0g10GATcxHw5AS+qFMegSpG1QrRp4I8BVa/8greyLgCH81LAjb/gOGfJuN/L4xCd4gy9TJclXZIkKmLL8OVaYfw+EXi7+X44J7/YvmZV+CDuYmBVQkjV9kui0GN3406ngqgZyctzDGx0BstCkZTsEOURqyK50qn/AuyZP3p8hXf26FYFXMw8mi/Et90f1n7wu0LSj+EWA16LUHwLS1IwZHUM3gaALaFnjovE1UBdWurEavh2qNUYoeRdaEYMLEagrnQbdIx3cTbqNmnBWu/JDWCdBp5uL4OeVyzK9iEAmRtkopiX67hhq8dvvQi6C+5Dxr2ebDzeAqNLfCnAAh2PzWhEc0+RV4vocD23aZmQ6ECiAARIAJEgAgQASJABE5pAr/uPAS4tFh4TiZWbTyMpRut2LFPSAkwvH8C5o5N4BGs/1iyFia9CVOnTD2leYVrPIlVBUOjvYpVsWlMatptdaipqkCltRSV1jLUVlfy51xOB9weNz9Uo9ZAo9NBrzciJjYesQlJiItPAlvx3mi2+Be3UoAs4BCPy8EXwdp1qATTuFh1cbHKNolH9Z9T7zTZwlL1ElU4IBuP8khUJkzZ40N47AJxOn8y/vJy/fNSmbrIL1OlYhVA/mZcecdG7OFl98XfPz2L516NtJkNGi5WhcWrtLDExEFvbOlUAJIpuNIpvVyWrPUtTiVOrW8o9pggZAsPnZzFlESi4SJsfVNxx/THlE0l9QtUSdsXbl/Agl7S60mm+HJuqF9wSF5egDALVoZ08SrZlG9ZWSeXdzixK53KrWQxLvlCVLKypdPeAxiEmGrd4Bix31nf9Il067Xg/hBT3IcHGQdh+1qyoJV8fLVg7YMX3XAcBOQ1DvraIY5r8csNVnIwQSt/zam/H8R8vmJKBP/jVm+/74K8nftwhn+hqg7QppPFkq5LBIgAESACRIAIEAEi0CEI2F0ebNy5D8ePlWHW+AyeSzU+Pp63raKigkvWzzfuRZIZmDppBqBuXIBdh4CksBEkVhWAau9iVWwii2Bl0/LZAlcsD6s4RZ/lZWUbm9rPolE1Gi10egP0BiN0bMq/Wq2AUuhDpKkApjKxahfEaqiFqwKDRb18Xa1ws/NDluM7qeG5YZ5RkAZAiFjV4A+TIFazWMSqJZZH89LWsgSCL3YVvWu2dPnRqymVRASIABEgAkSACBABIkAEiAARIAJEoHkEjp8oxubf/8CW/SWwFRxDSnICvCYjenQ1YsywYeiR0Z2kagTEJFYVjMGOIlYVNLVFDpGK1Skzu6GH3YU6hxAlK9/kEazhcrCycyXLbfmLkpYRPodrmObKKiL3rRajlsRqi4yWhoUKOWVLfDtkEaNRq4NvEaVjLVV+1CpKBREBIkAEiAARIAJEgAgQASJABIgAEYg+Aa+4yLgXULhIVfQr0f5KJLGqoM9IrCqAFOYQuVhlEat19nqxGiAtgy5iFczAClo1WIBpULEaaGF5gcGDUyXPBv+VnxvDxKqZIlabNzLobCJABIgAESACRIAIEAEiQASIABEgAkSACLRfAiRWFfQdiVUFkBSK1cksFYDNKUSshhGXYnGNijj15QSQCtNQaQJCilWZbQ2VGSDGqMEes15IBZAiLF5FqQCaN07obCJABIgAESACRIAIEAEiQASIABEgAkSACLQnAiRWFfQWiVUFkCKIVbfTjQMF5ZgwpSsybIGpAIItYCUtLphcDRltKsvHGimVQCTBGiobK0sFkG3SYfe6InQyeBETF0ditXnDhM4mAkSACBABIkAEiAARIAJEgAgQASJABIhAuyJAYlVBd5FYVQApzCEOhx0FJdWITTNgcDcz4m1OOFyCsvRP5leSAkBJhKssr0C4NANh16mKELlq1KlRYtbh8AkbCvYUontaZx61ShsRIAJEgAgQASJABIgAESACRIAIEAEiQASIwKlBgMSqgn5ua2LV4XShpLwGpZW1cDqDLwKloFmtdogpRousPvHom2KAyeGCS5JfVZCrQTYFElU8KzDiVbKclcJp/T7D669EWOEqOUpr0MJq1CKvoA45e4oAGFqNKV2ICBABIkAEiAARIAJEgAgQASJABIgAESACRKB1CXROjEGn5BgYdFp+4TYvVitsXtS4TVDpzTCbLTAajTAYDPxHr9fzH51OB41Gw3/UanW9+vJ64fF44Ha74XK54HQ64XA4YLfb/T82mw11dbXwOmsRo7EjwdxQo7YlsXrLP/9AUVk1+nXRIi1RD4O+vr2tO5ToakSACBABIkAEiAARIAJNIVBd52rKaXQOESACRIAIEAEiQASIwEkmUFbtxob9leiZkYwYs7Fti9VjVjecmji/TGUSVS5V2XNarZb/MKnKflQqFbxeL/+Ri1UmV5lYlQtW9hyTrCbUoFuSYJ3FrS2J1Yue24y+ndVI72SEm7fxJI8oujwRIAJEgAgQASJABIhAowg42SKetBEBIkAEiAARIAJEgAi0OwImgxbFFQ7syLMjMz2p7YrVshoXimqFqFQmTVlUqvgv+118LEaqitGqTKqKmyhWRbkqRq6K0atMskp/xOdTY1xIjq2Xq21JrE69/xfMG9cJKjaB3uuFtbIKNbV17W4gUoXbJgGL2YTEuIa5YstpnLXNDqNatRoBujdaDTVdiAi0GQIted+7PPTNeJvp6ChUxGw0Ij624d9PFVVVqLXZonAFKoIItCwBGsMty7cjlE5jpCP0IrWBEQg1lhtDR6fXQKNW4fP1xRjeJ63titW9+XZ4tSY+vV+MSBV/l8pUUaiKkapysSqXq9IIViZSRdkqla5aODAw3ejn2pbE6pT7V+GC8SnwOD0or6hEbV0dendPhU4TsZaNGSd07ClKYG9uPswmExLj4/wEaJydooOBmh1AgO4NGhBE4NQj0JL3vZvEaocaUHty8mEyMbla//dTRVUl6ups6JWRCoOO/k7vUB3eARtDY7gDdmqUm0RjJMpAqbiTRiDYWG5sZQw6NdQ6Db7eVIqebTlidUteHQwGoz93KpOroYSqKFW7d++OIUOGoFOnTjwlQEVFBQ4cOIDff/+d51hlUlUavSqVqux38cdut2FM75g2K1YXjO8Ej8ON44VFXKrqtSpU1NKUssbeDHR8cALHi4rQOyMVdQ4PP0B8TOOMRsypToDujVN9BFD7T0UCLXXfO5zCeyxtHYdAYfEJ9OqWihrfIq3iYyZVy6opp27H6emO2xIawx23b6PVMhoj0SJJ5ZxsAvKx3Nj66JlY1WvwzaZSZKXGt92I1c25dTwNgHyqvxihKo1UnTRpEhYuXIg+ffoE5VFWVobPP/8cH3/8Mc+jygSqXLBKH7P8q2P7tF2xOn98J7jtLi5WB/VMh7WW/lhr7I1Ax4cmIB9XNM5otBABgQDdGzQSiMCpR6Cl7nuni8RqRxtNBSdO8L/Ly6qdvGnyxx2tvdSejkeAxnDH69Not4jGSLSJUnkni0Bz36P1WjVUBi2+21SKzC6xbVes/pZTy/OoimKVRaDKparZbMajjz6KadOmKeqP3Nxc3HPPPcjJyWkQvSoVqyzv6ri+9XmSIk7eCXKAChHPUlRn/0EqwGZ3gaUCmHdmiiBWC4owqHc6rDUkVhsHk44OR0A+rmic0XghAj6xKnvNpXuDRgYR6PgEWuo90emiHKsdbfQUFJ3A4N7pKK3yiVXZ447WXmpPxyNAY7jj9Wm0W0RjJNpEqbyTRUA+lhtbD51WDY1Bg283lSGzaxsWqxuzq/1iVSpVxd9NJhNef/11jBgxIiQDll9VvlmtVh7dKperolhl/zKxeka/+hxJERVpK4vVuUys2ljEaiEG9+qG8iiK1dpaG44VFIOJYaNBENsJCTEwGvQ8vQJtHZ+AfFy1xDjr+BSphR2RAN0bHbFXqU1EIDyBlrrvnW4Sqx1t7BUUFWFw724SsRr4uKO1l9rT8QjQGO54fRrtFtEYiTZRKu9kEZCP5cbWg61xpDGyiNU2LlbXH6gMEKtM6kkF6xNPPIF58+YFtF8qUuW/s8fiwlZ5eXm48MILUVtbGxC5KuZgZWJ1/IAEf9ltTaye34JiNSf3ODolxyMroytv/9If1iO1cxIyMrpAp9W0uFwtPHIUxwuP4LTRZ/LrG7RqeOtKsHLtVkycMqOx452ObwKBlvoQ2YSq0ClEoE0RoHujTXUHVYYItAqBlrrvXZQKoFX6rzUvwqYVDu4liViVPW7NutC1iEBTCNAYbgq16J6z6K8v4qG7bvfP1JWXfu8jT+LpR+8PuZ8df9Md9+PVF54MeczCm+7E268+F7aMUK2iMRLd/o5Waa+/vwIJ8Qm4aPYI3q/SBd2jdY2OVo58LDe2fVoesarFD5vL0L0tpwJYt78CbMEqebQqe3zaaafhww8/5G1nwjSYRBWfF/9l0lQ8ng20t99+G6+99po/36ooVdm/bKGrCQMT/WzbmlidcwaLWHXiWGEhhvbO8OdyijQYrNYqVFfXCYexRrFgCbFxvt8Lisowc+oorPvtD5wotWLCmMHYvGM/0rqmCOeJUcCqQComkwEJ8TH8Jm7OjVxZVYX1v67A+MlnIybGghizHltWb4TDaMDQwYMiNZH2R4GAfFw1dpxFoQpUBBFokwTo3miT3dJqlerZxYK3v9+PaSO7tdo16UInn0BL3fcuilg9+Z0b5RrknyjC0F7dUOJLBSB/HM3L5eQe5n+S+/+MV7HPQ8LjXo9fh4OpsfzDdcCmN8Jx6RO+p4SIafEzFP/XF0Tt9f3Cn/L93T9kUP9oVr/JZYVrt78tvGH+/wmfFcVWy573MwjT9n69e0Cr00UluESsP6ug8BnV91nW/9gLr0fcJ/zr8X3WFZ/3P5Y9L7QzsFx2nbGjRiiuf1PG8A8r14TsT/HjpvQA6XNTJ4xWXLcmD5ogJzanztMmjW2SkFRa/yeeexF33nID9HoDnnpxMR65904sevZFLHrgbjzy1PM8KIyNBY/XI4wP9rtvzPB9fEx5+Lj5+zOP4Pb7Hsfrf38GN91+P958+a+87tfdcjdefWERv4beYFBaNX5cU8ZIoy5ABzeaQHlFDV5//xeUWp2494bxSE5O4AGKtIUn0Nz3aK1GzSNWl3OxGtN2c6yu2VvuF6titKr4L0sBMH36dE5KeAFhLyiB/4rPyZ9nC1MxYcuiUlluVraYlVSqimJ10uBkf0+0NbF6HhOrdU4cKyjE0D7Kxerx4ycQH2dBQpzF37aSskrU1tn8j8us1Zhy5jB89f06Hrk6sG8mNmzZA7PJiKQEYUEvJlGTE+tTJTAZ6/Z4kJQUD71OkOHN2ZZ/+zPSsrpi2OCB0Gs8ePy5xbjqkguRmp7RnGLpXIUE5OOqseNM4WXoMCLQ7gjQvdHuuiyqFe7V1YK3viOxGlWo7aCwlrrvXR5KBdAOur9RVcwvLMLQPhKxKnvcqMIiHMwE3XmThghH+QQd/1wEYP+00ejerXODEn74fQ1mbygTPj/5hh87XuXx4qUP1uGOK4TZYmyXKFrZ72/+dwnmzJ4dzeo3uaxw7X7m7dV44E8ThSAQnycWRCPw3LtrcO814/nzjW37+HFjERMT22gBFayRuZJ+485a5cWyVbswZ+Iw/rs0i50gXlVclortEf71PRZduE8cL1m5BfOnnc57UCznnU+/xmkjhiuuf1PG8PKVa/CXq2f5ZTarsxjA8/F3a3HxueK4YhWub88jL72N2TNnKK5bkwdNkBObU+e5582EyWxpMXH15F9fxJ9vvBZGkwkajRZud+BaKo89/SL+csu10Gq0XEoH2x5Y9Dweu//PMBpNvBzpxsq88c/34W/PPsz3sWMaszVljLDyh2TGR7zM7sMVEY+hAxoS+PbHrbB5EnEwtxh9MjU4d8pA3q/NCXZrDc45uflY/uvvYH7utEFpGDN6CPd0rN47d2dj/dYcvm/aGX3Rv3/PqEfiysdyo9rsBbQaFbQmHZZvLkVGW45YXb2nzP9tkChUGWS2YNW2bdv4i5nb7Q6QouwNqLq6Gnv37uWdkJGRgc6dO/Pf2T4mU9mPXq/n5dx1111YvXp1gzJYxOrkIb4ITUlQZ0jYrZxjdTYTq7UsYrUAw/p09+dyijQY8gtOIDO9M2ptdp5DlW1bdh7AnLPHhTy1zmZHZXUtPG4Pl6dMouYdK8Lo4f0CzrFW1iA21gKjwQCtVvYNeaSKyfZn79jBc+BOPWcyyqxWLH7zPfz5xuuVi9XtP2HSy9n+UvtdeBHemlUfgdywOjl4buFWZD17IS5ObWRlO+Dh8nHV2HHWAZFQk4gAJ0D3xqk9EHqlWvD2d/sxdQRFrJ5KI6Gl7ns3idUON4yOFxViWJ8MlFQKi1fJH0ezwUzQzZ40xC/ZWNmCEAX2Tw8tVs9dL4hVv9b3CL//7YO1frHKh6YkyvP5N97DFZdcEs3qN7mscO0WxOqEeqkqmEvOiIvVhROE6E/x6grbPn3SBCQkJjVaQAVrZG5eHs6bNNQ/a5BVkYtVLsmFugqRt6ogkbbSCOP6SYRiRO6SH7dgwYzThTHha9vTr7yLs6ZOVFz/pozh5T8xsXqu/5rCR0yh/oJYFYQ2H3cS/tfe8ySuvewixXVr8qAJcmJz6nzTwitbVAY77HY4HHYeTcrEKfMd0s3pYPuFQLFQYtXldPIZuMx56PSBEaksYpXtF6/R2IjVpowRVv/cvXsxZ+ZY3pRPv/gZA087zd8scd/uPAVitXA7bn7wEKY8cwEuEjIXRthy8fy1W5Gl9PjtP2Hqq4d8ZSbhJqXnRapGC+5/5tWlGHfmWSiv9mDJkq/wxpOzYbHE8jHSlrc1W/Nx5ohMFBZb8cv63Zg9pS/Mllju+eT7zpvaH2ZLTFTb1Jz3aPaSplULYvXHLaXI6NyGF69a9XuJ31gzscqkKvuXLVa1ZMkSLkjZC40oV+12O5/av3TpUmT0SoTOpMGh34swZPAw3HbbbUhKSgI7hr2gsxcUi8WCjz/+GG+88YY/4lWMbmVlThnayT8O21rEKhOrrloHjhbkY3jfTMVitaCgGN3TO8Nmc/jbtv33bMyaPgY1tTb8sT8PBr3O90WvF243S4vghtNZ/02ZTqfF0fxijB7RUKyaLWaYTHromnkTH9ybg7zcnUhMSsH2Pdko2LcPjz7/nLLXhe0/YfLLwLPvTUNoXSwvKtcnVi8gsQo0GFfycbYnt1RZX9BREQkY9U37EsLmCPwjK+KFonBAU+vaM70+XzWrxqZ91ijUpnWKGNM/sO7yeyHYa3B7ap+U4hDHD1GHah7a8IP4t5tPRO06doeQ4ke6GfTBZ0zMGtUwequxFemdKkSsklhtLLn2fXyk+57eE9t3/4q1b+p7XGbX+iis40UFGN4nE8WVwt/Z8sfRJJWbdwTnTRrsj0wUpSq7Rlix6otY9fpePoWp5sDi/woRq0w8SqMj2WGPPv8P3Hz9ddGsfpPLCtfup99ejQevmyAIZlnU7fP/XoO7rx7PIykb0/bHXvgH5s46J2ryLyfvMOYwscrnwzMFqsL/Vu3kz/n7kAd2SvtBOE5MHcDh+SJX/RkcvMCSFZsxf/rpErEM3P/Xl7Fg9rmK69+UMfzjz2txx5WzeJ19zRKTSeCT79bh4pln8shb0a6K7bzu3idxzaUXKq5bkwdNkBObU+cbr76iRcVqzqFDyD5cELK5kdIrsBMjuouA0t0Y2r8nEpM7K0rL0JQxIl4ud99enD9T+IT+6XmHzmkAACAASURBVBc/YcDIermqtH+PffcFPs5PRG7aSLx+buDf6cHLyMUL121D1tMLcGEkEVu4Hbc8lIMpSo5VWuEWPm733qPYl2OFSxMLgzkVy1euxpyJyZg2fgAMBmObjlpdsS4Hwwb1xqHDhdi1axfmzhjIXw9YveX75p01CPEJiXxftLbmvkdreMSqHivaulj9ZXexP9xXFKtMrk6ZMgV/+9vf/NP5Rbl6xx134Pc/duOBv83B0IkpyC09hn37T+CLx/fAU6PFc889h7i4OB6dysQqi1hds2YNnn766YBUAuxNi5U5dVj9h7CIL06tHLE6i4nVGkGsjuib6c/lFGmQFRYKYpVFoYpbdm4+iorLOYMGU/il+Vd9f6CwPrCYjRjULzPgctaKapgslqiI1bLiYnz5zTewWq38J6NLIm685Y5IzQNgxWePrgRuvgAXNYg8zcXz1/i+reL7xMenIe/BFfjeV3q/Cy7Cm7OUvEgrqE47PUQ+ruSP9+aVYtIISstwsrp30x/5YGK1PfQBq2uPtPr7af3eUqQlatEjLfJ0oMbwrahxIS3JiBp74HSpxpQhPzY3vwL55S6cMaA+LUyke6M9tU/aXsavj31Dc3AFPfergoEB/JZuyMfAdDP6ZbXua+z+PCv2HK/F3HFpzWpjnzQL3vp2P6ZQxGqzOLa3kyPd9/Se2N56NHr1Ze9x3aVitbCABzz4xarscfSuDOTlsYjVoZIcqfWy7cCMMSFTAcwUI1ZFseqbNs7E6u2XnylETPqiHUVDd/eTL+Evf741mtVvclnh2v3Mv9bgfiZWea5ZITJVnBIvilX+XCPafv8zi3HRvPMQH62I1dzDmDNZkKiChPSlApg8lDPheVRFOmI6A3/aBlG2SlId+IQlO++LlUysjhIzIfDG3/bo87jyovmK63+8CWN4BRer57JZ/vVSnptfFT79fi0uPGe8rzfq+4Ptvu4+QaxGi21jBlVj6+ytrYJu+09469sNGHzZDbDExkclNUSwOrO63clSKwgjgktpjtZnrT/6dh0unXWmL+q5YaoIllLi02/X4iIWKey7BwLGlNeLJcvXYcHZ4n4vHl/8L5x79nRFwrgpY0TaTiZX5/rk6ieNlqtWfL5oGzIW9cDaRVZcumgE0nnhuXjxum3I9AtR8fFIHH5oJcTQgb4LLvTJWLZffD4JN4rncbFajqvemQohtlbcQpXPZK2wj0V0/bChDOwaV+V/jofZn9XjpmPln3oEHZpPv/trg+cfunZSY4YxP/adj1bDW52HWlUSYBkEr0qDbeu+xWWTdfyLMv5lGUuZyVLAuFl+XiH/bn0qTDYDXEyryVKluH1f4njgdXuh1mqgNyfggitu8Ac9NrqSkhP27stG7hEr6lwa1NTU+H/YovJjh2di/BkjsDe7EL9tP4Tu3bvz6OySkhIUFhbCUVeGWWeNw+mnDY9KWgD5WG5suzQsYtUsitU2nGP1510n/MDEBZHYv5MmTcJ9993H5ScTpUySsghWFnk6+fyBuG7RSGgMDuwryMX23IMo3KLFb28UY9CgQXj44YdRVycs3sQiVjds2MCFq5iPVXjxEQZWWxar545LhqvGiaMFBRjRr7t/ylGkwXCiqBgZLBVAXb1YFV+0xRdekYHvtdz/Rhip7HImVs3REavsWq++/hpOnDgBGBMw7+yzMHKEgoWr2NSAN4CHHh+BhhM15dMApI8bOUUgEox2vl8+ruSP9x0msXoyu7i9idWs1HqJtub3Ipw1Kg0lvmieaHGsqXMhNcmIyrroiVWTXoN1u4swYXAXfzUj3RvtqX1S9ozfRNPmaHWHv5y39/cJ4PfF2jxcMaNX1Ps/UsVZX361Jg8LxmdFOjTs/r7pFvyTidXhlAqgWSDb2cmR7nt6T2xnHRrF6rL344wukojVQvZ3eSZOVPgiVmWPo3hpHM47jFkThRyr9QszCbk1D54VWqyes86XY1WSioKd//J/1+G2y87wz1oTPg8IpuyeJ1/CHf/XNsRquHY/+85q3H/dRF9+WF+EJ49Q9eLF99firqvH8/YxiSBuodrOtCdr/ZOL38TMGdOjJv9yc/OgUrNKCblSWX025ghf4IoSWIwiFvPBitPnBRni+6zKol09Qk5dYSEj4fGE3oXwqlTgH/g1aqzfuBZzz52puP5MNDR2DK/8ZS2KCo/xRZUbuy285OSI1cbWubeqBk8YDsDt0iNv1GyUDDsLBmPDaEC1ow5QqeDRNT2qjtVNFKu+rBD1+WsBfPTtWlwqSlPpQOYjio0tLz5jQnsmE9r1m5A3WYiaWrJ8LeafVZ9T+Yb7n4LSvmjKGJGPiw0/LsfNN13Mn96R04iZbIXbces3CXjtTz2w6V9vY83p1+Pu4ayUXLz4p23IemoBLuBRqdLH8n3g5/4n7UK8xiJed/yMGcsS8d5jgqQ9/t0XWPhlGc7+P7FsJeWvRO78C/HayFzc+vAW9GDndt2OWx8ux1X/mooxQW6MtBQT/u+F+tli/7jnHOSX+BYZV3gjsbVxnvvHD5g7yoWeg8bjyXf2YfzEifj0kyX45Lkp6JJk4ikh2ExvNguZpZngQtXr4ekz2axkF5sBzlJDOB2+GeEe/9pFLL/v4cNHcKK8Gpdfdxt3Pc1NL/DDL7tw66UTUOMASiqBY6UOFBcXo7S0lKf7zM7Oxvz58zFn2kikxAH5ZUBuYQ0KCgpQVFSEn1f+gCcevD4qdZGPZYXY/YcJYlWHlVvLkNG5DYvVH7Yc43lBpNGqTKz269cPL7zwAofPBkaXLl1w6623cthzbh6OIfOMgFON4/nlyLYdRE2+DtueqeVvsq+++iqMRiM/LyYmBt999x3ee+89n5UXXnrYPmbGzxlV/8GprUWszjwjGa4qB44U5OO0fln+b8YjDYbiEyUSser/rrTBm7n0rzTJ96ZhixfEqhlGY/NSAZwoBzb8DmzNsaJ/Fzv2Ha6DQa/CgCwzeqfrMLRvmEgn9i3Tm8CDi4KL1cBpANJpAY2YIhAJcgfYLx9X8sf7j5S1i2jJDtAVQZvQ3sSqdJrkL9vzcf74LJyIslit9onVqiiK1RijBit+O4opI+qjHCPdG+2pfdLBxfhN1v8U9Vvm1T+GBPD75JdDuGH2gKj3f6SKs778748HcMmUXpEODbu/X3oMF6uThwvxEfJt284dQZ+31q8PCYi/G62YOmZys+pDJ7cOgUj3Pb0ntk4/tMWryMXqscJ8jOyX5Rer8sfRbENeXh52HLD6c3VKDUru0cbNCknvWp/iSVxQSYjqFD4bFR7Z3GbEarh286n1fAq9IITrhbMPkz+/p7i4kyBfxY1HuqpZ3jw1Ysw6JMZo4Cjbh96DxygWk5H6OCc3F3OnDA9YkOrBd49jYO/OkgW3AnPc8ipKRCy7htg9QioAIYI1J3svHl44mIs9JoZttdX4bMkX6DdsnOL6N2UMM1lTXV0FlvuzsRvL/xmthcEac20mmurqauCSpLsLd77G40TWhs/RfcvXQHomjg6dhaLTZwdE8MUf+g0pW5fD2nMkioaf3eSIOiZW/3LVub6cu/7RyaUpi08Vxap0fPOjfCkk2Jj47Pt1uOgcFoEubMIwFx6x37/8cR3mnXWG//GNDzytWKw2ZYxI2e7dthWXXjCNP/Xv/3yNEeMnKO66AJnKhOiWHljBI0IbI1bDHStWhR2zEsszTvcJV6Xlhxe68oaKcrUpUpWVtWr9Phw6XIypp6fAW1OAFz6rgMcQD71eh6EZHvzjkTkoLi5BTU01HA4hry4LTqytrUNhYYF//SGbzc6DD1naTJfLyb98EtNuWqtqMWLsVKR3z+JpGln+0+Zsy1cfwOxpo1BtBwpLqngkan5+Pv93x44d/Lp9+/bFwoUL0TlBj6NFVThy5AjYa/+xY8f4cQ/feQni4hOanRague/R7DsyXYweK7eUIaNTGxarX64+wPuMiVWenNn3YzAY8Mknn/Ap4uzNMCEhAVdccQU/dsCZqRh+kwk7Py5H/o46DH1Ah8INbmR/XAuWde3ue+9FZlYPLk4TExPx/PPPY9OmTXyAMZvPfphYZdv8SX39Y6atidVzxqXAVW1vtFgtKS5Ft9SUgFQA9S+24guvmF1c+idJ5Nun3FoNo6V5YpVJ1c/XAxUVVlQcWAunug66Tv1gVMfx/p40TI355whTZYJv8jB96VGRQ/jrpw9Ebm9HPiLSh8gDJFZPave3N7EqnSa5YvNRXDS1Nwp90TyNBfnR59tx2YUjGpzWEmI13qzF12tyMGNUfdqLSPdGsPaN7tW4D7hi4347VJ/AvyXaJ4XIxSo+b2x3RDz+b3vODOD3wfJ9uO2CYU3u/4gXDHEA68u3l+3GlWf3b2oR/Lz+6TF4M4xY3b5zB64+X9k0rhEzr8H7byxuVn3o5NYhEOm+p/fE1umHtngV9n7crXOcv2pHC4WABzFiVf44mm04fOQwZk0Y4hNuPkHomzp+4+O7EJOuLLL+x++XYtsnV+OZd37FfddOapCblNX5rsdfxO233hLN6je5rHDtfvadX9FjgBCF55uJ7peVOXvWoceAepHkPwZAzp416DFQiGbVqACzQYV4ox2luesQH6uHMT4VsfEJMJnMTa63eCITq/OmjhAig/lHLg8efDcfA/t0luTLleRXFady+9MC1MsxMRcun+rL1BITq1cP4XLYbrdhw/q1sLm8SOicpbj+TRnD7LMzWwyJRcE1dvvsm12NPcV//CXnDVeUEzTYBVid2ed/Ni1a3B5/dRUevmU8nnp9bch/nx9Tg+6/fozYTol4B2MxZOHlMLrt6Lb5a5j2b8ThyZfDmjYQap2w8FSDNHsKWvvTqnX4y1WzBA3q61u/IGW5SdmCYDPrp/FLo1J9Qx+ff78WC84+kzt2FnkuL4uL1RnC/cA2JlavvvgCRQK+KWNEvM6+bdtw6YU+qfr+1xg+XmiHsi0PL12/EssDDu6FJ9+egjFg+7Yh88n5vohV6eNw+1hh8v3iBaxY8sQSHJ7zJ9w1XGn54a4bvJXpncw4XlyrDIHsqAefW4qUlK4oLimE3eFGnSsGKp0RapUKpUV52PjxDVB5nSgpKYaNSVOHsKhZVXU1ThSf4PctE5k2m43LViZW+f3Mo1wdqKyxY+ioSejeoxeP0DabY/gXBk3ZiotLkX2kHBp9PJe4TJCyVABVVVX8h/3O0gGUlZWha9eu6NWrV0AqABatyqJs2TFqbx0unT8dI08b0eQvMFgbmvUezdZ/UgFaiwE/by1tH2I1WMc98sgjGDyYJWz3onPnzpg9ezY/TK1WYeSl6eg9JQlGdwyOHi7A2lePwl7l4sc+9dRTyMzM5IMm1mzC1RdfgnJH/UJO0mu1ZbE6aXQSnFYbCosLMbJfJvLLlH1DWFtp5WK1YSoAoeXSb239qzcGTCIIfRuVllfxG5lFrDY1RPyLjXXILnTBmrcD1sI8DB3YDZWe3rhpQSqyj5TiXx/8iDf+emXYezl/+VLctLUH3nxwGAKz6Vnx1TNf4uisa3HbMAA7V2HOP6245rG5mNflMF65ZTsy+O9NeanoWOfIx5X88bGiCopYPYld3t7EakpijJ/WT1sOY+G5g1BgDf66Gw7r2x/vwG+bt2J4/+G49YbAZPfVdU6kJhpRZVO+qBcrz6FxAyyXsw3IK7Ti7WcW+KuQZNHi4xV7Me30+nzSke6N5rQvXNub0r7GDFFW/iTbm405RdGxz+w9J4Dfh8v34P4rRzfo/1++XYpnnn4EN910OxZc9Sdedm72Ptxw0QwMPeNMPP7sPxET2zRBzcpiffn3T7bg8rMHKqp3qING9IzHP/63F2cODp6rdX/eUVx99jC8fE1D+a/kwmPuj37UsJLr0jHhCUS67+k98dQdQez9uHNS/Xtc/olCnNYvEwXlwt/l8sfRJFVw/CjOZWKV/wHvmxLu+/2mRorVrZ8sxDPvrML9107iC1kJiyrVb0ys3nzjTdGsfpPLCtduJlZ7DmALJdUXL7REhZw/BHkqykgfKv7ZJ2fPWvQYMB5qNWDQqpBo8cCWvxYqjx2jRp+OnHwroDHzqads9mRztqNH8jB3av17BKvdg+8cw6A+XerTMPgkKq+jT8CKAYdC9/hmWUoiWVm7juTuw4NXDeZiZMOG1Tw6re+AwShif+QorH+0x3BO7mH87eXXsPiFp6HWaBqIxk+WbkZyNxbB6xvKXhVYNkgmAzev/wUjxkz158plY5OnQgCwZ+vPuO2qEbDExEIvW/W+qf3DZFLXRGPATFZ5WUzEGg5uQ5ef/wutFyjoPQaxJYehsxbj9+k3ojq+M7QaLbQ6fZOFz5q1G9A5mX1hI13sRIjCZgHZhVZ52itxlNenmOiaqPVHuMrFa/1n/PrWLf/lF1x6wXzEJyTBaDSFRdjUMXJgxzZcefEMXvbb/16GoWfUS9Wio0cwZ/oIbNofZoHknaswe1sPfHNN/d/lv/37XWwYeS1uH2bFV09/iSOz2e/C5/zZb1pxHfts3/UwXr55O7rz34WmsfM+Tp2Pv5+TIBz7TSLeeiiIO/CXqbR86bUaXrepYzPYeQdyirB83RGMHhAjLObuBWqrq7BkdRVSkpPgctgxY6QZD940FUePHkN1dSUcDiGQsKqyEqVlpXC6XLA7HLDV1nKxKqQMcHHRWl3nQL/hZyKzR2+YLTHQG4z+meRNaceBw3U8sDEtxYw+XcAjVosr2VT/+lQALJCOLS7/0ksvoW+6macCOFYKHC6q4VGtLE1kRYUQeLJy5Uq89PRtMJrMTXZPzX2PZsz18Uas225FRmcLVHMn9Glwv0lhNfP9QxF3IYtN4CZGrAYroGfPnnjxxRe5sWZG+7bbbsOePXv8h+rNWmj1atRKPryzN8Jly5bxc9i2Y/l32PDVl6h0urCn1g679F24jUesimK1gP0B11+5WK2rtCI9iFgV36BtdodkJVAx6buX/xEhrEQpTJ0Rcv8I7/TxcRbOs7S8EiqdqVli9bmlVVg4yQy3sw5P/u0rvPTYxXj10yIsPK8LDh44hA/fX4I33nwk4pjicnWZkEOKbb3Pn4+/nS28cM75Z47w5OiemP6b1S9Tf3vvXTz1m+TYiFfpuAfIx5X8MX2IPLl9357F6g8bsnHTvBE4VhZarB7atws/LvsIN9/3Vz/otz/ezqUqjNyDAjYrPn/3bv/+porHp19ZyaeWsDdyaXms4JRYLd77ZifOGdfbf51I90ao9o3qWf/BW8no2ZxTHXBYU9un5FrsGC5WK59Terji4x7fNy+A37//tx2P3zCxQf+v/vp9fP39Cqz6YSkuuf4WZKRmouL4cYyecQ7+89YrgFqDx196q8lylfXls/9ei2vmNE14ig2OKFb37Q4fsWoHKmzAjrzDuOP+RXhj8UuKWdKBJ49ApPue3hNPXt+c7Cuz9+NOErFaUOT7u9wnVuWPo1nfguNHMGvCMH+eTv/HGK8XNz2xu1ERq5s/vhp/fedX3HvtRMnnAN90cwD3PPEibmozYjV0u1mO1Z4DfWLVv5CS8NmFRaz69/kmRYvMmHTtOXA8dBoV4swqqCt3oyh3Gy655CIuHnbvOQiXsTOXC00NHhH7/mheLuZPH+mLIBQk4QPvHsOg3kJkh5hPNUAAS9IA+AWrRIB7fFPEC44cxD2XD8SeP3Zh5/atvP7ss92e/YcU1z+aYzgv7wj+++GHfJHkpxY9wFPGySXop36xKkRV+kWyF9i8QRCrTF6I+5hYZTGme7f+jJsuGYg4BSJQ6X33xOIVeOXhc/yzV0Odx/pIYy1C4ptPIqa2DJ7EBPw27344zQk8SlWnq09lqPTa0uPWrd2A265kqQD8qVV9vwtfErzy0So4DL4visUvVfyMVJxXr9h9PGJVTCPBSuLjhKfLUGHpj+twvi9ilR1zy0NPc7GqhGdTx8jYfvWLwYbisjGMWN3873exnktUydk7V+G8bT3wNZOt7Pc3Az/nizKVnfvEb0Af5gSYTAWTnj9hJS8qCdeK0rVwJ+58fCsOipcYPU0om20hyw8lU1tWrL7/2QYkxhsxcVR3aLRaLvLZlyqL310Dty4NRoMeB3/fhO3L7uD+i02ndzhdcLucsForUF5eDpZDlb1G1NVUw+4QolfZsdbqOvQdNg5ZPfvyL5QMRlOTI1VFlH8crOCRqv/P3nXARXG074fe4cDesWPHrrFhiRKNij2aYkkxtqhJLEk0IeVL1MS/JGosMUpM0cSGNXaxYQcUsYKAFFFAjl6P+/9mdu9u79i73b07FMzt9xnubmfeeeedd2Z2nn3mnbp166JlQ1m5UAAENCWxViMiIjB+/Hj06dMHtb0cy4UCIOFAyUX+fv3Z25SN7+BgXExjU+do0nfsPBwRRoFV56oJrBJjTp06Ff3796exUu/du4fFixcbHLuGDx+O2bNnU9oxcaTARQvxKnkYKi1DfkkZ/s3KQQEHXK0KjNVHj1PQuVVj0YxVAqzWrU0Yq9yAb6zZlEBhcTFaNOHfOqTFZmWz3Lgdh7z8QlT3ckduXoHpwOr2HEx52QFJyZnY9Nc/WLdsDjbvvY/7t1Mhjw9B0ZP72Lx7nzFzlCWPBAvo+pXud95F5NEZqDl2k7qULstu49BMDSClXfxhfOz+LZpHnMH0puTzXrySvQ4Dwf1dSGFuPqG0L9Z9vcBq7E8Y2vE2PqK25Fz6fn8GZiG6chmrB87dxdzxXZGQXqK39P/NnAR5oRzvfPQlWrbpKkpL8laVYaxK34Y2btoK7Ni8sFw5dWS2WLf7Kl7t3VJ9T6hviKmfqArpJDKlfmLKI/L7xb0nJqmkNEtT52nZb8Ouy1gxZ1C59k+JjUL1+s1waMtq/PlPMAW7N277Fx2790NRQT6mje2HDp1fwsKvfpRUvioxacsl605g+phuRuVXZRIEViOjEBQcLLoMQ8Aqedl3sSO7w4JK5NlZQV4WHvTk2aEhWgWehKQc1WJDdduL3d0hVu6LtQtEqN/zzol03P0IV9UmewfbdMdmseY0OZ2UudXkwv5TAnSB1ZTHKeji0xgpKsaqzndzGocCq72Z0+WZOJssk1EJzPhaOrD63ebTWDS1Lz0Aid1srj4V6+OvV1YuYFVPvb/bfIYyVsnFZQ0xrFQSCoBzT0UWITskbp9D8za9aQgAmV0Wbl/8GyNeHUrP8bh16zbu3Y+FV2NfuLvLYGdvb1IzJsTFYYwKWGWZmQRYbUsZq8zhQ+w575xwAYTQwokHywKtBCgjKBrJY2OtRGbqA7z5ci3s3rUNw4Yap785fXjOvIV4qSMT2zwsIrac3Vau+Bp7Dt1gGKsqHya1Z1m6BFj1pcAqw2BlfifAoRK3w80PrBKmXi0Pe+0dnDytbaUogde5EDgd2ArrtKcosrFD/IQPkNHxZbMAUOdUwCrHiemZ7uz31dtOU2BVBTiTmML0EDOShB5uBjTzuIPRg8lhdOwbBhJ0gsQQZusTciwMIwapQgEoMfOzb0UDq+b0EZM60384c35BMT4I3I/PZvREjWquFFgk4CoZQyJuPsTGbZHo1KUd7l6PwLRRrTB5TE88fJhIMbCyslJkZGQiOzubAqsE7CQxVkmoTBKL9WlWHpq27YbGzXzMBqqSpoqITqPM2vr166N5fXfkFwPJT7LpgVTkrCTCSCVg6fXr1zFu3Dj07dsXtTwd8DA1G4mJieoYqypgNT09HV99OlXUywB9rqLry1JdivQ1exnLWK1eRYBVKwcvKIs0DERSacKiXLhwIXx9fVGvXj2sX78ef/31F689fHx86H2CgpNGWLJkCW24Rc1rwbZYCZSUISqvEPuyNCyhygys+nX3QnFmISQDqzlZqFurmjawyhm0yRuLFk3LA6t8oCpxpKjbD2BlbY2Mp1lwcXaEnZOrSYzVzXtTcf/2fcjl8bAticLqlStwLfox/ljzEwjp+/XXx2Fgb3r0n+WqQAtIXkRSUBUSFo36FnmWxZ+YZi0PrMZgw6BWWIqe6HK5DQdY1fe7mFLMk0YXWN0begsfTuyBOD3AakF+LgLnjKeFF1mVIGjTMVGKEGCwrpcjsgukA6v6Cqgrs8XaHZcw0k+zfVyob/DVr3tT42KyXYrVxFvSVz9zyCb1J/L94pgt+Oa8Pkueq2W/1X9fQNC8IXrbPz3tEc4f/B2HdgQjD27Y+M8JyhA6dvAP/LnhJwTvu2yUeqQtF605ijkTehqVX5VJCFg1RfjyoNVYNG+ORgQBTSMaY98UDVPiw4NyoLMfswODbDM+EoIfoPluSvnl85oCjpqS17y1MIc0oX5fDliVPCeaQ0tDMixza0VZuBywmpqCLoTwoAJWdb6bU4+UpIcY2qe95sAj1fZ9wj6TCKxepozVUCycQmKsqmJ4agCZBZUIWDVU72Wb2VAAxNBsXEkCUhJAKfbWWTRt3UcN4NG2YG2WcPc8WrXrDS+XUsSF70LLJnXRu1cvxMXHIyoqClFRN9F98AS4yzyNZkap2j7+QSzGDO7CIuHMn8Wbk9COxFiloKImvqqK76PeMcgKYXYNMvAr+UhCGDjaWaEoKwEO2ZfQoJ7x+qeY0YefPEnDylWr6brzk49m0RiNtraag29s7Wxx4PhdCqxSkJBtM9XLgqsEWO02gAENy1TgIQOy3g4/USGM1R8/G2IQWLUpyEHNA7/A8fxRKOTZuDfyfTgkx0F2dBvSPvo/yH0HUYDLlJARBFid88ZQxj8pEkoDpapDXKzZfhqF9q05QHN5Rq+Pxx16OJXah9QMbsbv9x6/gBGD2GciJTBriQRg1Yw+Ys4x8b8iK/1pLtb9fgE3bsdjzJBW6N6pCRrWr0UZpY/Tc3AkNBp/7TwNhSIPKClBvTrVEPT5RHRtVw+xsbFQKMrw9GkGsnNyUFpcSkNkFhYVIjs7C0+eZqNZBYCqpG0qJbBq4hzNBVbrVxVg1bHxJBQlH4KymOwB1Vxk9P1hMQAAIABJREFU0Jo2bRpGjx5N3yqeO3cO69atw927d2miatWq4fXXX6eHWxGEnlCLly9fTj+3q+aM2U1rAXmlQKEC8sJSLEp+ohZemYHVft2roSSzAOQks26tJTBWKbDqhfz88jFZyeRcWFSCliyw+lSeo3di8fRwo3a6cfsB6tWuhriHqXiSkYVatWvBxdUZdra2Ro1tBEQlwbTz713DqxPGYaCfBUQ1ypAmZtL1q3LftWKsEvBuGrCBsE91C2aBPRYL0bBYdRmrXPbqt2i+rA2WLmbYr2/tLMEPg8knJg+mAlujx+LS8RZYq2a9mljhSpR99veHymmzZgGzHUh16Q8FoI/FWzHsXrG6chmru05EYd6E7ohJ5Q/Svuf31UAJcDoshJ6ePm3el2jfRTiwfUGRAnW8HCHP08+EvX8nCs192Hh0Itq8npcjNuy5gjEDNXmE+oZQ/UQUy5tETP2MlU3yEfmDn8w1RQRv3kUPpmvZL+jPM1g5179c+69e9iliHkRh9offon7DJkhPjMbSWRNh41EPny1bj7Urv0anTp3x+nsfI/ibj9RlTVnCbKX/+e9z5cqfOUHjN6Qtl6w7inmv9zWpjhUKrC5bjUWLOcDq4+v48FfgYzZeOGWw1umM+Guq30jc8FDgbU2ccHQDjqeQGOONcOnb3diSxFRXHQ5HxXodKcOWvcx2uUHTuaxYrnn4wFEOm7XbQAr6Er2212HC7dAwPI9kGHT5Abu97sUIryPU77WBVUNzosq+ZEwejq3k69T9ePKjv3qO485/2js/9OfRzItDcZS8ZDM455rUBf5TmcXOcdxQAOQgjO4cYFX3uzkN+CgpAdfvZ7PH3WtTNOMSPRB2Q8OXFip3pexvnO+8UA3UqdKrtqVnJF+rPIxVA/UmgFGpogxKEoiSIFIscKraPk/xKcrwJBfzXytrKzjZ2aK6pzPcbTKhyH+CCePHIS09HZcvXaJAxJWr4XhrzhK4e3gKxp8UsnV8bAzGDO7KAl4MWPbJ5mS0bcEcXqViGKoBMaoq2cZNz7nShH5gGYr0VGpbK7g5AVbyKBRk3MWE8WON1t+cPkzYaYTxu/HXrViyaC5lv9k7OKhNRA52IoxVL8pYZRmp7JZ1AqReu3gSHbr1Z9m6NMKoOsbqnQoAVoUYqzYF2aiz5Rs4XDsPRWYmMl4ejfBhc2h4A+8/voNH5BkkzQ9CfvNOJoWMIKEAZr3xilZYDo3HAmu3nUa+XRuGpU7cgmWpEp8hzGYCUrf2vI0ALrBKGa/sIVZQYt/xMIwYqGJwKzFbArBqTh8R6i+W++UtQMZlBY2DWkAPnyJ9isQ/VR0qRfpdUWE+CvLzkZWZjqcJURg2bBi8vGRISUml5EJyQBRhpxaTGKsFhTQ0QGpaBhq37oImzVtRUoM5tv9ztT99IRYuLi5qxiqJsZqankN3k6vip5JwAJGRkTQUgIqxmvg4h4YxILvZkpKSqP7kMgdj1dQ5moYC8HRCWHgmqgyw6tz4bVhVb4P8qP9BWVg+qHGLFi0wefJkDB48mAbFJcg7oTN7eHjQOBGXLl2ibNYTJ5iDIVrVccXSXt5wzyuDVVYJBVdjswrwQXyquv0rM7Dq16MaSp4WIOnxI3Rr5S06FEA+y1jNyy/gHae4wKrWQxXZOsA8n7AX8+HGrTjKcCXhAEiM1ajbcWjevDGcnZ2MOgXRMnhWDgvo+pXu90QusEq2O04H1h7/AI0Nqq9vy78uyDocW1ULTS3WD7OovKUOMfCiMnDKMPv7w2pLrllAFtzWWpatLMAqecIXo2sNzuFV/xy7jjnjuyH2UR6vt3w/bwpmf7sGP3+3AI8SH8CzWk18tvJ3wY5RWFxGgdXMXP7YrbnZWQjo2wI//LIbvl3ZE4MFpBJ5v+69hvEva4I5CfUNffUb5CvtVLzjkY+1tDNUP1Nlk4KI/FeyPxG0s9QEC26/pWW/738/jR8+GKzV/skJsVi1aCbdfRJyOATL1u9CM5+2eBR+Cr9uXIbIyHj4jQzA7E+YGLAPY+/hzI5f6ec3FjO/tW8iK+eLNx5oXsSStvx8wwkseLOf1Cpopfdt4oG1Bg6vunMnilc+OTdEfak+O8rRw7cPlgWtxsRRo7Bt2x4s5gKr4AKn5HMk6n/qiyT61w9dtYDXBPw48wQSVPHEtbQg9+Lw0s9+6EpiipFt/iRmGGHCknhhG4DP6T3di6RlD3tg3fdK8GaEdWQPieCAuoz8xgjTKkc7r0mGf86Zhfq91DnxxFw7/DuMvDTkgrAscMo7/wGG8mjmRa6hjA2z85yNXamKFzfH1eTMcYnsc/kj9lBZ3e/mrF4SZay20wBxBDBkWWnxQ3uiYf2aoos7fPMsrk7eiU/f6U/zcMMKkM/08Kr3KsfhVYbqvYyNscosWlgQkq1QLI2j2odzSBKB6QAba0CeEo6Wjesh4eZhTBg3FjbW1jgfFoaEhARcuHABbbsOQPtOPWgsP1MPSoqNvY9xg7upwV2ytlq8ORntCLBK0FNyrgUL/qqYm7QKHMYiZaxS7ZWwsQJcnazgUJqKpOhDeHPSBC39w8LC0K7bQNH6m9uHmYNw8qEoVfDGWN2+9wruxmsTp8Q67vsTWos6bEmsvHcX/o7VX43FnM93IujzAMz7KkT9d80nQ/B0xecY8eQSStPT8bSWN5a0novxkwfA0dkZ1lbWqP3H17C/cQHJb30KZYd+RsekPHv+Ama9zgFWWRCdaXIl1m4/jXzbthRsVx3mVVbGgKb0r1KJttVuY+SgnjSequoFg6pvk4T7T4Rh+EAmFABJP2fpd5g4RtzhVeb2EbHtY0mnsQCJpUrAVfKaiPge92A4cq9MoYCiTAFy2FpGWipir5/GiBHDKbCZmJSERykpKCgopAdXZT7NQMqTDDRq0RFNm7dWb/83NZ400TYu7iGSHucANi7Izc1V/8vJyaEhAAhORw7KItid6iLfq1evDjc3NzRtyrC2vLy8aH8iYCrZgU7yk7wE77Mqy8PU10ehXfu2kg+MM3WOJn2OAKvnqxKwauNUHx4v/Ylix2wUxf+BkphDQFFOuf7l5OSEDh060KC4xBmI8ckWDtIA5KpfxwWvD/ZGgE8N2KUXwzqtCMgoBrJK8El0Eo5kVpFQACywmpiajO6tm4gGVgtyslCnlhcFQvmuwsJitGzWgN4iQCkz2JYHVb1kDGP1+q0HKCgsRn5+IXLyClBaypzI3aZNS9jalj/50TIgVg0L6PpVue9SgFWt2Ks98bU6rqoOS7Xc78RW+pituveqhl3Fa8ks5vhAVSKj8gCrRBthXXWB1Y9ffwn3k7UPZyKSIs6fwoXjBzDzi5W4fzcSa75hDqea/ekPaN7KMHs9v0hBQwHoY6zu+H091qxYgiEjJuDT/60V1RQNazhh9Y5LWsCgUN8gwKq++okqVE8iofqZIpvkJfIH53+hJcam73qjxCrOaBbfC66P1wZWt4Zi9cfDtNp/0/8WomnHzujYYwC2rFqOkJBgbNlzBk2atcY/q/+Hhj7N0eNlJjxEQsxdnPz7FwyY8C79O/WzH9Q6tmrkpu43txO0nw9IW37802EseMvPqDqpMgkBqxcjozB3QnnwNos8LxZmgQKshUDoHTmCggKxPmglBVbJb716dUOfPt219FNv9fdNwIf/yvB/UxpBDW4iFB+m+rJhAcqDoAxoyh7ioDqYoZZuOp58ag340mrHXiVsV3KIBNFz+t6nzKEQNEyBIbkmNcFzySzU7w0Bq3E/90X3xRcAcOc/lq3K1obZmaH7spDnpSOn9vx5AAjOuc/FhFW4UGlznJCvmNMQKUkJ8GdjjapBRJbCljBMOrB65a2d+OxdBlgljDcuGEOA1fcrCbBqqN7LNp9B09a9QY5O5zI/yVomJvoMmrZhdi2oYpmSuKROdlZQZF5HesI1uquvT5/eeBD7AA8ePMDFixdRrXYDdO49FG7uHpTFpWKFGduWsTH3MG4IE+9bRVhZ/GsS2raopX1wGAsMq9KpD63igKwEFHayt4KbXT7uX/4bjeqV19/OtRr6+48VrX9F+DBh0BGAhwv+qOxXXFyEvNwclBSX300pZGM7ewe4uLqZDHaryiEgMIk5yYRj4EbpBezTktF8xXS4xdxBLqxw+71AZPcdSUNDOJKDfWxtoSgpRo09a1BcmIenry1UH2IlVA/d++fPX8DMSa9oge/UD9iEa7efQY5NG6oiE3uXUVcVTkGhVMK3+i2MGNSLCe1B/68J7UGB1ZNheHUAC6wC+GDptxRYFXN4VUX4iFQbWdIDsfv+QvKpf1FakAcHr5pw824Ke3d3lBTmo+hpGgrSHqMoNRV1/EfDo4cf7l49hlGjRtMDqmLu30dmphwZT9ORnpmDek3boVnLtmYFVUkbhewPRW8/f7TzdkZtD+BxNhDzGDRmanJyMsuczcOZM2co0NqsWTN0796dkiJjYmIwffp09OzZk+Yn7wj48hKQ9f6dCHz75UdwcHSWxBaXiqXx+Z2dlxPCrmWiXrUqEmOVVMKuem+49AxCqawUCudUlD09B0XqNSgfP0BZejqU8nz2SYCpso29NdzrOKF+M3e0blcNfbvXQddGMjhnlcIhvRg2j4tgk1oI5eMirAhLwM+xmjAAJH/lZqxWR8nTfCQ+SkH3NtJCARgCVglIqgoFoHIcXZYq90GASaN5a0q+7T50Hi1aNqUn0Zn68GEZNJ+PBXT9qtx3rVAABpijZIG3ohUuUTarwPZ/C7Cq09jkPbQ2U1WVoHIBq0Qrw7rqAqtzJ/RAQlp51vzaLz7EyLdnon5D5tCzhe+MQGFBHpr5tMcHS1cZ7AwEGCSsxCw9oQDmTB6OPgOHYs3yJfj7aATq1Gso2LlqeNjjlz1XtIFVnTFXt28QYFVf/QQLNJBAX/36thE+YZVP7Jlo7Z0fRP7LJctMUZE374LLr2rZ74ffT9NQANz2P7FrI6rXaYQmbbritw0rEXUlCrdvnUetOvUxff5SDBo2lsomoOqJbRsxcOJ7aNRMc6AYt2CfBq64k1getCdtuXTdMXxcwYzVixfPYu7kkfhxake9tvQLDKUs3KD1QWpgVc6SdZYFckIBEAksK3Vi5ziE1Q5gTsIlgGlEY3yOEyx7lFpHm11K0hz0xAYaRoB7z1RgVQ8LlQVxVUDrCwesCvR7LWCV9xBGQy8JVa4iBKyqXkZyXUsnj6g51+zd/D8gUPwcJ/T8ZE5jJSUl4JVe7elzOBObko3BqAQevqofWD046Svm6V21TZ6wI5VlLCNSG0yiaQgzitDiiPwyJdp1IGU+v8tQvUmM1WZt+jD1Y+2hqlHMTQK6EsYqw+CzYuOSejoDxY/PQ1GYCRdnJ8pSdXd3pweokDM+atRvgBYt28PdQwZHJ7K4Vx3/Y5wNYu7fxXh/5iUaNSuARb8moV1LBlgl/1QHEanaVh0KgEVXyR8SAsDe1goeTgCyb6IsN6Gc/h4yL5Q41UCnjt1E62+MD587T14e8V8cOE+dgPtbl87Gh30joQRIzFbyV+olVWfX3Kfw/+srWCUlIK1ZO6R/sha21WrTbdgqHVRbtEsVpdRP7OzsjdQtDDMnDVX3Uaa/MjUkfr3u7zPIsmrLHl5FwiMwLFXGb5hQAJ1qROPVQb0YX2ef1FkB9MXDgRNhGDaA3cGlVOKDzxnGqihgVWBOlNoWlvTGWeDs/DfgVpADO/8JqN/Pn4L7pC9E/bgUAzq1R05sDP48chwDV/0Oj1q1kZmRhiex19Dfrx+uXQtHekYGYuMT0apTHzT0bmZ2UJXUat+RcEp4bNWqFRp4WSE1C3gQ/5CCpmRrPwkDQA7RysvLo795e3vTHWwkHAC5/9FHH6nz29lY8eaVy+Wws7PD8sAZdFcBedkh9pKKpfHJtfNyRti1p6hblYBVUhFrl4Zw7LIYVj6doHR7DHikwsr9MWzc02Dvlgln22y4OxWhhjtQz9MOdRxsUdfWFrWsbFGj1BqeBYBbtgKOGSWwf1yEOxHpWLr7Ds4lkaORtK9KDaz2rI6SjHw8fJSCHhKB1do1vbQPr+JUO7+gCD5ajFVmoGYeIlRBs5XwkrlrBXNSsVqJKAKsNm/exKRDrMR2Bku6irGArl/pftdeRAKUkbObxD3VCQdAFnkHRzLx4yiLJloEY1Wz3V9brqFFZ8XYobJKrXzAqn5L0YM9ONskd56Iwpzx3fEwTZs1n5GeisCFE1GvpiZQL9m6QoBVeaEc/7fuIGrUqqu3oPyiUtTxdERWfmm5NPdvR+FQyF8Y/9YMCvLNWfwt/Sx01XC3x6a9VzCWE2NVqG/oq59QWUL3DdVPKK+Y+0T+IKsfyyW18f1GTHZ1GkXkEq30i84P0rIfibG6/AP/cu1PGCtnt69HJmww9q3ZmDa6N1xcZVi99QCVR0DV43+tx6BJ7+sFVQ0pStoycIPpMVYFGasssKrShWGqAnJy/CL5q2KsRsYjOJgBVg1fTDiAs5BhItn+z1gDP34bgYQkGSaqt/DzAKsRjTnb/eWY9gUTi5UbMoAyTa81ZgFYXU10QViiy26c7axiparSq0INvLihAIT6vfCcyJ2/mNjje0ffxqGZzEsk5jI0x4nMI2rOldSlLYkFLKA7xwn5ijkNmpQYj1e4jFXV1nclkPjqS3pDARBg9bVXOvOqQuLYNWyoefGYnZ2D3SEhGP7qMBpf9I0PvsKHH+i8ADJnpUTIMlTv5RRY7asFMquB1ejTaNK6L6xgBWsrJWxtSFxSKzgU3sO9iGPw8+sHFxdXuvWfxvJLeYIhk5bi8rnd6NO7jyjASYT6uH/vDsb796BJVWDZwk1J6NCyFhNHlXMIGcVZSfxMFhljIgUwQBkBGVwdAdv8+3gYfbyc/o8fP8GCxZ9j1eZteLn/QNH6G+PDBKScP3kYS6lk2cIserrt0DlMGKqJ5ak6dIsAyEtX/oIB/fublXUqpg1IGlN07tenD41p6ejkRMFTLthOAU4WMScglzFAPGGsTp9IQoGxPsJymJhzzQiwehaZaMuwVNXb/9l4qyx7tVOtaIxQbfVXC2JeChAdD54Kw1CWsUraYq4EYNUYHxHbLpZ04i2wb9IgNBo3DfV6DaDxUO3s7ZESegCeD2+jvpMj/j59FjZd/dB11Ou0jxFfvX1xP/xfeQXh4eFISkzE1choBEx6H65u7lSGObb/c2uwn5BZ6tShwGrDalZ4JNcPrAYumkxfUtgQKj57XbrxRJ1fCFj97vP3RI9zKvlSsTS+1rGr5oywq1UQWFVVxtqzGWzaDYJN+1awbqCAtccT2LllwMEtG+6uBfByLUVNZyvUcbRBXTtb1LGxRU2lDaoVW8PqUSGuHE5CyP44nLn+RE2r1zVUpQdWn+bjYQoLrLKnjwp1xYLsLIgFVjUTvup0UK503Tfamnt7/j2P5i0swKpQW1Tm+7p+pfs9MTUL/ToyISNUl2a7I/MLc+hGDOeAjnfw1pZoNBcRCoAexLGFu3WSSLQAq+pJJjoFhcWKcm3A2GgvXsleh4FarVMxh1eJ8WHdE5NDTkVjxuiuSMrQ3vK14afPkC/Pxag3ZyA/Lwe2sIWTiyuWffgu5JCjczc/fPhJkN4i8wpLaSgAPmA16NvFNB9hqR7a8xdycrKw+wR/LExuAV5udvjtwDUE9G+j/lmob+irnxhbGUpjqH69WjEnxIu9zt8uH8uMyB/otFGsCNHpPgvtrWW/1dvD8O2MQeXanwhMjY/G/t9+wc0Hd9G6bQ9MX8CEJoiPuYNjf67Hy6+/D+9mPqLL1m3Lb349iTmvMdvejL18G7MxVtvxg/wXLwgzVn3nMYzV4O1BWP+jELAKpBxmwc/PCPuUua5s2YyvMBD7pzZif0nAjzNYNmlt8hP5zm7b79YEgy7L0ZAAq7WZdPSQq8tPSdQqBnCleXQvXZmkka7jwy+v4T5N2gSfr/MDtmzGNnJ4lb+M0fVRR6oX1fEymPAA/tJ81Nj2qah8Qv1e/JzIAqkkNnnHj8AcLfQOttExW2COE51HdSiWvjm3oqz035SrO8cJ+Yo5rZT0MJ4JBcCyHtWgnBJIGq4fWD0w8UtMHNpFS5WTp05h3759dOs7AZwWL1qElT+sQOfuveDo4IjzZ07gaa4C0+Z/jsUff2jOakiWZajey7cwjFVVGAAiXLVNOvbWGTRv25cyPR3syBZ6wM0mC9Fnt+Clvv64dTMShQUFNObgjahoDBg9H0pnb5w9sgbD/IdIXrDrq9i9O7cx4ZWebBxbhqdCgVWfWuoDrcj2bhWhRQWuUkDVisSEtYItYds6WMHZSo4HF4PRq5+2/jejozFz9nw0aNgYC775P4wa/qpo/Y3xYXKK/fzJQ9nDtdjwr2DIOQyw2lu9j13FlCb2mbbga0wcK44lKdlRBDKYovObE1+DMz2Iy9EoRqpQXYhu70/01zrgTO3LVsD6v88gQ9meYanSUABKKKjPaA736lL7JoZT4JRAsSzKzTLbiR8dPHkBQ/v3VKtCgVWRbWGMjwjV2XJfugX+mTAQg9f9Q0NsODk5o6wwH1E/LMKAdm0RlZSCLSdC8d76vymoSl4a2drZ4drx7RgxYiQiwsORmMQAq2Mnz4aru4ckpqdYbff+ew316tXTAlZjHsTTUCtxcXF0+z9hrJJ4qV9/9jbzkoVzwN2RU7fU+QmwypdXxVj97gsjgFWJWBpfvSljtbIDqyHn7qOMBvkxfFl5VYO1d23YNnSBXV0bONUC3DyUkDkr4a5UwiVfAasnxch9kIvEKDni7sgF5VpbWyGgT3N1wYKbPngSkDeiZr2sgMKiUvRfHAq/l2qgNCMP8Skp6NmmMR6JBFbzBYBVEnu1VXPmTXX6U20WLzfWKjNEa7YdkZpW8yQsVoAAqy0swKpZm/5ZC9P1K93vD3mA1Wet43+5PP2M1cpnFaJrTS9XtWL7z97BOyM6ISVTc8gUAVKXzJqAb9b8DWdXJn6z6tqxaTX27NgEJ2dX/LrnvN4KEmCQhALI5mGsznxjKH7+4xDNe3D3n/jfJzOxZusBdOrObBfUd8mcbfHXkUgM76MB84T6Bl/9zNEqhupnLvkD3OgZ5erLpsl8o0QrHmjCNnxxspuW/dbtvIjAdwdotT+3kOSEGFwKPYDRk+fRn+Pv38HRP9Zh8Bsz4N3cOFCVyCFtuWJrKGaMZVhCxl4dWGC1tx5g9QILrKIIhKOqFVeVsFVVh1iFRsYjZHsQNogAVo3VlT8fD1hq3gJeSGlC/d4yJ76QzS6qUrpznJCviBIqMlFiQjwi7maqI3IxbDYGSXx9zydIKIgBOeSIkOcUZUr6r5Rs+//ulBpYvXnzJk6Fnkbwli14593p8B82HDVrMqfVFRQUIDj4N3g3aYY+/QYhv7gMsxd8ii8+XSRSw4pJZqjebPXZGKtM+aqdd7Y21nBysIOHmz08rZ6gNC8V9vl34epghfZ+byE2MR2REZG4HxODJm37wNa9EdLlBUh9eAUBw4eZ7ZCkO7duwcnZScNOVQLnY2rApoQ5D4TvIqxHW1srODvYwt3FFtUdsnDv5lV44R4aVrdF15enICYxAzciI3Hv/n207tQbNeq3QEmpAsdOHsP40QGi9TfGh8+eu4B5bw6DkmXTqn0RSmw/dB4TXumlDXazgPfbCxlglYQsIHFKn+Vlis6TJ02sUJYtAVbfnUAYqyy5SfWJZaNu2HEWT8raMbGQy9jYqjQ2MnOAFXnZ0q0uAVZ7snYnmKtqgGCkHjrJYayCZayKbAtjfORZtu1/pay0O1Fwqt+IMlHJoXr3dvyKhoVP4aAsw0+7Q9DpnY/QpkdfuBA2qoMjZU+HHdqKsWPHITyCMFYf4lrkLYydMofGYDb1YD4+u4dIAFa//fzdcmMBN78YYFXqWCIVS+Oro201F1y4koE6Xk6wCujT3CB6aWIoGVG+zQdCnr6eiIws/tPrRQk1IVF1Dyf09dUw8gQh0mcMrPZ/qQZKjAFWc7JQu4b+UAC5eQVo1ZwwYDQuwWxTKc9apYG92YvrQHsPh1mAVRN8rzJkFZowLYvI59tKVRlYPRIWgzeHdcDjrBJqxPS0R9ix+SfcDY8AHIGg3w6rjRt6PATrly+lv5PLycYVa/44AhdX5iUO98orKGGA1QLmAD3V9dXC6bh3+wbmLyHMmz7YvmUtCIOVnDqv+k1fa7o52WDXsSgMeUmzXVeob+jWz1yeoq9+5pTv5/W3ucSp5fzvWCct+/26NwKfTOmtbn9DBRJQ9fDWtfB/a5ZJoCopg7Tlj3+F4e2R+mOfiqm8WGD1+t0ENgQAGwqAgqpydTgAElM1JMQCrIqxeWVII9TvLXNiZWil56PD8wRWHybEYUiv9swTOtkuzj6tk+fz+ctuwbVefS2jHP03BDd2TcXuY+GYNIwJLPL2O+9ALs/CqNFjEDB6PMt6Iy+jrNGxSw+09GmN7X9spmnvpJRg1kcL8G3g0udjbLZUQ/VeQUIBtFUdUKXh6pEQnI/jLqNdy6ZQJOxBxq39UDh6okCehrTUR2jQrDncmwzC+YgE1KzfGq16TYI8V4nCEiD85CqMGjHcbODf7ehoTBhGmIQM05BcISfCMXJAJ/WhYTQMLG1TevQQxcQIXTU/Ow0xV3Yj5vI+lDjw69+2TRuMGz8JijISa7MMH365HK+JPO2d6CI03vE1PgNSDmVCFqjxO/LBCn//ew7j/HuzNeGcCaUE3l70vIFV43R+FsBqdU839SkmGk+mXsMyUElLMP6hulSxa1WwhIoIpTmIiwtYaMM/R0JPiwa5jfGR5zpovKCFk0PhyhQKylgtTHuE2M3fo3ezxjhzPxb/3onD1OXr6RZ/J2cX9bk3FFgdN44yVknol6vXb2F8JQBWSYxVwjjVBUZVwGrr1q0pUz82LgGxsbE0XAthu2ZlZYEwVu3t7cEHzAo1vTmAVbtqLgir7MBqcnoOLt16JGR+s6I9AAAgAElEQVSPCrnfvXVd1KuhYVlVNmDVWMZqQU42atXw1BtjlQusZmRma9lWiLHqKWOYZhZgtUJc8pkKFZowLYvIZ9oc5QqrysDq8StxmDS4HdKymViohK2a8fgRFGUMIOrdrJW6vnm52UhLTea+50GNOvV4gdVcFljN0QFWTWkpFwdrhJyOxqCujdVihPqGbv1MKZ+btyLqpyu/X82d5dS1qfWOpCooHm/SSr/smK+W/f44HIUPJ/ZUt78h4T8vmYWhk2fDu7nGJyQpw0lM2nL97kt4w7+dsSJoPkFgNeIsgoNDRJfx7BmrolWzJORYQKjfW+bE/667PE9gNSE+Dv692jNgnJrRxgAthoDVXUev4fVXu9F09+/H4Pff/8Cdu3cpiDpgkD+6du2CrKdP8N2yFRg1KgBdu/fG0zwl8oqUmDl/Ln74H3P41fO6DNWbxlglwCobp5SQg0i0PkcHaxRmRKNaYSSSr/6Gpj7t4WBdgsfpWYi5exd2TrbIVtaBoloPdHn5PWQXO6OgiBzaRYDVIIweaT5g9VZ0NCYOIwxOFhRTAntOXsOI/p0ogMpEdmDOtSAhDSgHkdTDygpXT/yOW2f061/g0gYfffgx7B1dUKYoY3whcLlowIyULDTe8bU7AVZrViv/0lvIR/49cVKSbkLypNw3RednAay+PX4IWx0GoGZenDCo9b4TYRiuip/KOdRKtZuUpD94khxOxWz152PQPUvG6oUIG3XT0GBU6h08cnXsee6uHnJ/+QztHWxS2va/lFbFyL+6agncU+JRmJ+Pf6Lv4s2ffkeNeg0osMqNA0yA1XFjxyEiIhwJBFiNjMb4qR9UGGN1z6GrqF+/vmAoAH3AKje/Icbq8wRWqwRjlXSKGw/SEJOU+Uz7R/P6nmjXtIZWmZUOWO1VA4r0PMSlpOAlCaEA8kQxVplQABxCqvqNKvM7D1OV89veIxcoY9XJ0V5UAOSURzmsrdm4f+xgW6u6E6rVqP5M295SGGMBXb/S/Z5gCQXwXF2lqgGrtTihAEIjEjFuYCsaq82cV05+MY2xmlPIBpszg3BHOyscPHcXfpx4wkJ9oyrVj2siYr8+NfeYwWraIlae6Khlv39O3sGssV3M3v5CipO23LI/HOMHGB9OgJTRvrEHft53G/pCAQjpYblfNS0g1O8tc2LVbFdzaE3mY+4cJ+Qr5ihTJSM+Lg5DSIxVdnswfUZngZf5y/kZq9d3TsWuo1fxxvDuFJAtKS1DaZkVUlIf49uvAxF14zqOnQrD9WvnoVQo0LZ9ByhsPZBdUMYAq3Nn46cV35qzGpJlGao3BVbb9aV7owl7ksRTdbSzhpdzCR4/vIF7d2+jU81kyMoSkJl4GwnpJSguVSK3oBDWrnXQbvgKlLr6ICdfiRLCGFUqEXEyCGPMCKyS8AsTXyXAKhv/lTJWryFAxVhVxYVl25Js3y0uKcaliBiEXbyKjnr0t3Wvg+Z9Z2Govz8N+0CXZkpg/pfLMUnkFm8xawC+BjtDY6xKP7xq6oKvJekm2VkMZDBF5ykVHAqAgL5vjxuiBlPpLn7yloAF4/eduIDhA3uwgCt7spXO7lIGWNUfV54PWBXrJ1LHubAIG8hqe9DWUIVE0oCr5Dcm/KDqHolDv3G+9lke5mz7F03WkxuXURC6D7kxd5GpVOK2rB5GzFoIV1eGrUoOUVNd5w/9hnHjxiM8PAIPHyZQYHVCBQKruw9dpaBq6+YNUNcTeJwFxCZm0BiriYmJSEtLQ25uLhISEvAdTygAkt/HxwdtWjQEOdMq5mE6jc1K2LYkL2Gskhit5N8yHsarUFtLxdL45BFglTBWa3tW4lAAKsWT03MRk5yJzJxCwdioQsbTd5/EVPVyc0Sz+p6oW13DVFWlr2zAav/eBFjNx4OUZLzUpglSRcZYzcvOQq0aMuQXaB8co6onw1htSCfjp3KJjFUPxm4EWG3ZsqloYDU5JRsj+6kO4GA0+W3vaZAYdMP7dkbD+vWMbVZLPiMtoOtXut/jH8l5Dk4ysjBLNskWqGrAau1qmrfO52+mIKBPC8jzzQ+sklAAuWYEVu1trXD0Ugx6tdUcVCTUN6pS/biOR4DVl6rvluyLQhlWn+2qZb+QczF4d7iv2dtfSA/Sln8euYGA3txT2IVylb/fztsdP++/gz56YqxKl2jJURUsINTvLXNiVWjFitGRzMfcOU7IV8ypxYMHsRjSq4OaCEG3jbPvFj9coR9Y3XnkCt4Y3gMKJVBUXIYSBejnUgXwJD0Dnl7VkPooCSlJD7Htj9/QqHEz9OjjjzqNW2PW3BlYv+p7c1ZDsixD9SaHV5EDqhgWF2BvZwWZsxUcrfOw48BpyPOUsFfmo5XTVVSzyYSNdSmynqYjO/Mx3Gq1QJMh3yNLWROFhK3KApMRp4IwNmCE2UIBREXdwGvDejMweBmzsTvkZDhG9u/EAuMsO5FuFWTA4ftJuVi3zbD+1eq1QO1u72Fgv950vayK5EZCAbw+boxo/Y3x4dNnw4w+vEqKbpKdxUAGU3Se+vqkCo2xeuZsGKaNG6xuQxWlSfV3/4kwvMoeTEWdRMV+5tRXFzjVNQUfsCq2LaT6yPlwBtjTsFUZpioFUjl/VTqSrd2/fMoQvSyXsAXOfzkbdYsLUFBUhE0Xr+CjbUepf7q6utEDq7Li7sPduxmNsXr2QDDGjx9PY6w+TCAxVqMxYdrcCmOs7jp4hYKfHTp0QJ06dfDkyRO6lf/u3bt0O39qaioIW7VBgwZYHji93DjFzW9jY8Obl4Cqbdq04c0vZD2pWBqfPJtqzgi7XEWAVSGD8N4XREKlSRUU96xjrPauSRmrsSnJ6CURWHVxJicY8teIC6zqi6uq5qvqibG6TzKw+hAj+3XQapAf/z4NX28ZgreHYviIgRZwVZq7mpxa1690v1sWkSab2CQBVRlYvXznMVo08IRPw2om2UA389OcIhpjtajEYMhwSWXeeZiBe4mZ6ObDHORBLqG+UZXqxzUGsV97W/Mulo+nzShnv0OXHqJ761po4/1sdyNEx6fj0q3HGNrdtAd1C7AqqQu9MImF+r1lTnxhmlpyRXSBVSFfkVyAgQwPYmMxuHd7TXxVTkiAj/QAqxH/TMGuo5fxxoiXoFAQ4JEAHtrzZtwTJlQPucLDr+KLRbMwwH80xk1dgDnz3sMvP/2fOashWZahei/fHIrm7frCGlawsQHcnazg5VKKg4eO0Bix1dys4e7uAgdrJfJynsLH9jwKn9yBXJ6OGq1GoG6fT5GZb42SUnLaOg1rShmr5gRWb9y4gaKiIhQW5uJRahqycnNQXFQMRVkZFHT7vhI21tZwcLBHdU8PNG/WEtH3M3A/tcyg/lbVOkBZpzceZ8hRWFSstcNQLGAm5jmHr8EISGns4VVSdJPsLAYymKLzswBWp44ljFWWeawJmkp/O3jyArPNX3MeVbmaGsNYFdsWUse56AcPMXmI9lrfUFt2fGXqcx9nzOlrFSnr7u5geCTcRlF6Gi4/TILb4DHoPHgEBUodHJ0omHrm46l46buNsLK2xsUjf+K11ybi2tUrNBTA5fAbeG3avAoDVnceuEzZpFxg9f79+4iJiaGsVRIn1RCwys1PgFW+vKYAq1KxNL62tKnujLBLBFh1rLyHV5nkhIJIqDTpguKeNbDatyYUT6QDqzk5ucjPz6Nxd/guDzdnoxmrMpaxKhlYffAQI4d0wOm7zJsrb1kWQkND4e3jR99ikYsbd8W7VjHqVbM13ICRpzB0/QN1muYBY/Cjv0xao/+HUwtNmGQRabnMYwFHe03cISkSC4vNy/gUU7axunLZPHShFpMhprhKkaZTM20AWKhvVLX6VbSRde1Hyjt+LcVsxRaVaAAAlVAHO/75YVBnDfPYWAUswKqxlqva+YT6vWVOrNrtq9LeHHOckK+Y01IPYmOQnJJIz00gz/c5ubnqMxSUjkMRduNqueJ6tXgCvz798ObIXpSpml9YhuIyK5QqlCDDaSkbsDXy2iXcib6O3zf/jPfnf46OPQagzMYNH308/bkDHobqTSpMgAQHezt4ydzh06IlihWO2Hk2FV6Opajh6YK0nGLk5JagdjVHOJY+hnvGQaC0GO4tBiGtwBby7FyUEvou5zInsFpcXIQ8AqYW8+8e1CrYyh4pjzKx+7xh/UsLi9Csz+uo1agNrKytqA24FzntmzDYxJz6bYwPMyClcQdBiQXzzNl3iCxTdK5oYPVG1E14uTpAScB2ZRnKyspQqlDQ78oyAvqX4fDp82Y1yRC/Xqheo7YoZrNUHzEfsJqAVe8fxzFOzZk1fhZWvf8Avdb3RzeQNOFoFDgKo2tzP5vVXJVCWHFOFq59PRfNq3kiIzcP2yOi8O76v2lcVWcXVxqSMfvhA1z6ah5eCvqT9v9tG7+lB1mRlztknCgoUmLCtIqLsRodfRcbtx5AYWEhLVN1kbK54SUH9G6HV17uDXeZJxwc2FOLAfDl181LZAYM6YJeL3Utl1+oocwCrNZwRthFC7AqZGtN4wulfB7AaloeYpKS0bttE6TKRUzO5NDQsjKUlCroAwMdnHXqZVNWogZWuW+wmThAnJMHWbaqVn72y76jF9DSR3wogOjoG5g8sh+jSRGQRbcEZCEyHhjZnYnHorq+/DsLIaGR+Hh8E7RsUD5kA01HQNV1QOAGMrhaLmMsoOtXUv3MmDIteSwWqAoWsPSNqtBKFadju0ZsKID2poO0FaelRbK5LWDp9+a26Isrryr4ys2oaLw5sjeKSwFnh/ILmBuJpVjy4TTIn6bj1dFvor//GBQWK5FdqMRnn7yPX1Y/X8ZqcZE4YNLKyhq5+UrsOnUPpU7ecLJzRIE8DiUKBerWqglrRS6KU6/AtTQJshq10bHvqxRw0AUlibeqgUkHB5Odl4JkJSUUHDN0kdtP0nLwz/FbovTvNnAUjadoZ2fHUG05l7WVNd0SzI21qK9sY3z49JkwPE5NQlJqqmT7UGDV0wuOjk6S85qSwRSd1cCqGfyBrw4F+XkIv3YN0ycOp4xy8r6DrsVpYiXeW/w/LJn7frmsJJTmV6vWY9zIV2FrK669uULE+rlUH4mOfojJIzWM1fm/ZQGFcjYMAEPW2bJIc58yVnnHmQSsmh6ORl8S0FRf63PTiElvihc937wXv5qHptalKLa1x9+nTsHv0xVo2Lq9mn1KxrLQD15H5uNUDNiwE45OTiAHnHFf7JAxgTBbnZ1d6Bhh7qu0tBTEnwsL8ikOpe/Sp4eU/I5OznQMJICy2MscGAdlrF7MQC2ZhbEqyu6VjbE6gDBWjQBWKTiqJAM0J9I9xwJF+XnlgFXVjn/VWwX+w6sYIQR63X/0InwkAKs3r93A5An98NslQC7PgrxQDrkcNBTA5H7awOr8DVnw8wUCg0Lx8bT28Gmsy0KVY9fXp4B3R2EM74BLBtjjOEq19cI7X6rSMQNvwwAZNoUwTNfBM97GfF8ibxceDiefGdD2lf2e2LTUFy9y5FepE6aoTmRJZLHAC2ABS994ARrRhCq0beSOdSTGqgVYNcGKVS+rpd9XvTZ7XhpXBV+5fv0mXhveGwXFSuQVKpFXBHpQE2Wt0sCiQGpKImrUqgMlbCmLlQCrJP2XS2dg03MGVsUAk4TVl55ZjL/2X0SRa3vkl7mirEgOB+sSOJUkAqV5KCtTwL0sGW196qJ1+84gi3JysrQ1iSGgc0kBJs3he2StlZKagz/2honTv0NnODu7mgUcMcaHxYLdfLYRC+aZw65cGfl5uVAoFBTklnoRAMrJyblCgCiiC9Hr/PlzGPhSJzRrRFacVhSIVyqtEHL0FP49dZ4CqzWqe6pVJwf7nL8Ujm37jmDSmFEMQ1ki8CvWz6X6yE0uiQrA/A0J8PVppI6xGhp6GntWsSQrAARY5R9n2PW6ev2uqj73d32ftVt5xdaz5Zp94Vt9pLrCc0v/8OQhhC6ZjdRiBVJLS+HatAX6jX0TMidnFD+4A0X6E6Rdu4S0rAzIuvXFoC9WUp+ws7PXerFDwFfS7ja2tqJevEitMBnLiD8rFKVaDFVdOUQPG2sbqgf35Zak/Da2el+O6dPbHMCqtQVYleYWlQ1Y7d+vJsoIsJqYgt7tGotmrArVOleehezcfBQWFiMvv5DG6DHm8mklnrF67uoNzJ3QD1mEdFtIgFVm63/kHTkmD2mEH/cyGvj5ZCHosByRFyPpdwLA7vxhhLZ6jyPxwQZg0ef8wOelzb/izzpj8NMrMgYk3eeJTTRtAla9dxxHewzCv9MaMfd+BgI39kf9f/fgnUed6O/J/+7BcvRn8r/Al65fmdvPXmDTWar2glvA0jde8AYWqF7bhu5Yd8ACrP7XvMDS7/9rLW58fauCr0RGROHoqVMoLilBcXEJioqL6eeSklKUlGqHVyELYt1r05rny1gV0zo3H+Th18NxsFIoYKsohI2yAFbKQtgqFfB0s4V3PTd413VH7ZruFGggjC3CmCSAGR9jVUyZ5kzzPPU3xofFgN367CMWzDOnfYkswoQjNFBDLDq9OltbUwBeDAPYWL3j4+KQkpyIxORULSawi7MT2jZviks3YwAFGzOPLUR1z6d1a7h5yLS2VBurB18+qT5y8+oNTA7QAKfz1yfA17cR4lOB+NQsxN8JxamgkeqiOgZMBf84w67XOUoNnknIT+T3cDT8ehTG1NL3WbsmDWu6YPb3h9U/rlngj4dP8sxppgqVRfy2uKiQhngsKS6m4xYzljlScJLsTCY+Tv4RUJPcqyhWaoVWtIKFmwPjoMDqBQtjVXRTVTpg1a8Wyp7kmh1YJfFbyEMWCZ5uymVjYw17ezvY8rz11ZV77twZTHltJIIOJ1CmKr0K5fCWyTB3QiN1cgK8EkYrHYTj4xEYHCkRWOUOtESsoYGXcw8qsNYbF786BUwng7Yp1qn8eaVOmJW/RhYNLRYwjwUsfcM8dqyqUizAalVtOdP0tvR70+z3X8pt8ZXK0doEECZbTwsLC3gZiWTLP9kqTYBUO3t72BjBdKrImj5P/S0+XJEtK142AcRUPqzQeeFBgDPC7lOUKcB3j7wkIAxsKVuixWuGcviDEDhFSFRT/DXA6rz11+Ht0wHx8Uz4P/mdUIRwgFW/1wwBqyoAlauxdGCV5FaBq1UNVCW68zE5yUsKNeOefWmgCuSoeoFRGV4cSfG1ik4r5Ltiyreu4YKwsHTUlDlYDq8SY7DKCqzeT0hBnw7mY6zSTkriX6j2/4sxDl8aSue2FvXWlwKrASMRL2firRC2Kjm0KvQO8MXkRiBxVeVy5nfyl1wBJBzA+kjsXKPDWNUCS3UVMxJYrSXHLgKojmiM0/v0s2GNNVVlzKfrV+b2s8pYZ4tOFguIsYClb4ix0oubxgKsvrhta6hmln7/32x3Y2pt8RVjrGb+PGQ9Q7Z4E+CJf5nCbDutaNahsTV7nvpbfNjYVjNvPhVwVqZQlIvHS0Ay1QE+urF6VeCavnjB5tBSqo+QtX6APyFRaWKrymoTxiqzxo+PDIVMJgMcgeDAkQiY8myAVRW4WpWYquZoP4sMjQXMgXEQYPVCWDpqeFiAVVG+VRmBVeWTXNxJSEG/Do3xWOThVaIq+4wTnT13BsHbQ8qV6uc/D6vmMoGss7JAgVeCqzL/IimwumvNW+XyJZGt+1ca0y3+9XXu6oYC8GdDAdRHAv7vveOIH8WECdCVQb7/80iG+DodX/gwAMRkun71IvjZM3ZrS3EvqAUsfeMFbViR1SLA6s8H7qCvJcaqSIu9GMks/f7FaMdnUQuLrzwLK1vKqEgLWHy4Iq37YsiW6iNkre/n50dJUkHBkfD29gUcPRCfmkAX9pRAlRqPwHl+8PaWYcr78/Arb8gRsl4PRyO65Z9rS+7v+j6/GLa31MK8FjAHxqFirFqAVZFtYwFWRRrKjMlW73xITwic+iMJEaCKEcAUEOAjp6EA+IBVcp8Co3ueqrVpwQKmZPs/AVBVh1e9qx6YmUEYPYCjF0k+L2juMYdW+f8s1/7NjHWtbKKkTpiVTX+LPhYLVJQFLH2joixbNeRagNWq0U7m1tLS781t0RdXnsVXXty2/a/UzOLD/5WWNr6eUn2EAqs9/GiB8XLmEGpvH1+6Q1Uuj2dA1fcZUJVcU+ZZgFXjW8eSU4oFzAKs1nRB2PkM1PCwt4QCEGN8C7AqxkrmTfP1phsIDuyHkMPXOYLlzCAMIIgwVjeVZ6wap4W+N2CMNEMsWOPKq9y5xEyY4fezK3clKql2nZq7l9OsMtjyWen1NK8EXq524luHOaD4uV26drH0DWlN8az8SppW4lPr6m8BVsXb7kVK+bz6fVUbL41p8xdtjBDjK8bYyZLHYoFnZQGLDz8rS1fdcqT6CAFWfX0ZYJVchC8VuJ7Z/k+A1XlT/OBdW3Mw9LzF+oDVqmszi+aV0wLmAFatapJQABmo7m5nAVbFNHOlA1b71wKe5OJ2fAr8SCgAcrLTC3Z9uPoG5KkMU1VeyDJW1X/pr9j96wdmqnUCVr7LbC0YW5srUo6dX+3CL4kMg1X7npmKroRidP1K9/vle5mo52mLJvU0k6A5qpGVV4q6Xo7IK9I+ldYcsomMipYvpOeDZDmSM0vRrYWnOmlF2VJIF+79yqpXZWwvS98Q71nP0q8qwlf49G/TwB3rSCiADnXFG8KSsspb4Hn1eymGq4g+wC2/IuS/iGOEkK9IaVNLWosFnocFLD78PKxetcqU6iNnzp6Bt48GWKWreLmchgWY95ovZBxQldwLDJyHzWv/r2oZxaJtlbSAWbC0Gq40xmp1NwuwKsoJKiWwmvZiA6uiGsaSqEIsIDRhhkWnwb9bPaRnF5u1/LyCUtTxckR2QcUAqxUtX8gYTvY2OHsjFS+1qaFOWlG2FNKFe7+y6lUZ28vSN8R71rP0q4rwFT7929R3x7qDFmBVvBe8GCmfV7+XYr2K6APc8itC/os4Rgj5ipQ2taS1WOB5WMDiw8/D6lWrTKk+cubMGXh7awOrhmocuGweNv9sAVarlldUTW3NAaxaVXdFmAVYFe8AlQ1Y9RtQC1YvOGNVfOtYUprbAkIT5unIRxjVuzGemBlYzWWB1ZwKAlYrWr5QO7g62uDI5Yfo51tHnbSibCmkC/e+sXo9Tk3DiePnKaN8zKvDUKu2BjCWUr6+tFLaKyEpE2cvx+ON0R3NUTSVwWcXS98Qb15j/UpVQrdmMlyO0Y6vbQ5fESuXT38hYPXGjYf0VFv1VUg+6dSB/sb5lZOmb9++4g1sSfnMLCC13x86V77N6S9k1w0JZ6T6S3yDfte+t/GHKZLrJmW8lCwcQEXIN3WMkFKPZ6W/kK9I0dmS1mKB52EBiw8/D6tXrTKl+ggBVvkOqjZUawuwWrV8oqpqaw5gFYSxej4d1SyMVXFuUPmA1doUWL0Vn4z+NBSAGOZgPFa+ozq4idTbC+9+M1ri9nYiIxyNJOcTZ2dLqsphAV2/0v1+4moiJgxojlRRfie+ThWx8OGWXtHyhWrq4WyLfWdjMbBLA3XSirKlkC7c+8bq9dfve/DKsP6ws7fD1i3/YOacqVKKFUwrpb3+2hGB+FQ5pk3shtrVXQRli0nAZxdL3xBjOSaNsX4lvgRNSim+IlY+n/5t6ruxjNV6vGJu3EjA5JEdoIrOwwBmQOSdBETeicQX00eq7xEB3PuBywKx+edVYtWzpHuGFpDa7w+dzQRSQwFHGWQywNvbG76+HcAEz8mi/yUx5uKJb0RGIjIyHpHxcshJivh4/PPnfMm1q4g+UNHzp7nHiGsXz2Lblp+p2hOnzkTnHn3UVRBrHz4Z+uQaM0fobdjIUxiyJlZ9u8XosVg91FzhlrjP7uRzHHpv6o/u0H2m596T7IICGUxdP+iuYQDz2kiovqbqLySfc1+SL+i2relrNKHxTn9NKtJ/VKWa0g7lfQg9BuHIO95m8F1T9OLWjbtOr7w+bryPSOgHlqT6LaA1RlQEniPHzi934pdEooKx8vl8Wc6Zf6Q0sKH+ZZqu0rA0PTrXcLEAq1Kas7IBq/0HMMBqNAusPhEFcOk4ZeQpDF4DfE0frsRe5pg4xJZlSfe8LKDrV7rfD1+Mw5v+bfBILgbQF1+L3IIS1PF0RE6hQnwmCSkrWr6QKl4utvjnxG3492isTqrPlge3rsSwtz6C1L9COvDdl6IXN//ajb/ijdfG42bkPUReDIWsti9GjukJVxdnY9Qol0dsexUWlWDlhjM0f2FBLr5eNNIs5fPZxZi+0bWJm1H6XHmQo86nzxbmkE0K4ZNvqmwpfqVbFqm7mPJVNhJrHyly+fRvzQKr/TrwA6vX7yUgwK8DBVLJpQJOyefQi5EInDeSucdlrbKfCbC6xQKsGtVXKjqT1H5/8EwGZIiEr48vPZAjMhU0ZjyJIxcfH09jyxGwNf5OPAO8kjTx8Qi5KIc8Mh47dn8kuUpix0vJgtkMFSFfyhghz1XgRkwRou49wqzxTXmrsfKrhWowlYChH32+QnAM1RXEJ0OfXGPmCF7FjXoel9KS+p7dn+UzvallmZpfir340j6j8iX7gvmBVaHxTr8lqwKwygWeGUBmY71BOGoQXBXT9mLSCPmgOWQIlWHovvjyjfcRU/Sz5KUWSI3E7CUP4GcSyU2grSNPYXZKR6whL/e4n0U3gXhfEifSgDwTdZWGpfFrqySHV51LRzVXW8vhVWIatNIBqwMJsJqHqLhkDOwgdkt2HFa+HY5G/xvDslTJ9zj0/rUTEgN3YCN9KwG0GDOO6UgAkg/twtRdTwE0xde/Nsa5t4/jCGswTToih/29J5mcNKCRGNta0lQ+C+j6le73/Wfu4d2Rvkh6Wh5Yffml+rwVcnFxw4x5X6JX3yFwdfPgTSN14fbu6N7l5Pyy+5xegxqSr6v3sbAk8P1mSmtVd7PF74duYHjfFmoxhmxpSsmet9AAACAASURBVFlS8hqr19qNm+Dt7YsvpvfDqBlfInDeFAStD8Ebb42Hh8xdigom+cP2g9FAST6u3UiggMXMqYPQsZ0QA0FYPT67mNI3hEvUn0Jq35BaVkXIN9avpOpO0j8r/VvXc8W6g3fRz1cPsHo9ngJnqosCq+Qi273pX9WBjMxvzCWnAKw8NRJb1gUZU31Lngq2gNR+/+fRdEzpQRipMoRGEiAVmBfgjZDQSMTLmVAA3jIZ/HxlCAyOpNr7+cggc5QhODgUO3Z/LLlGhvrAtYtn8NfmtVTmpGmz0LkHE3JCnpGGbZtWYsaiZYLlPas+pjsnpmYqceyyAg8fM2ETXhtqj6b1+eeX4b1b4a9DF5h6Du2J/eduq+slVn8+GfrkGjNHlDe0HDsDTwDvq57NdVNwnrHhhfe0nuHD0WiMJzbuYpiu3Od3gPts3hRDLmSyz/+qtUAnJHym+0yfybNOUKURWzapD9+aQncNIuhyOgkM5TdsI/QEjiQ1wZZAGba/HQ76/cJTaq83U3ZgKXEZ9fqFT39iF771j9Q6CKWX4Atqfbl2MdXGjH5C453+WqjWlQPQnfqffv/UXl+S9OTiW08ycpg2BFokPsU9VgFtfxeyrUo+dx3M95t+HbTXz9x1L/T4h9T1cdXxceN9REw7WdIYtEBqBGZ/lok3f1X1G25qMWOhiH5Eyjggw5p3GuPSpl9wrvO7+KgjGZ/C0SCQr1y+eUu3r+n2N8NjhP45TKcsE3WVhqXxt4ySMFbPpVmAVbFd90UEVumkdpk8aHSEZomoOykS4JXbgcoP+todztDDoVhrW9I9bwsITZh7Tt3G7LFdkJBeUk7VmHs38cn74+Hr64vQi6E4FpaC6+Fh+GbJO3TROPbtuRgybAJvFXMLilnGapkoEzxNf4zvFjLbzz9ZsQVe1WsZzGdIfuydG9i+kVlcvvbeYjT1aQ++30QppidRHZktNoZcw6j+rdQp9Nny4NYVGPbWwnKSpP4uRl8peqnkZWdlYv/pK1g1dySuX7+OwKAQzHs/AP26d8CoqV/Cu0cAUChD2zbV0KGpjRg1yqUR6w9Ll+/Bp3OHYcXGfUiKfwovT1csXzrJqDK5mfjsYkzf6NpEHIP3yoN8vToL2cLUMoTkE8WkliHFrwqLy3AmOg+PHyThzTFM/xBTnspmfPr/sC0NRUorvDbAHU1r26ttK1Yun/7CwGokJo/sJ873ithN4RRgzYLfa/N0gFX2AZnnhSWzKAUHZBFXpOmpuKADF2gxIDniJAZztzhzXt5K08c8oIG0MpnUUvv9n/ueYNXcRvhyw3UKpBLwnAFW4yl7lSCt3t4y+PkAgcEEiJfTsAFBU7wx5f1Q7DhUfuwX0ttQH1751QIdJuf3VNyZAzvx5x8bsWH7USHxEDNGCArRSSBmjPjf1idMrkIg/k4w85mEWIAM3387Xkvi8N4t8dehS/S3SUO7Y/+5u+r7YvXnk6FPrjFzRDkbkUXheuATrWdxTSryjP17XZbwQPrSXk/2uV1nfKD9DPiafWYvl29NJjteGALitPuYsWVrtOcB2tTAsFRv4QIGTN4hs8liH3Thb8hGceoxh5FBv3eKw+zPrqIxkVFHH1BhTv1F1FeEL2gADtV6qzIDq8dxRDV/afkn167avs5fP7bNKOnHlHmALy8zpyWM1PiSYRsz/iaUhtRK+vq46vi40JwowtstSUywgOrFhGoMVImSNhbyAZ/a/ZG8dNIi0gXK8ZqeuUq7Ovp8WXe80jdG8Izr6jmsvOFIvY3V1RzAKihjNQ2eLlWIserZYyzc2vnD0b0arKysYG0FlCkBpZL8VWr9U5ZxvpPPUIL8Rn8vU6K0VIGS0hIUpcaiLCYUVg+ZN9z6rsoIrFobwVj9gfPGlbBQv1GBphEn8bJ64eOF6fTBh5lsNtQfhGNqFmocfng7HN6cN+baMpkHnY/Nd36MCcOOJauxFhCaMHccu4m5E7ojjgdYpQ+7nesiwD8AIYdDcORaCvMA3Ksu/Hr44dad+/j94BVe1cjCp66XI7ILxAGr965fwa6NqzDmvflo0aGrYHWF5H83iwHjPln7l1oW32+CBelJUFdmi/W7LmPcy23VKYRsaWxZUvJJ1SsnKxMH9l3Bqi+YLfc//rYXoaGhFEyfNyUAkfFAYGAgvP0CkZoShfEDGqBN85pSVKJphdqLpLkaFYdzF+5h3ntDcPfBE/zfryF0Af7hjFfRslldyWVyM/DZxdS+YaxCYmxhrGyxtpYqX4xfZecqcfW+AndjyiAvjMf0EQ3g5eFEi+reVBiQvhTLgNF89kl+UoatR9IpG7RXywL07lCTyhYrl0//VvVcsd4AYzXyUiQmT9AGVrOyshAcHExjaRKmYkBAAB0fAQ/IC7MYwChVjnmBgQjWYqyS+ZawYjhzNa0tOzcnquZqqS1jQvqIk5j1qBPWkgUu97M+kfTZAppnDROKJgtq7ecPk4RJyiy136/bcQ9T/GWITwXDWC0EAnrIICcM1ouRtM19e/hCJo9HcGgkfekY4MfcDw4Kxd8HjQNW9c2fxOePRzBz8aCOdUH6TUF+LpYueAsffrIKdes3ErSH2DEoJSkBB3f9TnemvDr2Tbi5648TKmaMeJxeiEu3HuP86buQy+OxcNaraNpEM7b/8uM3VPd35y7B/329AJ26M3FVwy+dxYdLGQBZaIwTkqFPrjFzRDlDp0Zg1nrgU97FKt8zt+oZ3Bz3zCGD1EhHDu+awtT+qy+/OerwLPQX7GKAoC9oWLNEGrPe4upuqo0ZHYXGO/01IeXHoQ9dWxpqF33rS6H68fiaCLNqkvDZh9ElfqTKlkI6qOZljdTy7aDSk0+WIYWrjo8b7yOSGsyS2KAFWF9s0AXBdP4wdizULYSRCxbPISDulJROOPaqHD+EN8bHomJ/i/Flc+hruq7mAFaZUABVDFj1fncTZr7SBS521iBAp7WVFaysQT8zQKsVbJgbYP4HUHiGgq7kD/NXoSxDqQIoLFXgbmoONmzfB+szmocvPh+ubMCq38DasEnLQ9SDZAz0FR8K4Idp4fD+Vme7EXkACvFE8Jdsp9RJk3xwF6bs8sQ3m9mJUut+HHhlWobCKm0BXb/S/b7t8HXMGdsNMan8DLuA3k0peBASEoKQc7GICr+Ild/OoovH4ZNmYODQsbz2KShSoI6XI+R55ZmwfBmCv2Hi0E1ZslKUvYXkBy15m8qZ982vanl8vxkq7Oe/y4cimDmBCVlQz8sRm/ZdxUT/DmoR+mwZunM1/MbOKVeU1N9VAsylV15uFnaEnMGW7yardSOMVbLFVSYjB7T4UpCIbMkPDg6CzGcKPMoKMP+9buXqYkgnkliovUiadb+dRsAQX9SpzYSXWPz9dhRmlaBpXWfMmTlG0C+k2sWYvuHXtpqgHnwJQm9mqH/WZwtzyNZna1Nli/H3oAM5zJb4QjnkqfFAIQNCBX3zpiSb6dqHyiUX2WIfTwBNIluaXD79BYHVi5Hw6+GNkO0hmPL+FHh4eCAhIYGOfXAEjbnp6+eHoGWBlHVHdCL9xLdHAAKDghC8nhsKgJlfyRbIuLoDsXYYC1ARQDPFE413PeDM5yStZmvisXdJSB5NfrINVjPHM+lajOkiQoZOM5CF/34Z1r7bGJd++QVnu5DFqBw7vwhHgy91t4eR308AM/Rvcdans/cYT2zgbG9eOyxTUz92yzNjD7H11q7Ht7+eLudfn76tn2kstd8H7UyErywevr7ekMlIXFU5jaNKxknCWCVsywB/GfwKQyCXMbFWSQxWeY8pCHo/BMEHyo/9poyXq5d9Ct+uvWidI6+cx5zF3+LCyQPYvnUDfgzeL6qviRmPiaAdW9dh7YolVObkGQsxddYivfLFjBGqzAVFpdj09wkkJ2Ri2dLX1DK3rF1OP5NyIi6fw87f19PvY998Hx27acIFGdJfSIY+uXz6C/lKeWMYeo7Wvcf9bo575pBBasSR80jfmsLU9YK+/Oaow7PQX0w3k+ILKnmGfEJMmeXTSPdhri5x6CNyvWh4fclXPx1fqy21fjz2JXPap5l4i1dnKTY25Idi9aw6Pm68j4i1hSWdOAuQ56wdiA9gXwzoxWgk+KcWLsRoQZ73llxoymJBYjQT48vGjt2c8s2gqzQsjb/uZTVccLGqAastP96D2X2b4nzMI9x9lEmBUrCAqZIwUpXMP/Vv9HuZ+nfd+y3q1UDH5vWwbOdlKPbMNugllQ5YHVQHNmm5DLBKYqzmiDlEKA4/TGWB1To6TnmlMY6915gyUF7+KRPTCfiqTiPHzs/ZxVEdXRnk3g6c6j5Os+gT098saSq1BXT9Svf7nwcjMHNMV8Q+yuOtx1i/lhRYJQwtEm+QHNhBFo1+QwIwdfZncHHjj49GtgMTYDUzV9ifE2OicfrAVvR8eRyatukiyp5C8tcsm07lzF68QS2P7zdDhbVvIsPs7w9r8i/wx40HTFxFUrfgA+F4fZiG0i1kS1EVE5HIXHqtCf4Xe1ZpQFVV0YSVR5iqXFC1RbtpeFJSRgGzHxa/Uk5LQzqRxELtJc/Kx5p1p+FEMNXiHMDeDZnyPBRmpVFgd9k3M1C9uuFTlaXaxdS+IaKpeJMI2cJYuap8FSFfjL9n5xTjwo1kXLlyh7bZxzOHoXZNZnwY5Msf2uN45ONy1eXTPzUjD5t+OUNZop4ezhg5rDPatqgvWi6f/q3qsozVjvwxVkMvREIeGYrIO8zYR4DTUPKdAGqRkZTJ7Rfgh8BlQQhZH0x1I2xvCi57+yJ4gw6wSufsTohfJ8fEr5iwPZc27kLi8E6I/1Qzn1/a+AvOdmVBTq35+jjixmrmZ5Juaz3mO13U7oR6vueXUd6zSLolZHuYWm4cfvhco586x6MIzFoHfMrqrSvJkM5k+6jmmQT4Zgv7YlfnGUZsvXXLruvpVG6cTsks0NuNpPb7NdsfwVsmR3wh6F/v2t5063/IYRIKQA7vVBmC3g+FrIcfPOIDaWiArFQgcLscIZFTsClkhlnHSwKm7v5zI5U5+vX3KMj6+dw3MPqNGWrAVWgMETtG7PpjA9b98DkVN2rSu5i1kGGU8l1ixgghvcTeF6u/WHkkHZ/+Qr7CJ5/2xUtNEMzTV7h9lj6j7/Fk0+k+j3O/6zybaz3bc9MZkkHGGs14Ibrs1JN4mXdNoWcNItrg+vMbpafWeoYju8L0F1dR/b6gb71lqD3FlambyhgfZmQQXeLQh3e85ms/7vpSTP1UZfCsZUVVlc/fuXOkGB3EpCHKGLM+rjo+bryPiGooSyLRFmD8LH4Us1vYuLFQpzDy7PbpA/TnYEHMc5+XDj5kSEl9vix2/jE0h3HKNYOu0rA0/jqXVXfBxfNpkDnbVJ3Dq1otCMGcfk2x5extfFS6CDaluZraWdmAoa/aADZ2gDX5Zw/YOAA2jrCydQRsndjvDii1dcNnNzvi9QGdsGznJRTvrprA6vWYZLzc0URglU6EKqYLE+CeslrpQweHAUOAV7qo01lUUae+ygYTb8ougESPCJITZmbk4GZYHBS5ZWjRoybqNjZtu69kBf4DGXT9Svc7AQPnv9YT95M5fZBjl5Fdm1GWDgFK9l6JQdS1i1gy7w2a4oOFyzFwOD+TML9IQUMBiGGsTn6ZAVN/O3ZVdIsIyR/ZpxmVtfdsjFom329CBbZq5EYX7WsW+ON2guZk94Y1nPDz7svlgFU+W57atQb9x8yG1L+GdDOHXnnZGVix+l8EBQagg3cjwAHgA1UXf/gx1h8qpQfyNG3ohQ/efIlXNX06kcRC7fVXyBWk52RiZP/2yC8ohC1s4eTsgO+D/qaAVUefFpg3SzsGH58SUuxiTN/o1666kMvQ+6ej0vWmE7KFqWUIySeKSS1Dir8XFJUg9PQ93Lh/A4tmTaR20Fcen5349P95awRKrdIw+uUuqF/bS21bsXL59BcEVk+FIsDfFwF+TCiURo0a4bfffvt/9s4DPqoq++O/mUx6m9A7ARKalABSpEhERYoFG7pW3NW1rrC79rb+1bWvArqKursCdmxBpCjFUA09IE0gECAkISHJpE6f+X/ufTOTKW9m3kxmkiln1ixTbjn3e8998+5vzjuPR+8vXrSY3wmeCavzX11suZkVMGdWLubNX4z5LGJVVFi9Hj1XWITTLpaI0T/D7odSu+9qyyiveNgSveAgRHoSUdy1Ye+SQhnwtiEIs2dHYu1VlsvDrBG11ioehVV/bBbfFFtvqMm6FR+3+LKyiqvsOO1JVGW1fV33b39WgsLC/OaOLTct429Yblq2+PlcFOfl8sjlwnIlCo+ARzk//yqwZIX4OWlLjpf2FA7v24H357+EhR//gL07t+DrT4QfE2+8/V6MGO16U0gpx2Nr+/V1tViz/At8/cki3PXA45g+S1jPYg9fjhHO9cXs9jQWKcc4d3a6a1fMfm++4q4P4YcOdrNY4eHww4X1XBz2G1vPoijsz80vcj63d/xRpvmHkhqnAAz7dSq1b097Cn8FMUbEkzDrr51We5w3+2J7IpH9j1vPbtkHbn1BdL8VeGHVXx+WLqyK7y8dfJalwPHwg5rjj3tSeUv4nvPKGBC3MxD74/Dxcf99ROpcUTm3BBx8VLjxHv8hmj+kHgs9H8+cj0H83Aos+K4IYKkH3Pxg3mxzS4VVp3Xm8B3mSKaltvqmpYnPSlgKq4MfW46HJvfFxxsP4TEdu0yKCalyQM5EVSakKoAYQUyVxSRwQZX/xSYKoqpVWJUzsTUOj27viTsuG43Xv/kV6u9cL7uyRxeKEauKygYUWoTVSkkRq+F/kCo7VYUje86w0B4UH2F30i3EXU/OC/+BhdgInP3K+fWnK/fioRvG4lSleITP1aP6QZmphKpYhR92C3er5e91USIWSfjvys2iI2YbHxYBUuslFcDuLb9gwT8ewS33/w3TbrhVMj1v7TMb2cNqs9Vu5/ekdDiwZwqOnHEUnjumx+F/P+zCbXYRq95YSunLlzKBsKuishLvLlrDxVV2eatzpOqTf38UXbt1wXNvbOYC52P3XIwelkv1xWwVs4mV8zRfao0e/1j4LZ5/6FokJcU7NPvp15vw85qNSEyMxwfvSstVKJVLS9eGL3NlX9ab7/rbrrVeMNpvTX9vLfsHWiJWc91ErP7ySz7m3inkHrY+lnywBIu/XMxzTOfl5wn5NG+eg9zcWTztAYtsYZeKz180H0tEhNXeL1+PG7EXD6xQ4unue/BFt+uFvHp37QH/zBJ5JTy379m+DHvf02vnz0Q8au8GXPZ9BpbYnVAX8B9ahQ3wOJcqntp095kvNkptw/3q6JqRiDIPkarWmsFY92mV72D45FnA7/N5CgwWsTpvfjH++K/dHpezP8dL5wb/9/azyB42DpMunYmFrzyFEWOENAF7d2zFw0++LNq/r2vsrusuxsLFK5CaJqRpEXu05BghZrensbiz/60V9WDXNfzxqlS3drprV8x+b77S0mM11ScCwSZAPhxswuHffqB8pLFRhx37S3k6qGKVCh0UMbg490Kkpwq59ulBBIJNIBBamjEcI1YHP5aHhyZn4X/5B3DtqD7ookxjV/3DyG9OJeM3pWI5VPmNrCCzpQVg+msMy7gqYzevEm54laLQ4+XvtuGOy8fgja+3Qf39wx7nLRSF1djKBuw9fhZTR/RBJAqrqspSVJcctc1LrLIfjhUUAQmZKCxkd4fNR0LGEby+SLiTOz0CR8DZr5xff756H+6/fgxOV1pCb+y63rtrC557+HbkDMxEfmEhNu+pgfU9Jij8Yd6jmHG1+B3bm7QGdM1IQG2Twe1gKstL8bdbZvLPX/rwS/TOGiB54N7af/Lum3Hg0Ha8vPALDL1wHH7bVYCnHv4DMnsOwjtfrZLcj7uCHdPisPjHXbhlenOOVXcs1y9bgEtnz3Vpytf3pRjti13W9irOVeKdD1ZhzpxcsIyB1pyqTz3yOBdV2eMvLyzHmGE9cfuskVLMcCnjbr5qVA34esUOHDv8O9LTa/HM40/Y6m76tRAffbREyF8JIFGmwdtvPIfkJN9P0sS4+LM2Jg3O8Gv8mw/V2Oq5YxGItlknYu23tG1f/Mq5LzZ2Kf1bGUnl40u7YvYP6JaCD1b+DnfC6gaLsHrq3Ck+d+yYx9YGSwPAM2sqIYip7K7mLKqf5dW0HEaZsLrUSVh9wxJxemNXFb5+bj1+6dEXT/15BHrgJBw/E1LyvOcQNWpfhlnD2rArt3cDLl1Yg/u4IOv0mZjHlu3FA5bLw6wCLhNWn/61naUN10olK7/Fndv7cjG2h8PH7vpzttn+tZfx2Np3LufX8nOo5M+699arzNiE4/++gOfe5RGrxcDcp95BhyzxiFFv7Xn7frPWP3P8CN5763m88t6X/C22zlYVFPPnM8Zlwv64Y9+n1PZZnQWvPIkZs25B9qChHs325Rjh3NANlw3Dx98JP9Ledd0kfLNuP8Tes9ZzZ3/ZeeDzDbV8HV6U1YCLhrRHRlqCQ3fu2vXnO8LbPNLnRKCtCXg73rW1fdR/2xMIhI8wUXX7/lLMvcmyJ9IC+46cwuI1hbhy6ih0au/+x662J0AWRAqBQGhpho4p2L61AukJYZgK4L/5B3DD6L7omJ4miKhcTBX+WB5VvQnQGc38T280o6q6DnlrdrBbXGHs6CFI79QBPRPqsTT/N9x++Ri8uWwrNMs9Rz2GmrA6+bKuiItgYVVdcwZlxUX8Rjhs48kiHVkeOpUmE4UFSpuoets9N2LYqFF2a5ttqNahOcMlMOAG581mMA8FnjZ0zra534wKFrLyQq4i10gg+zG0/iZy2c+/4Z5rLkRJldYF5oRB4jktk1PSMPepV3DxpTPd3iW4UWPgqQDcCau3Ts8RnbzPVjPRwvvDW/tlpafw30WvYvWKL2yNTb/qD/jTfU+gazfvd032ZkG71Fh8tnoPZk9t3mx6YumtvUB97q9d585V4IX5n2POzbP4DXiefvRxdOvWHDL39Zr9GD6wK/pndvTLVHfz1aTWoqq6Fkajkf20hsxezZJNY5MaleerAKMR7FN2Q8OOHTsiOdn7HeadjRTj4u1kMljz6c13/QJsVykY7fvrV/6MpbXslyKsqoSUyvxhFU35TbTYG5ZLwvn7tt+lBHGVpc1wL6yycMINeKB0pEU8dTruc9FzF37nvfbDP/n3hsh3g325i/phmiX1DxdKRdtwnA0ulNpdrjzt4XvwKJhAK1we5iqgAs51bN/Jkmx2HIMg5Np9r0tqwx+Pcqzj77rX/74YTE1nEcnsXGbkzPsQw1JTAWCfTb4m1zFidbEK9/zDLoWAD6ZLXQNvvzAX3XoPwE13PsBbn//yExhpucnTnh1bMO8p8R+rpbZfdvYUWDqA/oOGebW+JceI6y4diiXfC8LqnddOwnfrf4PYe1YjnO1/+rV84QcONh3sB5ByduM8IS/yv1+Z42C7u3b9+Y7wCoUKEIE2JuDteNfG5lH3IUCgpT4iJqrWaoD0BGDjkVPIzy/EddeywA03D/7DsHBFJHsI5xU1dj84hwAkMiEsCARCWNV3TMGOrRVIS5CHT47VgZYcq//5ZT9mj8lG+7QUm6BqMAJaoxlag0VQNQn/skjVr5dvxFXTxkEeI8dXeZswfUYuuluE1VsvG4O3vtoMzYq/eZz8kBNWL++KuIrIi1g1GTSoP/4NjOrzyByYw3OOscsnC4uLkalU8ssp2f1Ays+Vw1VUZVMYeJHRt6OCN2FVyOfEN7H8SwGWDbBvvTiWDvyYvX1hfrvhEO6aOQKlNd5vMuXLyNjGh6UCqPMQsepLe85lg92+N9uUSQp8tW4frp8y2FbUHcufv3gbU//wV5cmfX3fm03scyl2Hf31eylNuS3T/6Jrfa7vPF8XDXB/SamUxn/9vVZKMVsZMS7+rI3xEu3e5sE+b77b0j68tc+g+NqHFL+ywnZum7GwvueJi7W+O/tb0q6Y/VKEVZYKoNbym5NVQC1kG4WCQrz9ePNnzHb7z59/9XknYdUnd/W5sPtoUp+bivgK/qx73eGPkZOb03xzKhUw59ViPLZEiGaWGRtxbulg7gPWiNW/PvMuOmZP8ounlDXMGn7gthl47b3PbT9w7tm+GV8teY/3ycTWkWPF+5favi/G+3KMYO3+551XePN3/+VJzP/n4xgxRrB1747NmPf0a6LveTtGlJ6vx7vvrONpa9opk3HDrLHIGdTba1/uvju9+YovfKgsEWgLAuTDbUE9vPpsiY+Ii6rCVQPsh63evdPx1/9bgj/eNUscitv9c+D3w+E1K2StPwSiVlgd8EgeHs7NwkcbCnHzuP5QpqRCbzRBZwD0JiFSlUWosudMVGViqyIG+OKbDZg5dQzW/rIH5ZW1+MMtM9Ejvh5L8vfj1svG4q2vNkH74989zkWoCau5l3fjEat7jpVg6sg+OF+v98eXQqKOWa+CqfY3oKkMqoazyBmXg/R0Ierx1Cl2x2QVcnNzsfjLPORkZnJxdfyYqZh+m1huzZN4fc5uZL5yA2Y75JpjrbHP1lqiWdvhPlsZoQ7GA2tK+mHpC0p8bn29rRoDbpyNO88uw1PbmLJwOTbwBNEqLHtuGRadFhCyMu/PrLFr3/qeffSms23s9QlcvHgUTru0xerZl7c8vzEDi74WfqHz3KfdWG02O4/T+dLMZndw9ivn1z9s/B23XDEM52oD63eNar0grKpZrGHgH57aH5ft/ZKTgmPNN6Lyx7rUxBjk/XIAV09uTl8QLJa+2CfFriNbv8WM66Tns7Xvf9V3n2HgBPEblnmy03m+xkqYI0/tbfdx/sS4ROPa8MWX7MtK8St/23auF4xjh5j9/bsm44NVv+OSEY4XtlvtWb/hF8y5+RowIZU97CNT8/ILMf8Jy2eWaFUhilWozYTVTz5cECgkou2UrPwGd3xtvUGO/fdgULsN+8b9Wfcy7xSP9wAAIABJREFUQyPKlgjXmxSrlMg/Avxt4SqkNf3M/YJFsbK/ebNUSEchz7H6/GLg5hdX+MUrGGvA3pBgtO/rMeKjhUL+13sefgq7t2/Glx//m7+++a4HMWrsJNH3rGNwZ/+Cj7bDID+P2TPGoWfX9rYhe+uLFfTnO8KvyaVKRKAVCXg73rWiKdRViBLw10eYqFqw76zD5f+1GkdR9f8+WI7CgkK8+IJrcImw/14H3O9un2+vAYjthcX278177mYtwHGP/OJHrleSPHuPh4jaEJ03MsuVQCC0NF2H5PCLWO3/9zw8fEkWPlq3F7PH9UdyUgoXTw1uRFUmsMbKgSWfr0FaajJyJ+Zgw+a9uOTySchMFITVW1jE6pcboVv5qEdfI2E1eEsxtfR7lnoOvTMz+R3GHR5aFfYVFiMvT8XvpswiV9mllOzfdxYuETHKXjwVPp429894bARQ8OGHWNKdCaBKYO96TPm+HZbyvG9CnZNcHLUeXC2vR57E/U/uRB/WRpe9uP/Jaty5+FKnS/OtAil735uw23zA5xvc7UzItT94u2vLMi6rSMrsXwC8zG1x7ZONddNoNm77LyDncbqfU29fmCu3HcdNU4agss59LlR/PKbBIqzWB0lYDXb73sacHC/Hiq2HMHN8lq2oO5arPn0DM257FL7+680Gsc+l2HVoy9ctElYHT7zRZ9Oc52t0VrLPbdhX2Hm80af6YlxobUhHKMWvPLU2JisZOyTOmS9rW2q7YvZLEVbZj4D+PoItrPprV7TXC9S6729YC3RRNkexlgNzFgO5A1XIP6LE/U9/jIyu/f3C7csa8KeDYLTf0mOEL+NoLfu9+Uqzza7nq8IP5uLplHwZq7SyYj/2O4sS7Md/53Neaa23bilXloCnH46kn6sHdBz83N16+bLVPk+2WHuXUiZwlkr34cD1SS2FFwF/fESqqMr2+Xlr8rFo/itITnJK41W2F/e/Dzztkred8XNcJ+J7YXvOzntuey3AcT46KxPw0BvNiQbffXQaztlyPbXm3Ln73mDBXdbjtUhglmjAWRDtFj3WuevP3+Obv/Uc7QiksJoaH0apALL/9j3mTsnGh2v34PoxWUhOSvcoqrLo1Ri5DCtXbsKMqWNhlsmxYs2vmHzpBGSnNHJh9Q+XjcHbn+dDt9rznaNDTVidPLUb4isbsOtoCaaxiNWGwEYOBnGpuTSdULMZsabjUHbJRHpnywmlVsWjeGpVViEVWPxlMRdXi4uLUVyuwmsL3kNSkrPQchKv37kbma86/5Ll/L79a6mfOZXb43SCxPt017/lgH+nNWKWve6Hl5dYTli9tiXVRrF+LOLySE+2OU6Ls185v/55ezGumzwQ1Q2BjSytb9LxHKv1GlNQXDDY7XszOiFWhjUFRzF1bKataLBYerPF/nMpdv22cZkvTbqUHTp5ts/1nedrZB/f86Tad7rnZJNPNohxobUhHaEUv5LemueSwVjbYvb372KJWB0pHrEaqPFQO6FFIGDr3tCIM/8dzQfHo1iLgfueWYyO3f0TU+0pBWMNBLv9SDxGePOVZqbSz8mCsxo8nVcGp8fgtyqVqbdzdbF9RAutZ4LQE0W4xOv+RKwfqeNqoY2W6tJ9ODD9USvhR8BXH1Gr9di2p8RrpKpVVJ37wJ9w4QiRPN1sHb0HPP2i2FWXznt7+z23dS8MwOueW3w+OqcL4ioXVVlC2DZ5SDkWeNI4WsFot8c6d31LGVPwjouB0NJ4xOqWCoSVsNrvb99h3pT++PCn3bhhXDbiE9JEL//naQF4SgBhEmoqq7Fl214oYhXIyRmMpHbtMSRdEFZvnjIGb32+AYafmu8qLTZ1oSmsNmLX0TOYNrJvwIXVFz/8xQXDs3++JGirMbbhADTndiBzYCbSlUqboMoOsCzvFbvpA7tjbl4++B2W735gLoaPsL9pldW0ExZh9UanVADO79u/lvqZXbkyFvGagaUvjkQPeGrLHpkb29gB3mtbUm1k/Ull4H46nf3K+XX+njO4anw2VE2BF1ZZKoCGIAqrwWzf2wKJU8iwflcRckf2tBUNFktvtth/Hqp2MaEg1OaL1oZ0z2pNvwqGr4jZT8Kq9PmPpJJtte59YRiMNWDffzDaj8RjhDdfaWbq7lzNeh5nl7rqVes5rVDHdrnqi0p8bn0tlrrq3r5sF4RlzzqlrrqyBq/b/dA/4MbR6PP1TtuNX3nkLC/DBEbWt8XWG9th0dfH+RCEMhmW4bDPBXuFtoos9ZpHK31fIWav0E/Jj19bUplkNQcmOCwSZ6bu2nIdz7S59+KxkWLn0M1j4+nAOFM/xlW2B/c/UYM7rQEVvAm7tjm7y3HJ9rUovtZii21/IMyzMBdO9exs8sRHOn+47C0jZa/py/HUrzn2t4MA1fNljlvapfTjnNDT+q0nMHfWcNuVqbW1rpf/N4uqd4uLqrY1Y78W7EciYT8uac/tnk7n9HicsybRbylEv+pL2eNby4xC8RPN4nLzMVvsmOb83cL0DeHhs1+JHuusg3Xft7fjm8PxcnwWpm077vSdZf0+8s3mQBzfdB2SLMKqLHxuXtV73rf466UD8OFPO3DthVlQxMgBM/8P1v8XXgvvWB8xMhnkcjl/aTKZYDKxm1wZ8cWWg7juktFY8Ok6mNc97dG9Q1FYTahsxM6jZzA9CMJqp/R4l5D3iiAfSBortkFdWYDMTHaXViFi1SqqqlTFXFxdnAfc/cwHyBwwyM18uT9R/fWDD3gqgEXsRHDPelzyfQY+cRFGrScsTieT9ieW7HnZelyysw9+YSdYrK0F1bjfuYxLjlf3wqr3tnwRVoUTyQ1jLWO1kfJ0Eu+I09mvnF9v2V+K7B4Z6N+jnV9fC+4qVddruZCm1Tuu4UB1Euz2vdl5tKQax0pqMHFYN1vRYLH0Zov956FqVyjOF60N6Z7Vmn4VDF8Rsz+7SzI+ZDlWKWJVuiNEQMm2Wve+oAvGGrDvPxjtR+IxwpuvNDMVNpir7SBPt4h7ns9X1+LEjdbzO6EN/nrUSdz3xE70ZW103YP7LCLeRQ5OxMqfxKQll+Iilx/hvZ1nrsXq8ZfbnfeCi5usfXt7mbh3+9ewnBM3d+7fvsLZXqvt7laGN7HafuzuxuPYBhvb5tFM6GTn1uuABxwDN3wZl8CmGtZ5Fkbh2B8vc3YU58yev4TLsMhB5BZ4u9pkz8qVjy92SvdhX45QLbOpZT21rLYv7FrWU8tqt6advvrIrt0nkJubyff2ygQgPSEd7Hay6fEAy6lqFVXnPeBJVBX48DWyvZ9lD2/PzH4tudkLsz27z/v3ls1LYGu7+95wJyq7HhPdHz/sv1taduwWP9Z5OnY1i+Xujrns/adg+Q4SOXbac/ZlLQRCS2PC6vYtFUiJCyNhtdtfvsHfLh2ATQdP4tDpcpjNgqrK/uViqvU5e59JrZZ/3Tl0326dMKhfT7zzyVooNj7n0e9DUlg934idv5/B9FGBj1hlMDqlCeIqC3mvqLPc4jiwRweX1s4VfoczxwuRm8tSAgiRqlZRdf6XKtzyp2cwfrqnS4pP4PU7diPzNeeIVcvJyx3Wk9h2uN9WxrmO/WtPzy1tTcjC9K3Vtj75wt8KDJgtImyK2sb6EGvLXd/WsTSP06XPsj247/Gd+J0TzsLLSy0n0W7ZOE6Fs1+J+VnBwYoge0NkNj/ugk4uAwsFlq1l1/laDTqkJ4TN5DpzobXh29S1ll/5ZpX00s72Z3dOxoerSViVTjAySrbVug+346U/sx1pxwgpviJwcne+KvWc1LkND+eMu1kAgBBpynKPCue/nvrx1LYvnzl6hOR9hai9NVj2zDK839N+Y+3scSJMfR67M0cR8dvpgjnJ47LN+1qs7jUan7xkuerN/tycnb//G3jmpT7Y9sw64EHnubLbM1iGz4XaUd75SLVTug/7s+L99ImWd9WiFqSya1EnAajcWnb66iPf/LgHOQNZGjQVlEolMpVKKLukY/5iO1H1Qe+iqhURF+6WWW/Ead1z1zhqAG73wt723AGYiKA1IeV7w5t+IHZM86Sf+KsJWY5VDsc6b327O76J2RcYmwOhpbFUANs3nwsvYbXj/V/hr5cPhtZogtZgQgxkkFkUT4u0ytRU9p/wx/7HRVfAZBFdTfxzIVWARm+EWQa8u3QNkre96HEJhJqwevHUbkgMsrDKgLADdGuJqtYJOF24CjvWrcGsaeyyfyFSVZqoGrSjWNQ17OsXZtQBogFHLQFaG1E79XzgJKxG5/zTuo/Oefdn1NJ9RcoG2RcR081mutRyhZaLiNf6wqqkfQUTQtkVZWKiozVabVk7S8CAF2HVbVtSxWvPG3f73n3bLwkiKL/kf5RzH+yzdcC1/bDheyawOouvnm0SBCd3fKTt66T7sD8rxLWOb+wC06c/rZCdzdR89ZEqVT2+/2YtkADkDMyxNKTi90zJy8vDPB9EVX/mLnLqSPne8CasigWgeT/W+ef/no511lnxZK9YGU/vOc60FJsDIaxqWY7VcBNWM+79kgurGqMZBqMZcpihN5sRK5fxaFWtyYQ4uYyLqkx4Zc9NMENnNEHB3zdDazRDIROEVpVGD5kZeG/paqTt+GdYCavs5lVMWN3+ewlmjOqDqjC+eZUY+BM7v8P6n/KQqVQhL7+YR6pO8BipGjmHzFAYibNfRaqfhQJrsiG8CNDaCK/5ImuJQCAI0LoPBMXoaEO6r5zAa5ZIxZucUkexq5AWd5+ND1jqqt3rkft9Bj61CGyOdezbcPO8dD1yd/VBPktdxdpiqateuxE3dXXu39NrT5/V4KtnlmHDODt7bX34MefMRlF7rW2x/oRITmduLArYgY/btli5tTgxW7CZiZG3FfQTYew0Nj+GI15FaJcJq4+PcvUDZs9nZ9vhRPeRgg84jMubTZ74SBuAdB+W1h6VijwC/viIRqPBmTMlyFv+A5Cg5GkBFs+f5xHOwZK6yIPXohG5+96Q8F3Av2fcHT/cfx+1yFxLf8KxTkrf7sqIvR8YmwOhcWjCUVhNu+cLLqyyCNTlu4vQqDPi9vH98d0u4fltF/XH97uL0KAz4LZx2cjbc5I/v3VsFn4oLEZVow53XJSNnw6cwbl6Da4Y2gsNOhM+WLIS6bteCS9h9YpuSKxssgirmahqMLTM70Ow9tHCX7D6my/Qvkt73PaQ5/kJQfPD2iThINPsV86vw3pwZDwRaAEBWhstgEdViUCYEqB1H6YT1wZmS/eVk3jtjp3IfG22iEDIPvvJkn+VXbpvLeNcx/61p+eWtmypq4T2fv1gEZ7kqatu4gKe42uVnX2e+gVQtgf3Pr5DSD/l1IfvU2A3doe27N+/Avn39hFpWsxOsbEL5TABWL2VXU7sgbH92JCFV5ZexvPK+vxwaIdxah6D8zxg9zqLAO5m3kVtksJHmtXSfVhae1Qq8giQj7TVnLr73nB3/Hc9zjscr23HNE/fRz6O1cOxTlLfbo+5rsc4l2Onj6ay4i3WOGSApj27edU5pCgQPjevSr3nczx06WDIzGZ88PMeGJsa8dC1F+P9n3bB2NSEh2ZNxPs/74FJ3YQHr5mIRWv38jIPzpqIRT/vRYNKhb/dkIsl+QdQXVWFW6aO44LsoiUrodz9algJqxdf0Q1J55uw/XAJZlyYiarGyBNW/VgbVCVABJz9ivwsQGCpmbAnQGsj7KeQBkAEfCZA695nZFFbIdp9pWTFMtxWkIVP/9l8V+modQY/B97WDKPdh/2ctqiqRj4SVdMd0YMNhMYRlsJqyt2f4/5LBqFea4TaYILMbILBBMTHCJf5s0v+4xQylnmV517tnBLHHaFOa0R6fAzPuapSG5Aaz7KzAqdrtTylwAdLfgxLYTX5fBMKDpdgJgmrEb3g22Jwzn5FftYWs0B9hiIBWhuhOCtkExEILoGgrXuvCfyDOy5qPfAECg6VYObo5oAH59eB77HtW2RC4K1fWW8k0w4PvCEWhdv2doa+BTX46qmv8N7ptmUYjT4c+r4RWhaSj4TWfJA1/hNo0Xc0u4wegDocI1aT/vQZ/pQ7CFWNelzZJwHqpiZ8dVyPOcPS+fNvT+hx2xDh+ZYKYHdRKRr1Rtw0Ogur9gupAG4dl411B4VUAJcN6c0jVj8MS2G1O5KrmlBw6Axmju5DEav+ryeqKULA2a/Iz8hNiIBAgNYGeQIRiD4CtO6jb879HTH5ir/kqF6oECAfDpWZCF07yEdCd27IMt8ItFjjkAHqdon85lXJ4ZQKIPGPn2HOxQNxvkGHi5QalFc3oqAhBbN6mfnzveoUTO8uPC+Pa4eV2w/BqG7CfVdPxH/WCakA5l6fi083CqkAbp56ERp0RnwUpsJqSrUa2w6expWj+6C6yeibF1FpIuCBgLNfkZ+RuxABgQCtDfIEIhB9BGjdR9+c+zti8hV/yVG9UCFAPhwqMxG6dpCPhO7ckGW+EQiExtHULkEQVmPM4ZNjNeGuT3H7xIE416DHWZUWcpkJcsgglwMKGSBnf5BBEQNkJMUhMyMeMpmMpwJQJsg55RqNEWlx7LkMJXVa6I2msBVWU1VqbD1wGleRsOrbCqLSXglwvxrTLNg7v/baABUgAhFKgNZGhE4sDYsIeCBA657cQyoB8hWppKhcqBIgHw7VmQkdu8hHQmcuyJKWEQiExtGQkYhdm8uRFE7CavycT3DLpEEor9Xi9gtS+CX/7+xT47GL2vPn/zmgxl/GCM/Xlppx6FQZTwVw/YVZ+Pk3IRXAH8ZlY8TRhwBDIzZkfoRqjQH/XbIiDHOsdkdajQZbDpzCiKweaNCYWuZVVJsI2BE4VlKKq8b0RY0lEpr8jNyDCAgEaG2QJxCB6CNA6z765tzfEZOv+EuO6oUKAfLhUJmJ0LWDfCR054Ys842Asy/7VlsoXZ+REH7CatydS3HTxEEoq9NhRmcdv+T/x8ok3D1Axp+vr07CrVnC85OyDGzYc5inArjnqon4eL2QCuDR2VMw+MCfUFNVisNjV6C0XhemwmoPpKvU2HLwFHIye/CUBvQgAoEicLy0DFdd2Bc1asGvyM8CRZbaCXcCtDbCfQbJfiLgOwFa974zi9Ya5CvROvORM27y4ciZy2CNhHwkWGSp3dYm4OzL/vRfpxSE1cRwiliNvWMpbpwwCKX1WhRX6SCDmacAiJHLwC7uZykBYgAoYuTokByD7I5JiJEBdVoTOiTFgN18VSYDhu29AapzJ3Bkys6wFVYnTesBpUqDTQdOIyezGxr1FLHqz0KgOuIEjp0txzWjM1GjFvyK/Iw8hQgIBGhtkCcQgegjQOs++ubc3xGTr/hLjuqFCgHy4VCZidC1g3wkdOeGLPONgLMv+1ZbKF2XHo/dm8uRIA+jHKuK25fgugmDUVqnxQPDU/kl/y9sb8Irl3Tgz1/f3YR/TBKef1dswpmycp4KYOaIfth06BRPBXDH+AEYuHkCVBXFOHrlaS7ShmMqACasZtRqsem3U8jp0x0NWhJW/VkI0VLns1XrRYd664xLRd9nv95cPboPVJYUE+Rn0eIp0TdOWhvRN+c0YiJA6558QCoB8hWppKhcpBCgPUCkzGTwxkE+Ejy21HLrEnD2ZX96r01jwmpZeAmrMbd9jOsnDkFJjRY39NTzS/4/O5uIvw+V8+fflCfhocFCKoB9hgzs+u0IjOpG3DJ9ApZtLOSpAO69NheDfuyFGlUNjt2gQi3PsfpD+OVYZcJqnRYb9zNhtSsadWZ//KB16xTtwzM/ltv67Dp+Ah4c3YhvFhSh0x3jcXHGOXyzoBwXzB2OQR4tY+WsdVpjCK3dX+DH9OnKDVg0b5ZLw1uO1Yl2xn+9GdMsrIaVnwUen58tMr8pRKFdbcHnU1rQXmv6vZ9mhlk1WhthNmE1J/DvpeUYyr8zrLbbH6Olfo+0xbjD/7ukLagFo8/IXfeW750BOXhpWmcLukD6XSDbCsbMBr7NyPWVwLNqUYsOe4RUTLXtC7yd90SfT7aIs4TKUbkHEN2jujtfdz7n8OajEqCHWZGo9BG/5sh1L5hz5RW4oZ9zY+7OY52Pb6F8jusXoDav5OzL/hikShWE1fhwiliV3/o/XDdhCE7V6nCiWscv85fLLGkAWEoA9lxmhiIGSIlXoFOKgr+nM5qQHCuHXAYYjCakJyh4GgGV1gi5GVjySXgKq+3qddi4rxhDe3dFkz7EhdWifXh2JXDrw8Mx0MFjz+GbhUXodLv9JtmbS/tTx1ubnj5v7f5aYqt43c9WCcLq5qPiQqpzraLSclw9pg9qtYJfhY2fBR5dC1oMtN8Eur0WDC2CqtLaCK/JPL9zG/Krk1HRrh8esP1IES5rI1zsDC+f8MfayF33go9VdACGTLeeVwXS7wLZlj8z1/p1ItdXWp+l2x5rTuC9T8oxxGUvIMXfpJQJobGGgSlRtwdwu0d1N1n2Phed/hd1PuL3upXqH+7KSa3vt4FRX9HZl/0BUpMah92bwkxYxXVvY/jI0YiPlUFvEIbNcqby/KpMVJVbn1vyrVpzr3LRVSgriLFCOZaWtLFJi+VfLEP6b+955Mjys/paQMazugbwIQM0WgMueSIfF0/rgXaNemzcW4yhmV3QZAhlYbUBmz7dD8wYj4vbOfM4h2/mW37payfyfHwy1m4TolyHs194stgzSznRz6yfF2Ifr5WKy9mv3rxfZsdWrD0v2MCiBx8Yw36NFNrDAGBfVRfMva0vOvD3LG0M6ILhvzcKUbUu9gdwfoPY1Gc/WoTV43Vw99y++6KSc7h6bB/UWiKhw8PPggjQr6bt/VnM78V81NW3BT9tbPZHB9/1yzCqZEeA1kY4uQM7hheh021dcODTRuTyY7XddwI/Rjuvu+Zjedfx2ei0rdxyLHe31py+E36v598VU6q24rPfAQzIwYvT7SIBbd8T1vdpDYeDR0Xuurf435VdcKAAmG07nxE7zxJfO/xcyK3f+3D+ZVsrYudY4eAlgo2R6yshNAfVJ/De0npMmWcffGF3Hs7Pe3Iw5GghKsZZ9gLH9+HZglTMvS0Z+bZ9hNMewO54fX7HNizYVg+gC2516CeEOISIKdG1B/C0R3XnT+72rkC0+Fl0+UhLFqbEvaCD1mCt0w8VS617RatuwfaDTt/ndnpIs7bh6LuO578tGU/k1XX2ZX9GWJMcKwirsjDKsYoLroKp7ySY41JhNhlhMppgNhptfyb23MRemwD+3CT8mc0A+xN5yHR1SKjcg/jyAo8cvUqkIgWCKayyHKsdGg3YsPckcjK7hvbNq9gv0auA2bdaN8H2qN1dTiGEzu9jJ0Xscjb2a+KPwK1z2UmXp8+AI2t+wob2E4RoJlaPnXi59C2E0g+xa6+CCViWCCiXNn5sFARa26Wn/iy7tqvzmSUVwGbLpf/stfXBI1mdUgIcO3sO13JhVSgVFn7Wdnjd9GzxU7tP+Y8D/Tz5qDe/j77LjYI9rbQ2gk04gO2z75LtyXhgWmd+nD+Qbb2cyv1lefbHchbtumAbLMdyb2utEPw7IasC7y09hk5s7bazbP7594awjgUbGrDpM8uPhzyljafvLlrDAfQIv5uK3HXfvBY6bbf6p6fLVp0/8+b33s+/3K0J+3MsvyeuDSpGrq+0AUwPXQrH53ohiMJ2mazjZbC8TFU/vi9gz5dhGB5wSCnm6bhsPecPrXGHojVRtQfwuEf15E/2aewcU9oJe8vIfkSVj7RoKp33gl0sWobIXtCmNfj2nS2ulTi273j+26IBRVxlZ1/2Z4DVyYowFFZ9GalXJdSXxuA99rS1hdXpPdDRIqwO79U5tCNWWU68VcBNPgur9htQXw4y7uoBKNpvl+c1xU0OJ7F8JuG9Gf505S88FcCWY7Xc8dlre2HV+r71vWOlFZg1tg/q9BZhdc9JhLyf+bakW6G0u7xfnvzLl89aYQhR0AWtjfCZ5MNrfsbB7KnCppsdy491tuSR9PQDXUu/Rzy1vc8hh3LOlcw2WsPh4FEhs+4DfrGR0yWqnzci95Zk5NtSLjlfVujuklYp77OZdi7ntCZmWtaEzymfQseLPl1lOX86ajl/WuV0/mR533b+VGY5f7L7YXp4zxA/Tw8Z3Myf9qGwQxbm3WK5eszed9h+YjVw0y2dcejzfQBPdyHFBxux6fOt+Ln9cLx0hfWKg5AZdMgZciyafNjmU26Cf5g/2s1Qjssxzd7/osfPospHWrRCpV7i7+93rn06RU8pKiilgLtpdPZlf6a7KkkQVuNkJshmTcr2eGrHLqEP9iMY0Z2BtNkrgjYQVjs1GbF+zwkM7dUZ6pBOBeApsXwwN8SWk37rja6q9+PZghRL9KpUodapjTCNWLVfC5/ZiarsfSFiVdgwWB/HSytw7di+NmE1PPwskCs+EG2RsBoIiq3ZBq2N1qTta19sPe2zpHix1mW//A+zXMXgLnokmMKq2A9uJKz6OrNtXT6y1r1rhN8ydGlOgcEjqqWsiUCcm1ln1tM5YFvPvm/9R5av+Db21ivdiE2fbUXFOLEfqthn+4BxllQXPGDD0/m8o9VC1FaK5Xuj9UYUbj1F1x5A6h7VfhY9+1w0+Fl0+UhLVnBL94JSv7Od9YrICxJrySx4quvsy/70cz4xhoRVX8CFprBqwvo9RVxYbbJEFvoyptYsy75kFh7rgof5L9COX07fLixCR56w/hwcnxfi3EXC5fmO9Vk5d58Bh3/6Cb+0a04F8Nz2VKHfon147ngXvMB+rWbPVzbiMpd+mW0N/JftA9l2bdjKtia14PV1cf80h8Y3Od3UqqiMpQJgwqrg+eHiZ8Ej5k/L9v7sWN+tj8K5jvOasK4Vf+yhOlII0NqQQqkNytgfvy3ds3V0KOsKXN/P3TrxdCyXutYktm1DIrXdNmBIXbolEDnrXtz/ztluZiWsicqxbN2wyG9350Lu/N7T+ZfTenO7JsLbESPHV0J1Hux91PVIbtvAAAAgAElEQVQ8iu0HNlYn45ztBob2Zdz5oHWs7PP9lkjXUB1/29sVbXsA93tUKcc0sXP9yPezaPMR/1elu72g1PNTX84pPRwLHb7r/R9NJNZ09mV/xliZKMceFrEKiliVxC8UhdXOajMXvIb07Ah1iAurDDL/Be/XBhvvrlw0beB3sO1kETidnws3UWB1UnC57W6hQji7+GeseeFSIuHmVc71LO/zJNENIv1azON3KD2OMvbSoawkdwn7QkXllZg1ti/q7YTVcPGz0IHv6bILTz7q7rIO4MhPP/Mb6AhrJzl0hhpFltDaaJvJZr5/IMuSBsBqQtF+PHu8M168Am6+RwC4PZa39JJop7bZDVEetkTPOlz27NgPreG28Z+W9ho+617ke4etk5UNzedQ/LVwU1DH8xsplyJ6Of+yX29u10RLZyO064ePr4QQRwe/YX45HC9aLtl3OWY6+7NDOgpPx2Xr+X9z2yFEIKRMiUYfFt+jJjueQ4ge01xTUfD9p50Ph9TkBsiYaPQR/9DZ7/eEFmx7OInnp47HQHe6iVX/sNtDRrmWIXW+nH1Zaj37chUJMuzZXI5Ys5FSAUgBGHLC6rQe6KI1Y93uIlzQoyPUBimjCKcy7qP9wmkU4WrrifJKHrFabxA8P3L9LFxniOxuKwK0NtqKfMv7dR+V0vK2qYXIJkDrPrLnN5CjI18JJE3Xtug4Hly+rHXy4eAzDvceyEfCawbpuOl+vpx92Z+ZrYiXYefGMsTLDCSsSgEYasLq+Gk90F1nxtqdRRjSK0KF1QVF6HgHSxEgZYaoTCAJFJVW4rqLmoXVyPWzQFKjtqKBAK2N8JplfjK5zXqlRAouo++U8JrAELGW1n2ITEQYmEG+EqxJEnKvrjtPx/FgEba2Sz4cbMLh3z75SOjPIZ3/SpsjZ1+WVsuxVEWcDFvXlyI9jlIBSOIXasLqmCt6IFNnxpHTFThTUY++XR0zl0oaFBUiAiIEDp2sRHavNFzYryMaLBGrR06Rn5GzEAFaG+QDRCD6CNC6j74593fE5Cv+kqN6oUKAfDhUZiJ07SAfCd25Ict8IyDmy761IJQui5Nh08rT6JiuoIhVKQBDSVjNfWIDxlzRC1kawCQHDnNxtU7KMKgMEfBKoGcnJqp2gN4kg9bU7PmCuEp+5hUgFYhYArQ2InZqaWBEwC0BWvfkHFIJkK9IJUXlQpUA+XCozkzo2EU+EjpzQZa0jIA7X/apVTNwKg7YufoEMtISSFiVAi+UhNWpT/yEnEsykWoE2kOOWLlgXVKsScpQqAwR8ErAYJJBZxT3evIzr/ioQAQToLURwZNLQyMCbgjQuifXkEqAfEUqKSoXqgTIh0N1ZkLHLvKR0JkLsqRlBDz5spSWz5iMaDAYcfjX00hJSSZhVQq0UBJWr3nuJ8gUQJ8R3aBISoDZIqxKGQeVIQJEgAgQASJABIgAESACRIAIEAEiQASIABEgAkTAPwK6ynoc2XUaiQmJiE9MImFVCsZQElav+79foFE38j+9TgOTiSJVpcwhlSECRIAIEAEiQASIQKgQMJvNoWIK2UEEiAARIAJEgAgQASLgA4Gk5FQkJCYjPjEZCkUsCatS2IWSsHrjy1tgNBhg0GthNBphJmFVyhRSGSJABIgAESACRIAIhAwBElZDZirIECJABIgAESACRIAI+EQgLj4Bitg4xCgUkMnkJKxKoRdKwupNr/4KmM0wmYxgJ+UU7yBlBqkMESACRIAIEAEiQARCiABFrIbQZJApRIAIEAEiQASIABGQTkAeEwO5TA7IZJCxv1mTsj1qczKvqqL0zt2VlCHAnbR2cyL9BWNMGq0BlzyyCrX1DS2HTi0QASJABIgAESACRIAIEAEiQASIABEgAkSACBABIuATgfTUFHTu2I7XIWFVAjqvOm0rCqsj712GKydmo11yrATLqQgRIAJEgAgQASJABIgAESACRIAIEAEiQASIABEgAoEisPSnQ7CKqySsSqAaSsLqc5/s5aLqobNNEiyP7CLahtqIGGBCXIxf4zDHpfhVjyoRASJABIgAESACRIAIEAEiQASIABEgAkSACPhPYNeBYky5sB9FrEpBGErC6vzvDpCoapk0JqxOHtFTyhRGXJntB0tBwmrETSsNiAgQASJABIgAESACRIAIEAEiQASIABEIAwJMWL1pykASVqXMFQmrUii1fhkSVilitfW9jnokAkSACBABIkAEiAARIAJEgAgQASJABKKdQEQJq4OGjUJDoxqNTbXQNNahqb4+oPMbSsLq2yxitYTSALAJ1jVGd8SqKZaE1YAudGqMCBABIkAEiAARIAJEgAgQASJABIgAESACEgjsPhghEasde3TDrDkPY9+Rw+jVtTfOnD6OlKRYNNbWQduog1mmQ21VOeprqlB7/jz0Wp0EPI5FQl1YNZ+35OjUWOzWACr2XKMS/mUP+/csry+5zfNl9OYGMYFaZWsrPiUFScoMn3l6q1Bfdx7H9//K+4FSiS4dO6Fr7wEu1UhYlSas1mtkaKiTIUkByBOAmBgzEmPNkMm9zYTvn8thQlKMETEwAmYjGo0KGBCLoHRmZ97x0iZkdUvy3WCqQQSIABEgAkSACBABIkAEiAARIAJEgAgQAR8JRIyw2ueSazHt4qnYffQQOqRloOjkKWT364czZ0+iT8+eOH78GLIy+6KmpgapaYlQNzSgru48TIZGNNXXwqDX4vThI9A2uY8CDT1htdFhus0lCiiV6SgsBObOde8JtVpgzpyNUELFC137yESPbmNuaMA1k3uLllny1UbMX7wYjz/yDJKUSh/dz3Px77/5FEOGXYTs/v2g1+lxYMdP6NH/QmzZtA7X3nCbrbKusS6qc6yaYpO9cj9WEoOG8lrUM+1dAygUMiQnm5GeAPTsnYIY/+6bJdqvHGYkGGuh0ephMJh4mdg4BYwGI2QJaTArErza62+B46Vq3DS+PXYXUzS3vwypHhEgAkSACBABIkAEiAARIAJEgAgQASIgjcDug6fCP8eqLDUDj739CWKbNDhVWY26ujqYZTIYTCY01ddBLpehsbEOyvR0VFdXoXOnLqiqrEDHDu1Rp6qByWSCXF+Hwj0b0FR2FjqtUZRe2AirBbWY+3i66BiYqApNLWbNKYSqeDEyB87CXV6F1RJcM3m4aHsLvtqInEwl5j0/3ydx1dxwBijf6Npm+kDIOl4o2lfl2XL8uHod/+yuu0lYZRzYzavEhNXv1x3AZeOykJqSgM27KnBepUOjQYbKkhoAKqhNMUjvNBQT+wMxhnoMGdZV2hFDQqlEI/uhwoCyc1Wob1BDESOHIk6B9spUxMYogCQlZLEJiIEJJUVH0LXfYAmtSitCwqo0TlSKCBABIkAEiAARIAJEgAgQASJABIgAEWg5gYgQVvvPvB2vPPYMDAAMBgPUGi2adDrUa/SoqKlBdVU1qmpUqKqrh9xsQn1jE9JSU2AwmpAYK+eRdQpjE1KVHXFozTsoOV4EE+Jd6IaSsPrWtyzHqmPEqqpIgcwu6cjPP4V//MM1wtQqqrK0ALPuy8esgTkoPJKPOU9f6dmTqkpwzRVuhNUly7H4yzxb/edffFOaVxZ9ipyBSigzhSjXdBY9qwGWr1EBXbOBdmNd2ln8309t7835U7Owqm8SiVgtWoAZIx7BLluNu/FF3fu4VJp1AS61Bn9P+yey927Gff0C2zQTVo0Kx4hVo8mMFasPonOv9kiOT0R1ZQOKVYBKJTBOb2eCSaZF/dlzUGbmYnR2PS7oHzhhNclUi8rKapSWVyEtPRVGkxw6TRP/AaNntw6ATAZ5ohIyXSPKyivQo/8QmOF1dUkCV1QmRKzuOulbxOo9j3/s0v5Hr90lqU8qRASIABEgAkSACBABIkAEiAARIAJEgAhEJ4E9h8I8YlXWvive/V8ekuOToIWZR6fKIQfkMhjMgAky6MyAWq9HrVqHmiY1qurq0KjWoFqlQkNDA6rLypDerj06deuDYx//FZUn90Mvc80Z6lX6ESkgC5BgZHNPGaDRGsCE1YNOwmrtQQUyM9ORt+YU3n7FUVi1F1WZvjZnXj5yB2aiuLgQd3oRVmurSnCns7CqrcXGwkIUHinmgh2TR/PyCzH3aWnCquzgp8idxWopbaIqH6OqEEsKMnleWP5gOWH5vyr0vvQZ0VVqcBZWf74fnW5AGwqpzmYGV1g1OAmrrPfl60uABCWUCUqcrTej8qAQHTx2Yh+MG94dDU0avPvffKT3GorRvTJw4YjA5SWVq6txvvI8KqrqkT10GGIUsag9X4GqsrPQG/To2b0Tj2I1GU2obWhC576Bi1g9YRFWd/oorPaSn3LxrdMm8fQX0flVQaMmAkSACBABIkAEiAARIAJEgAgQASJABJwJ7A1nYdUsA0bf/igevv1OlNfWIS4uHmYzoDMYoTeZYDKbwTI86k1mGExm6Ewm1BuMUBvNlj8T1AYj6vUGyE1G9GlQYevHj6Hy1CHoZO1cvCW0hNXfcPCMY1Re7Z4GZA7sjby8fXj77eYIU2dRVaVRWYTVHKjKC3HnU54jVmtLS3DnNXYRq9paLM8vhDIByByYwznlF+QjPz8fM254FLFxrtG+zjBlhz5F7jQlz/HJb07FHqpiAOzP9bEgT4neU9wIq2r7iNXjWHTpXcCHnqJDmdB5FT5h3cxZgYqF0wBYxM9XhuC5J//DDbjwlcNY9WCWxRj3dTAH+OTgDShYPxM/XzoIz+0UqjTX909YfeiNVS4g3n10hsN7LGLVEOOaY3XJqhIuWiuV7A8oK1yHcZNzkNm9OQ/ugv8dQFxqBkYPycCFg8SF1S9WbHWx4Q9XTfB4JJVrBGFV1aBD30FDbGXVjfWoLDuLXp3TYDAYodHqUFffhG7ZQ922l1BlgWlXQtN+tNvyJ8qFiNWdJ3yLWKWvBiJABIgAESACRIAIEAEiQASIABEgAkSACPhKYO/hMI5YTeo/EgsXfoyKmvNoMiigiI9DvEKBOIUcJi6kmqE1GNCo06NJZ4TGYIDOaESDzoAmvRFaowlakwm1egNyOmWgW30NPl34MFQlh6FD6AurB5yE1dPbGpCT0xuLv9yHj98XhFAxUZUJmbPmsVQAmVxYveOF5svqxRyorvQA7rxmsu2jjds3cjF08mThPdYHSy+Ql7ccTQ2NGDjmCq9+WHfoU8xiwqql5MYCIUKVtcMflojV5tfC28JrFXrZiaxGe2GVpQD4M/Du+rno68aK9Q/HYtWVevxrqr0IaxFOrUKrU9SrpzqHHQRYa6esveWYwdMP+Cessnjrh95YYxvFu48yAVjuMComrOpFhNWl35WgWKNEplKJzC6MmwpThqciJdlsq7+QCasdMnHRQDmG9xcXVicOTHWxYcuRes/z23QeDXX1KKuoRvawUbaychiRZKxDbV0DF1UbGjU8PUBXD8Lq5H4y7Nixw9bGmDFjsLGoeQzOhpy0CKs7fBRW733CNRXAB69SKgCvC5kKEAEiQASIABEgAkSACBABIkAEiAARiGIChWErrCpiMW3eK5g5fjwqa1WISUqF1iyHzmi5C7lMxqNXmXhqhAl6k/Bco2cCqxH1Oh0adQb+nIk8UzM7o+lsKZb/9xGoig9BK+/g4hYhFbH6zW/47bRjjtUz+Y1cWGUSZd6X+6Cy5C1lYmTzcxUXJ7moyt5XFeIvz9/qcQnUFx/EnTc1C6sLlizBrGmz0LtzukW4FQTPwiOn8NM383HZbU97XVL1hf8WhNUEJU4VF6OwWIlrxlku/xerbRFa9xUWY9WJizBgyh9tpUzaekwe0VN47SSsnvj3JIx7sgDAOLzAc5zaRZ5aWrj9GyayOouf9q+l1gHABVkh4tWxT39zrAriqpioynpgwqpO5iqKvvPlWcEEDZtvIbcqNMV49glhrlV1GnzyXRGUXTIxZoARA/qkuZ2zSYPTbDZsPlTndW519VXQN9Wi4rwKvQawVAAKXqfy1GEYDcKN4XR6A1+f7NF7kBD17O6Rmy3n4ioTVfOPCevb3aO4QsMjVrcfd1wb3ozOjD2NaY9usBVb88YUFOt7eatGnxMBIkAEiAARIAJEgAgQASJABIgAESACUUxg3++ncdOUgZDNmpTtPgwM/H4zQX/4ko+044VTcP/Dz+Js+Rl+g56MDl1gio1Fo1YPtcHADY6NkSNGJofWaECT1gC1nv3phUhWoxFqgwkNOj3kegP+OGoAduzcg/WfPI3aM4egkXVyGa9XBK2ZY1VEWP1tjSCssgfLo6pS1QoRnhZhzSqwsX+t76s0xV6F1TPFBzHXXlj9YAlmzZoFpTJdyIHKBdpanm917cqFuO5Pr3n1FZuwyvKBFoBfrj45k6UBsBNXLdGprI9alQqqchXe2dYNw65+ESkdmkUvB2FVNDrUWSQVEzm9CasS6jBR9bWBKODRslL69IrJUoCJiY6Rqtaa7oRVl5bZ6rbzz+Mnz2H1vhSwe4ddleuaSsC5PhNXpYiqvJ7ZhNrSIn4Tufj0Tsjo0LyWZDD7daMqJq56E1VZ1/4Kq6yuVVwlUVWqX1I5IkAEiAARIAJEgAgQASJABIgAESAC0U0gPIXVpFRMe+Af6NqlK+rr66BQxKJbZhYSYuN4LtV6dpmxlgmoRq4lxciZKCXjYqrWZBaiVA1GHt1a36TG2E7pyOneCes2bsWu716E6vQRqENdWP36N+x3ilg9sPwscnKG24TO/ILnHb07AfxmRipVriWSkYmuhXjolQc9roKS37di7p3X2MosX76c3xgpZ9xkLqwWWwTc/C/nI0PZAz16ZyA982KPbTZsZxGrggBsi1ZlLxIs0ZWstkaFWlu0pQrz16gg63wNLpjmmGvVrLOLWAXAo1S/YzlPrekA7EVOdvn/IPxwnX3+VNaZJ2FVYh0mrP54jZCzlUeuHrCLkvU3YtXzAYoJq1r4fuOpL344DmP6IAztfBbDB7r+iNDSw2JDdTk0DTVQa43omd2cZ7Wl7Xqrf6pSiFgtOOZbxKq13T5xp3FSR5Gq3jjT50SACBABIkAEiAARIAJEgAgQASJABIgAsP9oGEastp94NaZecxNU5ythNpogT0hEx+59ER8fiwRFDL/EuMlgQL3OwC//ZzeygskMM8u7ajRAy29uZeb5VfVqNWYP6Yf0eAV+XLsRR1a/gaozh6E2h3bE6r++dk0FsIUJqwOH2yJVCwufR96X85GTm4vFi/KABGD+ovkoLrRces0vry/2WVg9deoU8vLy+GXk7I+LowV5KC4uxJxxSi66VqVP8iiucmE1F8g/IuQAHd6l2JZX1RphK4iqgtBaXFyM+flKTHzweyg79HBYu87CKvuwOQWAUNThRlQsXcCIR7CLf3I3vhDNg+oktEquY70p1t24ffEBZNvSD4SGsNqkBU6VNmL3USViG0/hpuu6Be04eO7kIR69mpDWHinp7RAT6/2mZi01pqXCakv7p/pEgAgQASJABIgAESACRIAIEAEiQASIQPQQCDthVZbRGRPmPAoZy5yqN8JsMiAxLQM9+w2G3mzi4mmsjN32B1DrjfzGVSxS1cC0VUtKAwPM0JuB6roGjO+kRHbHdjCoG7H5110oWjsf588cgNrc2cULQikVwL++3o/9pxyj8rYuK+XCKosgZYJk4ZH5KC4vRO64WZh33xyLsLoY+flKsHvDM1lVqSnGg2894NHjzx7d1hyxqgVqNbUoLi9Gfn4+Cgstl++rVMjposKsHKD3wEwsKVBC3vd6JHYYINr22U3vIXccUFxuya2qahZWuaDK1FqeZkAFlUqFvCNKHFJdjBsfftO1PX1Dc47V6Fm7fKQsYlVjTpQ86nPnjVh3KBGq8mJcNkqOAf26SK7ra0Gj0YCqkuOAyYjUDt2QmJrhaxM+lz99XssjVn892uBzXapABIgAESACRIAIEAEiQASIABEgAkSACBABXwj8duxM+ORYNcuArpffgu7ZQ6BurIdCHgOTyYC0Dp3RtXd/FpTKxVO5TAZFjJy/ZhGrTXqWd9UIvcEIo9EIk9kMvdGEGIMBM7J7oF1aKurOV2DT9l04/csiVBYXogmuglPIC6tLS5HJbkqlUmFxQSFQPh/zXxXSAbAUADxi9dXnUayaJfiIBlCiEA++9ZRHn7EKqwuWLHdbjgl1qoLFmJMDKLso+d/za4AJd3woWufsppeR2SUTmcpioHi+rQzPsKpRCjlgmfhreV54BMi6+nUMyMl1bY+EVclr/kylHGVVKgzrk4SEeOGmUsF+qOureTqOuGQm5wf3QcJqcPlS60SACBABIkAEiAARIAJEgAgQASJABIhAM4GwElZjumeh59SboWuqg0IWAzmLTDXo0alnFnr07c/zqxqZaMoEVLMJMnbDHjNgMJl41KrGKHzOIlYbNDpM7KxETtf2qNcbUVV6FgcOHUHR2ndQV3oYjWEorFadVqMg/yQXVvkl9NYHi/q0e87vEM8fwvtPSxBWF3+Z53XdKKFCZkIx5gxUYnGhCqNu/ge69J8gWo8Jq8Id6y13rmdBqjw6lQWrWu5kb32PC8DAG6uOittAwqrXuYmWAiSsRstM0ziJABEgAkSACBABIkAEiAARIAJEgAi0PYHwEVZj46CcchPMLOpNp0FMTAy/MZXRoEWvASPQpXtvfrMqs9kMs5klCgAXUZmwajabYDCDR6nqDQYeyaow6DCtT3coYhXokJaEE0eP4rffj+Fg3qtQq4qhkXV3mZ1Qilh9UyQVQNu7E1B1dCu+mv9XXHX/6+g5VCS6NAhGyqJcWFX7kAogCPhDrsnx/VOwjVIBhNy8kEFEgAgQASJABIgAESACRIAIEAEiQAQijcCBcEkFoMi8AMbBE2FsqkOsIgZyuVyISAUwdMylSElPF3KsmoWoVKPJBJPRxP+VQcYv/2d/gAwqrRbjOysxuU93VDZpkZ6gQOG+31BcUoLdXzwPY2MZNDEhLqwuc82xGmnOKXU8MkN051hVm6TnWJXKlMoRASJABIgAESACRIAIEAEiQASIABEgAkSACHgmcOB4GORYlSWmQD/2GtRotSxNKI9WlQt5ABCXkIRRk6ZBLo+xRKuyiFWA5WNlUatMTGXRqixMVQYzz8Eao9dhRt/uiIuNgcZgQpeUeOzdux9lFWUoWPoMFKZaNMm6upALqYhVElZt80PCKgmrdKAnAkSACBABIkAEiAARIAJEgAgQASJABIhAaxMIfWGVqZkDx+NEag/EahuhiFFAFiNHjBww63RI69IDo0dfzPOommUymJh4yjMACHeykvEoVTNkMhnMckCrM2J4+1Rc2q8nGvUGHt0aZ9Ri6869qKwswa5Pn0W8woQmdAppYfWJj7aiVCVvbX8Jyf6YsBoJj4S4GL+GQRGrfmGjSkSACBABIkAEiAARIAJEgAgQASJABIgAEfCbABNV01NTMG10D8hmTcq2XFgv3p7Ma7im33bYKrJL9p0fsvQOKB8+HdWqWsTBIHwskyNGxoRVDTpnDcWQC4ZDZ2DxqexCf4DZytpiUassEQAfGBdYgUSYcF3/3kiIi0WdRssF13i9GnsPHEFFyWEczHsZCYmxqNN1sLTWbJFXBCIFxMbUIlIyQKM14JJHVqG2PjIExRbxoMpEgAgQASJABIgAESACRIAIEAEiQASIABEgAkSglQlYRdXKOn3oCqumCdfhTFovyBrOw8wiTNnNp4x6mIwGGI1GDB4xAV07dYbOxMJTLSIqE12ZLGoGWAyggsus4GWGdkjHtOxe0BgM0BiMSIlXoKaiHLsOF+Hc79txcv1CJKakoUadzuJcHaYklITVm18rQI92seiYFtvKbkPdEQEiQASIABEgAkSACBABIkAEiAARIAJEgAgQASLARNWS6hAWVjvf+Syq2vdBfdU5aOpV0Gs10OqaYGxshCI+EYOGjITRxFKomqAAIGciqlwGBVdBZTzPqoH/awbLRHn3iGwkKhRo0uuh1hmQGh8LVdkZHCwuw9nCdVDt/xKKhBRU1CWFtLDa47o3yXuJABEgAkSACBABIkAEiAARIAJEgAgQASJABIgAEWhjAiGbCiC+fRekZA1HUp8LoE3vBK0iARqZHJXVNYiLT0TPTl14FKvRoIfeYORRrCzPKngEK4tYlSGW5WM1A6O6tsf0/r1hMJtgMJqgNRjRPkGBX3ftQrlKjTMF3yGmYjP0ZgVKquK4TGv/CKWIVSasvv/3WW3sNtQ9ERAIlFfXY+mavVBr9Rg1oBuye3Tk7w/oxVJq0MMTgfv/lUdrmVyECBABIkAEiAARIAJEgAgQASJABIhAGxJge/OWPEJWWHUQNpNSkdCpB1K690Vcx17ofdHlqGzUolpngInduMpsgsxogsmgh8lggNlkhNFgRKPRgPT4eNw7cgCU8XGoU2v4za50RhPSFcDOXTvRaIzByfzFyDD8DrVRht+LTYiLdbzMnoTVlrgY1Y1UAj/tOIoNe07gyvGDMGZQT4dhyr0umkilIn1cDy/4gYRV6bioJBEgAkSACBABIkAEiAARIAJEgAgQgYATYMLqwrlX+9Uu29eHhbDqILLGJeGJf36AuA5dUG0E1HIFiqpqUaxqQB0TVyGDwWTmwqpJr0NORiIu79uDi68xcnBRlWs+6kb88msBv/z/5Np30a99A06da8DB4xqkJCYKd8OyPLxqRK148yqKWPXL16lSgAm8vWwLZJDjpkuHITUpwaV1OSmrXon//d0VJKx6pUQFiAARIAJEgAgQASJABIgAESACRIAIBI8AE1b/9dBVfnXA9vVhJ6yykbIbVLXvlo2Ro8dDqzPj8qtvQEb3Hiirb8LJKhVO1jaiXGuAQa/DH/r3QPvkRNQ2NfE0AA1aAxIVchjrKrFl936kK9vhp//8E6nxjahr0EMOBRRMgbV7kLDql39RpQglwCJVD52sxJ0zx7gdYYzXRRN5cM5XVkKlUiErOxK+hpYAACAASURBVFvS4J5YtJKEVUmkqBARIAJEgAgQASJABIgAESACRIAIEIHgEGDC6qv3zfSrcbavD0th1X60JrMZiWkdoNEaMGzUBEy+fDp6ZPaDMSYe5thYmOUxaFBrucjKxB6TGWgXH4PDRw6juKKKv/fJ60+hfbIcsYoYxCocRVXWl1eNiCJW/XJAqhR+BFhO1be+2op7r52AlMR4ElYtBF575WWUl5bxG+j16dMHf5n3V6+T++xHq0hY9UqJChABIkAEiAARIAJEgAgQASJABIgAEQgeASasvnjPDL86YPv6sBdWXUYuk6FJa0DvrKEYOHQkuvbIRP8LctC5Zy80GYyorm1AHAzYf/gg9m7fhn0bfkB6rB6eLl0mYdUv/6JKEUaA3STu7WVbMTSrO4b16+5xdNGUCeD7b7/Gpvxf8Nz/vYT/fLgIHTp0wF13/9nr7L/w8RoSVr1SogJEgAgQASJABIgAESACRIAIEAEiQASCR4AJq8/dNU20g27tE1FapXbbOdvXR56wyoZrp4TqjUDHrj2gNcgxdPR4zJh5A+p1Orz58tPQnDuJRMf7VInCImE1eA7sruXV98ow40Pgz6vM+GC6YynrZ/bvOpezlhk//xi2zs0Siq6+FzLWqOXh8FnrDzHsejx65jw+W7cPd80Y72K7VluHg4UH0NTUALVah8y+fdGvf38oFIqwG6evBv/jqUeQlJSCx5953qeqryz9iYRVn4hRYSJABIgAESACRIAIEAEiQASIABEgAoElwITVJ++4wqXR3p2SbO+dqmgS7ZTt6yNeWHUYuTwGOoMZWp0RyfEySI2qI2E1sE7rvbXVuFf2EvBn4EM8A7OTsspE05cG2wmmzg0yAZVX/xAHZlvLCW0OPrYVXGc9vgATspdhtvW1d6OivsQ3+b9BZ5Rj9KBMBxZ6rRaVpUXQqLVoUqvR1KSGWqOFIjYOF02cDEWshF8vwpDu+wv/hZLTxTbLY2Ji8MJr8yWP5M3P15KwKpkWFSQCRIAIEAEiQASIABEgAkSACBABIhB4AkxYfeSWyx0azuqWwl8fL22A/XPn3tm+PrqEVT/5k7DqJzh/q3FhdDCOLQHuzD6EZ8wfwD5o1bOwehwLJmTj0DPHMPilbCyzCqtcSLVvy0lo9dfWKKr39rItGD4gE53bpTuMWtZwDhqdFo2NTFTVOIirnbv1RPagIRFL6cfvl2FXwRZcfOkVmDLVt2TXC75aR8JqxHoGDYwIEAEiQASIABEgAkSACBABIkAEwoEAE1bn3nSZzdRBPVP588Nn6j2+xz5k+3oSViXMMgmrEiAFsEizcAouktrEUUsfnoTV4wsmIPsQi3LNdqkrpAf4M1aZH8VRkXYDOISQb0omc+/VZrNZ1P5n/vMzrhifg9SkBIfPlTEN0KgFQdVZXIU8FsNGTwh5Hv4a+N/33kT52RL8/blXkRCfgJrqKtTV1qB3nyyoqqvQ2FCP7r0cI3ytfb337QYSVv0FT/WIABEgAkSACBABIkAEiAARIAJEgAgEgAATVh+4fopoS8P6pGP/yVq3vbB9PQmrEiaBhFUJkAJVxOkSfS6ULpuNY1vnwpIpFa45VplY+gGmO0SlCpGrYqIsT7M6fr5Dm4EyP5zaERNX3YmqbFyPL1qDKyeOQmJCnMMwe6UboNHqeAoAZ3HVYJKh35DR4YTFJ1vffvFxnvLgL0+8iI///Trq62oxYvQEsLQA+/fuQGpaGm69e65omx/l/ULCqk+0qTARIAJEgAgQASJABIgAESACRIAIEIHAEmDC6j2zLnFpdFSW0vbe7uMqt/t6ElYlzAcJqxIgBaiIi5AqkgtVPGLVmgLAerMrZ2GVXfo/A7DcDIv3Mw+YH+U5Vu3FVU+iKpve1z/fhCFZfZGRJuQasT4GdpPDoDPwvKrO4qosIR3pnXoGyDtCq5namvP438KX0b1XP8y+60FUV57D9s3rcOS33UhISsb9j77o0eDFK/JJWA2tKSVriAARIAJEgAgQASJABIgAESACRCDKCDBhdc5VuQ6jHjcgg78u+L0G9s+d0bB9PQmrEhyGhFUJkAJSRBBD521zbWz8/OabVYkLq4JwyoJRXR7j52PV7GWY4RD5Kh7RGpBhhFkjTFz1JqqyIf135S4o4pLRp1tnhxHGy4CBPeOg0+ocxNUGtQGylG6QyWPCjIg0c7f9sgp7tm3AhRMvw7jJ03il7z55D6WnT6DvgCGYdPk1SE0XDsZij89WbyJhVRpqKkUEiAARIAJEgAgQASJABIgAESACRCAoBJiweuv0i21tT7qgPX+++WCVx/fYh2xfT8KqhGkhYVUCpEAUYTetmnHAJYpUiC4dIlzuD/BUAC8NbhZaxbt2Ek552yxg1XIjLB4JOw9DLBGsgTA/0tvYdaQEKwuKMGHkBS5DTYoHLugSz1MCqLVaVNSZ0GCMh0wmj1gsP3z2Ps6Xl+CPf/8nPl/0CmJj4zF4xDjs2boeWk0T4hOTcPtDz7od/7KfN5OwGrHeQQMjAkSACBABIkAEiAARIAJEgAgQgXAgwITV2VMn+WUq29eTsCoBHQmrEiAFoAjPnYpVMH/A5FP7h+Nl/H4JqxZBludXtTzso2ADYH7EN6HW6vHC4g3IGTQAaSnJHscb43XRhC+uj//1JCbPvAnbfv4eA3PG4cKLp6Ohrhopae18GtT3G7aSsOoTMSpMBIgAESACRIAIEAEiQASIABEgAkQgsASYsHrtFP9uus329SSsSpgPrxqRSAEZvNaS0LNdERmg0RrQ47o3SYzxjRyVDiABFrW6bONhjB8+BDFy99GocnmA/T+AY2hpUxtXfAKtRoP2XXtg1ETnHwGkt/7jxm20lqXjopJEgAgQASJABIgAESACRIAIEAEiQAQCToAJq1dOHu9Xu2xfT8KqBHReJSISViVQpCKRQoDlWj1fb0J2715uhxTBumrApvGnrQUkrAaMJjVEBIgAESACRIAIEAEiQASIABEgAkTAdwJMWL1iwjjfKwJg+3oSViWgI2FVAiQqEjUE6ho1+Ocn+ejQviN6de0mOm4SVr27w4aC7SSsesdEJYgAESACRIAIEAEiQASIABEgAkSACASNABNWp4wb61f7bF9PwqoEdCSsSoBERaKKABNXl/60F6cqGpGdmYnEhESH8UdyjtVATfTmXTtJWA0UTGqHCBABIkAEiAARIAJEgAgQASJABIiAHwSYsDrpwtF+1ATYvp6EVQnoSFiVAImKRCWBXw+exrf5B5CW1g4ZSiWSk1I4BxJWvbtDwd5dJKx6x0QliAARIAJEgAgQASJABIgAESACRIAIBI0AE1Zb8iBhVQK9UBNWJZhMRYgAEQgDAu//fVYYWEkmEgEiQASIABEgAkSACBABIkAEiAARiEwCK/apcab4ODQ6A2rrNWjU6PhAmRYok7E/4fb07Cbd7LlcLheem80wmgwUsSrFLUJNWCUxRsqsURkiENoE2K9itJZDe47IOiJABIgAESACRIAIEAEiQASIABGIbAIkrIrNr1cl1Den8NqcSAFBzw7gQwZotAb0uO5N/Ptv1wSwYWqKCBCBtiDw4FvLSVhtC/DUJxEgAkSACBABIkAEiAARIAJEgAgQAQsBb8Jq/cmDSO87hCJWW+IxXiXSVhZW3/0rCastmU+qSwRCgcBDb5OwGgrzQDYQASJABIgAESACRIAIEAEiQASIQPQS8CSsNhQftIHJyBpKqQD8dZNQE1YXzrva36FQPSJABEKEwMPzf6CI1RCZCzKDCBABIkAEiAARIAJEgAgQASJABKKTgDthtdFOVLWSaZc9jHKs+uMmoSasLphLwqo/80h1iEAoEZi7gITVUJoPsoUIEAEiQASIABEgAkSACBABIkAEoo+AmLAqJqpayXQYkEM3r/LVTUJNWH374at8HQKVJwJEIMQI/HXhCopYDbE5IXOIABEgAkSACBABIkAEiAARIAJEILoIOAurFUf2egXQadAIyMxmGE0GyGZNyjZ7qiHzqip67c9rgWDc6Mlrpz4U8IqglXOsvvUXElZ9mD4qSgRCksDf3iFhNSQnhowiAkSACBABIkAEiAARIAJEgAgQgagh4O3mVTKZoFrK5bLwzLE69bKhuDCnN2JiYgCY8f/snQe4E2X2xt9JbqVdEWmCdBQLKAIiIEhREVdXsYB/rKiAKC6oqKuru7jroqCuYAEpdsoiKC42RECQKlWkKf0ilyJKu5dbk5n/MzNJ7mQySSbJpL95nl1ukq+c8ztncnNfz5xPkqD+T/lZfS7/n/q6BKf8M4Ct2w7gm4WbLUmERBNWXx1GYdWSwHIREogjgcffpLAaR/zcmgRIgARIgARIgARIgARIgARIgASQ0sLqJW0a4c57rsGZDWrhDOdY4KQEnCyH1HmvYeiLj86F6DgGUQJ+XPEjps1YiT+OF0WcJokmrL788PUR+8QFSIAE4kvgibe+YCuA+IaAu5MACZAACZAACZAACZAACZAACaQ5gZQWVu+7qysu73UZsnOzUP2PFxVRFackSNfu84T98K5v8Hv+ajjKT3sqWEXRXc0qQZTU/0kilH+dThEOhxMOp9NT5SqJ6piyknL8sH4v9uz9zSutEk1YHfsQhdU0v+7pfgoQeHIChdUUCCNdIAESIAESIAESIAESIAESIAESSGICKS2sPjmiD86/rA1sdpthiESHE/nb96BBq7Yoeuo/KC0pQ0lxGS7+ZovPeEksx/H976O4OAu/7d+K5q1qQ1Fb5cYBkghJElFYWIFlS/fgk7lrE1pYfWnon5I4ZWk6CZCATOCvE79kxSpTgQRIgARIgARIgARIgARIgARIgATiSCBlhdX77u6GFs3rQxI1laVKO9XK3qryz1XOqI28s2w48dQMlBSVorS4FB2X7fKE5I8D67F34yw4nQ61/6qrOlX/ryiLq6IEh1PEl/M34fDhE541Eq1i9cUHKazG8Zrj1iRgCYGn36awaglILkICJEACJEACJEACJEACJEACJEACYRJIWWH1hb/fijot2kKSTgKQK0t9H5LkhOg8DbGiCHJFqlJ9qjyUE63ke/9xON+B5m0vwrB9A7HjJLD9FHDqdt1aUjlKf5ukiLa/HS7ED8t3YtacVQkrrP57yHVhpgunkQAJJAqBv036ihWriRIM2kECJEACJEACJEACJEACJEACJJCWBPTC6m8/bwzKoc75bSHI7UZFB4SburZ0q5GGE4Wg5ZpB9ws6QIDvJqOf74/qZ52J8qLj6h37nmpVVTiV5Dv4PdWrlVWsaj9VCfYMtZ9qtVpno2Hzemi5ZAD2HSsDDv4C6Zk2XjZJsrB6ZIJSHSs6nfhuwQ68/9GyhBVWXxhMYTVoUnEACSQ4gWcnU1hN8BDRPBIgARIgARIgARIgARIgARIggRQnYFSxenrfVr9en3XeJbDZhMQXVl/65+2oeXYr5DXoDknIklVUl1OualRVXnX1SFVUVqWyVX1NhLP8BPZs/BQNWpyN6nlVlB6qkOS2App/lTYDTlePVdfPohOLvtmND6YtT1hh9V+DKKym+HVN99KAwHNTKKymQZjpIgmQAAmQAAmQAAmQAAmQAAmQQAIT8NcKwEhcPbNlG9hstuQQVsf863Y0ajcYmVmHAPFogBBoBFelglUWTkXA3gDlZcC+nxaipOgERFdvVVFUe6nKPVX1r8kVsNVrZKKgoBAfTV+RsMLq8w/0SeCUpGkkQAJmCPxj6tdsBWAGFMeQAAmQAAmQAAmQAAmQAAmQAAmQQJQIBOqxWqSpXK3ZojUEQUgeYXWsLKx2+AsybGv8oNN0MNAKqnLVqltctdWBYK8NCTalWhWSw1WhKv9boVawivK/Ds+/hSd+x7KFKzBt5sqEFVZH3U9hNUrXE5clgZgRGPUOhdWYweZGJEACJEACJEACJEACJEACJEACJGBAINjhVYV7tyKv2UVqlWpqCasyDbk6tbJK1S2o+t727wRct/0rt/4rP8tiqiy2yuKquyWAE/bsZljw+VJ8OD1xWwH8/b5reTGQAAkkOYF/vjufFatJHkOaTwIkQAIkQAIkQAIkQAIkQAIkkNwEggmrspgqnwyVdMLqmH/2R6PL/oJM21pdhCRItvoQnIchwaHe9q+Iq5W9UuXX5Oce4dQjplb2UfV63yW0yoKrLacxFnz5A6YlsLD63EAKq8l92dJ6EgD+9R6FVeYBCZAACZAACZAACZAACZAACZAACcSTQMoKqy893x+NOw5Dpm29i29lL1XRdh4Ex3bNYVRuYVV7OJW/KlXX4VVuMdVTsepQKllt2Q2x4KuNmJ7ArQDimXDcmwRIgARIgARIgARIgARIgARIgARIgARIgARIABBu6tpS06zUF4kg17tG+aEW1Xo/XhzVD00ul4XVDQBcJsqVqRAh2s+DrWKrp5eqUn2a2Roo2xBWlaq2etWWVQ/ffL0NM2et8hgUFIHBACOfIsIoAKVlDjS8+RXePhwRSE4mARIgARIgARIgARIgARIgARIgARIgARIggcgIDH31s8QVVkf/4zY0lYVVu0tYdfdSlYXVjPYQylerwqpceZrVGijdoLYD8OmlqmkJ4KdKVSus2rPqYP78Xfjvx6sTWlj9+VBpZNHnbBIgARIgARIgARIgARIgARIgARIgARIgARIggbAIjJ8xP3GF1X///TY0u/whZNo3KlWqklAXkpCnVK9KtrMglG8DHAcg5XSBdPo7V1sArbDqEl2VW/3lXqzuQ6rUW/69e7BWHmRlyzoL33yTj1mz11BYDSutOIkESIAESIAESIAESIAESIAESIAESIAESIAEUptAQgur/3ruVrTo9CAybBsh2eqiDOdg3o69WHawFno3r43Pd/yOsb1a4IlFu5TKVUmpaJVgFwCHJMHpFOEURYiSBFGUIMpjXP86RQmSKKJ6RjF61t6JG+pvQybKlYOwbJlnYP63BzF7zrqEFVZTOy3pHQmQAAmQAAmQAAmQAAmQAAmQAAmQAAmQAAkkPoGE7bH6z2dvQctOgxVhVczsgC/3HUWz+uejemYGzrTbAAjYV1KBQxUOiBIgyW1YBcBe2ZEVkiBBkJSXvbq4yn1j5SWqZUgo+KMcBbu+xIC6S5X+rLaM6pi/6HfM+cR9aJb3XMOQxrDH6s3Pzo5JVt1xzcUx2Yeb+BKYvmATyD92mUHesWNt9U7pHrt099/qfOJ65ggw78xxSsZRjG0yRi25bWbOJXf8UsH6dM9B+p/ef3eXTeqE7KuGpsKlHJYPZQsnInuIerbSovUHMG+Z3IY0vEfCCqvPP3MzWnQZhExhA8SMCzHnt0boUicbolNAwxw7RABOSYJDAiqcQLkkoVyUUO4ESkUJpU4JJcq/IsqcQJnynoQK0VXRCqBCcqJzfTtmrj2CkWf8CwKcsNlz8fWiQnw6N3GF1Y5tWoQXbROzdh7NxLFD23H7Va1NjOaQaBD478LN5B8NsH7WJO8YwrZ4q3SPXbr7b3E6cTmTBJh3JkEl4TDGNgmDluQmM+eSPIApYH665yD9T++/ux1TuiCr56AUuJLDc6F88RRkDFqhTF6y8aAirE58/KaQF0vow6v+8XRfnNvlfmRgPcrQAEuLO6BVjQzkQkCtbJty2/+pCgk/HT2NIoeIcocTgk3wVKdmZdhRWOFElawMiIIdTgg4UCL/v1yBKpe3qpWol9SxYdHWPzAw53lUtZUCtizM/64Ucz/b6AFqUJDqDTvGFauysLplX0nIATczIbtqDUVY7dfzIjPDOSYKBD5evIX8o8DV35LkHUPYFm+V7rFLd/8tTicuZ5IA884kqCQcxtgmYdCS3GTmXJIHMAXMT/ccpP/p/Xe3+M4VyOoxMAWu5PBcKP/uPdjuX65M/n7TIY+wGupB8QndY/W5v96EVl3uhV3agBIHMHlvd1xcOxdZ9gw0rJ6l3P5fWObA0l9P4lSpE6VO+UAquZeqjEXtDSDI9/xD/hfIstlRo2oWzqpeFbYMO4qdqrjapo4NX28+ivuzR6GqvRSCkIGvlzjw2f9+TGth9dbuF4aXnZwVMYE5S7aC/CPGaHoB8jaNKuEGpnvs0t3/hEvINDGIeZe6gWZsUze2ieoZcy5RI5M+dqV7DtL/NP+7+72uyOx+d/pc8DpPK5Z8CAxcpry6fPNhH2FVFkz9PeTKVrcAm9DC6rNP3ohWV9wFu6gKq3/feDk6N87DH8UiLjqrKtYeKkTHBjVwsqwcv54sRobcdhXyAVaypqqKpmphqvqzfIjV78VOHCmsgGTLQL2a1VC3ZlW0qWvH55t+wwPZf0eVjDJl7PylNvxvXnoLqzd3uyBtL7B4O/7p99tA/rGLAnnHjrXVO6V77NLdf6vzieuZI8C8M8cpGUcxtskYteS2mTmX3PFLBevTPQfpf3r/3W37oBsyuw1IhUs5LB8qvp8B8Z7vlbkrtx7xEVZb1c8JuG5SCKvPPPFnXHDFANidG1DsEPDX9R3RsWEedvxRgcsaVMeSfSfQKC8DHepXw4Kdv+OX3wsV8VR0yn1XnRCdIhySCFGUIIqi8l7LWlXRvPaZ2H2sTGkDkJ2RgRvb1sainScwKPs5VM0oVcB9vTQD8z7f5IGYyq0AGtfORv5RVVCWH+5WADd1PT+s5OSkyAl8tmw7yD9yjmZXIG+zpBJvXLrHLt39T7yMTA+LmHepG2fGNnVjm6ieMecSNTLpY1e65yD9T++/uzM+vBIZXfunzwWv89SxbBYcdy9VXl297bfUFFb/+vgNuLBrP9gdqrD61Mau6FC/Orb8VopODfPw7e5jaHd2DlbmH8ObnX6BrWQTJFEEJBGS5IAkOgH5X0l+zak8v3HFAAxs3xzrDhR7kHZomItvdh/BS01eR9WMcqXC9eulmWkhrJ5zVhbaNauGz9Yc8xFW/9ylVRJdYAcwfcQD2Pt/8/FsR43ZP7yMLjMb4b/j+uOcJPJm3oqfkQz8f53zEG6f1hRjP3sCXbz4+olHgsYgWXgHw6fEY/mV3vl+YBYGDnsPzZ/2vjYMxwbbIAHfj0vs5M+VF+Gd9wrnpbjqzQm4o2HsQMXF/9i5Z/FO6ufShMajsOLRyz1rr3jtWjwJ79cs3jjllkuHvFN/v+3xid25d07Fe7fG8CKPcfakQ2wjRap8ZiwF+uh+r2rXNTMmUjtSZT5zLrRI+s8t1++4fdr1ehl8Rw9tv3QYHcscDPrZcOBjDBz2Lna4wTe9D/99rV9U/45NDP+N8jfw56xVuRlL/2WbQ7uGgWh/78ia1h0ZV9xiFc6g63w/7UsMXwfccP+f8E/dWenu97SLGI0LukkIAxzLP0H5nUuUGWt+PpqawupTj16PC7veDLtjI4odwFMbu6Njg+r4+Wg5WtethlX5J9C+YRV8u+s3jL94HnJtJS4xVe61qgqpiqDqFlYlETcsH4AHLz8PP+w7rVSsyiJqu3Oq4J21v2Bauw9cwqpcsZr6wmrDWplo26SKQuHz9Sc96eeuWL2+03khpGS8hx7AjMcGYd/tX+OZyzS2rHkZXf/bGDP+E91fSFZ7/8WqX5Ac/Fdj9M3PA3814P4S8NKnesHValLWrJc8vIP4e/Bj3KeIe29hwNmusfI18NJi4Mp/YNlwjZg0vg/eOWcK3r05uQWC+MRO/byZ2NjNVH2+8IrY84yP/9Zcd3FZRbke9mGo+xoxumbiYlhybZqWeZcmuZKWsQ3p8pO/93wEXAl8jbu8fq9WLmNmTEibpvRg5lwo4Q2UW/rvIvrvKqHsk15jY5eDcvymuT4/7vT9/FC+o+TjoTffxP+5vsf/+ukwjMJf8U4Uv6/H1n9/n58G36Vdf8O0vDO6369j5798XQW/hn30jChfjjkzeiCj801R3sW9/BH8/bGdQDvgc7TExjvqeu37/fT5mFCvK/7bq2qM7AEcKz9D6YDvlP3W7fhdEVbDfQg3dW3pakhqvIRy/lOUH4JL5tRu88jQa9C+V19kZwk47RDx6IoG6NawGrYeKUPTmjnYeuQ05GrTr3b+hgkd1yDXXgLJWQFJKockOgBR/ld+LlevVgBiBa5dejOGdTwPq/cWKTvKrVjbN66Cqet+wfT2qrAqSYLSCuDzL1K3FUCDmhlo0yjXg/vrTYWen93C6nUdz41y1K1c/gBmPj4Y+/7vKzzdXrPuuldw5cxGmPZqcgmrX/2wA8nCf+Ub1+Fp/B1LH6kU7YxeszLaVq+VTLwD+65eB4uumIypfVXBVI7Fu+gJLAXumzMSnZVXV+PFW6ehyeuVX9ysZhqr9eIWu4Mf44G/vI/mf/0Kd/46DHdOb4IXPXxj5T0QN/9j56LlO2k/n5Lts8pyGGEumH555/vZGia6hJ+WfrENMSTu75WPA8//Zb/m96rBd89AY0LcNpWHM+dCiG7A/PP9nPp17jDcubxb0v0dFAIRS4bGLAfXvoIrZzXGtMeAf/4lHwO9vjfK383/CTz1FZ7uYIlbpheJmf8h5q/igDznJUT1O3bM/Hf7I2sThr8f/OgZpiMZ3sAq/+0Je6frw5sc6qwtW3Dp/KqYezfw1zGnMfTVi9BNs8b30xdiYr3OmNlLLf6LxcO56gsU375Y2WrNrzb8um8XSssdOFlYitOl8t3sUHRDWRMVBFW1tNkE5Webzab+LElwig4krLB6Va8LccF5DSDYBJSKmZgq/h+uaVYLGwtK0aBGNvKPl6BDg1x88vNB3CfOQJZU5umlKsl9VSUJnn8l9fCql8ruwGNXtMLqvaeVA65kYbVDk6qYuOYXDHbOQDZUeEWFpfh++S+eWAbVlg0GGInFESWHAJSWOXDzs7PRsU0LbNlXEtZy9c+w46IG2V5zv91a2RrBLaxe26FlWOvHZ1IB/vvEYOzr/yX+6iWsvooesxrhw5dvi+otFFb7PH/tTiQN/3WvosdY4N8fP+4S7X7AS/3+CTypi4XVkCxcL6l4B/H7188eHFeIqgAAIABJREFUwd0H7sR3w+SeGHIspqHJuDuxb4QmJj4xsxBmjJeKZ+wU1iuAFvl70DxO+R5P/2Mcauu2Ozgbg0bsx8BxjfDeiO/Ra9wbuN1d4W3dLim9UrrlnXqtd0u67xLhJGG6xTZURivf/BPeazgZU26C8r1zURf55wZey5gZE+q+qTyeOWc+uoFzS/1bqDIn9c/N75NuI2OVg3L83m84GZNdnx+Lu8g/uz4/Ds7G4BH7ca/n76nYRSGW/vv//PSXr9H/uzJW/ssRNXMN++gZUU6Fah/3gv3yPlHeRV3++xnfYWLdyzCzF/DBq2sw/xL558rq1Mr3Y1ex6lz9NYr6LVLsW1dgT01hVRtdMTMXp28dh2d7NsW2I2WokmlHcYUT59fJxVNfbEf9r0bC5qg8gMmgAFZZbv0Vz+PdAR2x45BcmSo3AgAuapCLwR9vRKtlf4fdoR5epX+kirBaL8+G8+tn+vj33c++h1dd3b55TC4wazY5gFlPDkV+v8/xpJew+hqu+vgcvD/2ViTTDc/frtuN5OH/A8b2fwF4wsV+XfIxTy7eQa4Ymf/LwL9mPYpOB+fgwXHAs2Nvxa9v3oAPGk7E2zc1xIHP/oJ7D9yBhYr4mtyP+MZOzf0Fje+J22dMfP1P3txZ9eYNeG4ZgK7PpsR1EOtIpFXeyZ+jj36PHq+9jv5pIMCnVWxDvXB0uaD8Ll3Zzfvz38yYUPdN8fHMOZMBDppb6t9CU/K16zXFoDT57DJJ0XBYTHLw4BwMfXQZerw2Hv3OBg78bzjuXdG18vND+/09EmfCmBsr/7W/S30/P9X8/a6z+rdK5UP3d2YY/gWbEhP/ZSPCuoZ7qn/TBXMigvfzZl8N22VXR7CCyalH92PAy0fR+4l2uKc2kL94PW7eVBufPtoIjV1LLJu5DCM2aterjXFjW6GryS3CGSau+RYnb/tWmbrxYGbqC6uyoyfb3o7CRl0hQVSqT50iIIoO5OWvQO2tn3hz9KOE/trsOhyuexlEm7e4WPfIGjTZ9T+/sUgFYbVOdQHn1bMb+rhsp8PzurtitdelzcLJzTjNKcDHTw1F/m3z8IROWL1mdiO8O+aWpBJWF23Yg2TiL385uK9gABY81BGrJvwZHzaYiIk3eldwxCkxTG2bbLwDO/UDXv6/fwOPz8P/FVTGBeteg3otXI6VRteKKVKJNyiesZNz/R/ogauXfafw9vrsiRGqePofIxejs82hTzD0sf24e2Z0v6xGx/j4r5o+ead+t5D/0Eum32mRZEj6xDZ0Ssp3nZXdKr9TKp8j36PHf8ajX311PTNjQt85tWcw58zFN3huGXxeyd/9Xt2HBzQ5am639BoVixw8MG8E7lvZFe++5Pqb9NAneOixZej+n3Hq54cSK+D5OHwviYn/QT8//f2+rfy7Jlrfs2Phv7nfD370jChfjjU/uQa2Dj2jvAuQ/92PuHnTWfh0RENVSD16AANe+R29R16iCK3yY9l/V2Ji3Uswo0fsWgGIaxfj+C0LlP03Hc5KD2E1pGgHVUJDWs1fAWzlIgneCqB2NaBFbf9QVu2tbLPrFlZ7XNI0NEhxHV2A2U8/hCWdJuCtP1cKevIvsQdWdcXUF5NLWP3ux71IKv6HPsHDI5eh+ysDkD9yBhq/Mg63uf7IiGtamNw86XgH8euHiTfiwwYTcHfBQ1jW4X8YqfzHhjV45Y4ZaPxoVyx57VfcPX0Ekr9eFYhb7Dw5Pw63FYzDta8Bz8eBadz8N3ltJewwJX6pcx3EmnO65F2yfoeIJB/SJbahM1K/Z76z33dm8/7u755mxoS+c6rPYM6ZibCZ3DL6W0j+7vdv4FH3d0Eze6XfmOjnoP/4teg/AW8qf7vGL1bx9F//+an/Wx7rov8dO/r+y9eU+Ws4/5bYXq+15vaG0F7b6TQanwEl+HDcZrx+2Hft83q3xvQe6tk/y2atwdt1Kp9HwxL9mtK67/FH32+Ulzf/lk1h1Qc6hVUPkrOqSmhWK3BartlfCcwtrF7ZpkksctmyPQo+fxSDPm6Cf3w03CUYrcV/7vo3MOIzPNbOsm1istDSn/YhufgfxJxnHsJSNMVudMWU0TcjeepVgeTjHSQN14/HdZ/sQ/Nfm+BOz/WgiVGjAfjqwRh3xo/SlROf2LlYdpqAN26Q7w1Wn7/b6G8x5xof/6MUzFgue+hTPPLkr5rrI5abJ/9eaZF3So4sw5VjX8OtSfQfCiPNrrSIbTiQ5N+r4/bhPl0+eH33NDMmnL1TfA5zzkSATeWW/ruJ3APPOG9N7JhWQ6Keg6biB6ifJ/D6nJFfewlPuL5vRicsieG/Qf4qv4c/BPq5v28nqf+y2aZyQGWw/5bYahe1/3cthEu7RAeue9Vte9F+Wgn+8ugFuNtVnSq/tX/JNty8IBevjW6q3O6/7OP1eLvOhZjePSe69mhWlzaswNEb5yuvbP09h8IqhVXj3DszV0STmmLQxNxwMMMzxi2sdr3I3e0i6PSEGVDwxWMYMnuvx55mt72F169PvqZoy7bkI9n4u9n3GjEXj7ZNmJQwZUgy8g7s2Fq8ds9oLDrnLkx6oVLkTuYY+fM3HrFTOTbGcx+4/yMOgEOf4i9//QhNY5z/8fDf1EWV6IOUeP2KO7QxTHSbE8i+dMg7/fcJD/7Oz+CLIanxH6aMUiodYhvOpfTDpL74F4xir/6+xYi56Lwm+Jhk+34UDqtQ5zDnghMzk3+Ptj2IOc8+jPd/9V4vGb+XBydi7Yho56C5+Kk++fzuaXQ3Jv2rb1QLVhLDf6P8bYp7X/pP1P/jZrT9l+NqLgeMr+Fo6xl1P+8DoW1072Nc9vEmPIomWNcvT3fxnsSov+0D7rwYo86XhdVNeLvOebEVVjf+gCM3fK3Ytf1YbkBhtezwQeTWbwCbTYAgCLDZbOrPSptSB4SburasvA/c4HNKsLj60+ijUAh+s31on6AW2xx0uQRsBVAzx4lzalT2Tg0E8Kffsn2E1S4XNgqNOUdbRmDF1v0gf8twBl2IvIMiStgB6R67dPc/YRMzxQ1j3qVugBnb1I1tonrGnEvUyKSPXemeg/Q/vf/urv/FdcAl2kNq0ufaVzz9cR0OXf+V8uMvx6v4FVaP79rqAVOnVWsKq+GmSTIKq+H66q5Y7XT+OeEuwXkREli1/VeQf4QQQ5hO3iHASrCh6R67dPc/wdIxbcxh3qVuqBnb1I1tonrGnEvUyKSPXemeg/Q/vf/ubvDVn4A2l6TPBa/39KcfUXDdl8qrO09WNRRWC35c4cOnWYdurFgNJ2vSUVjteF7DcFBxjgUEfvjlAMjfApAmlyBvk6AScFi6xy7d/U/AlEwLk5h3qRtmxjZ1Y5uonjHnEjUy6WNXuucg/U/vv7vPmX89pNat0+eC13kqbN6MX6/9Qnl1d2E1H2F1xzL1PaPHxVf1ZSuAUDMn0YTVM+ufH6oLIY0/dmg7OrRMpuOHQnIv4Qev3VlA/jGMEnnHELbFW6V77NLdf4vTicuZJMC8MwkqCYcxtkkYtCQ3mTmX5AFMAfPTPQfpf3r/3d14wQ2QLoqutpTIHxPClu3Iv+ZzxcS9p6t7CavLP30nqOlX3HI/e6wGpaQZkGjCaii2cywJkAAJkAAJkAAJkAAJkAAJkAAJkAAJkAAJuAncuvfBtIcxp+nbCoOzzm4V8PAq+cAqWRfk4VURpEwiCatvz9sSgSfmpi5Ysx0D+yTZ0e7mXEuKUbsOnkoKO2kkCSQCgRZn10gEM2gDCZAACZAACZAACZAACZAACZBAEhL4fFNJZMJqj0sbSdHwO6gYqd00pMFWWxt88+AjfG0SwpkUxLWyCidmLtppNQCf9SisRh1xwA0orMaXP3dPLgIUVpMrXrSWBEiABEiABEiABEiABEiABBKJQMTCave2jaRBDz1quU+SpNdrK5+73xNF/2Nkg3zWcK2pfV2CuoZ2O1nTdI9xv+9xUDNQv77vWG8svj6p7yv7uewIBtJQbw2iwipFxwLw4btTMHMxhdVgjJP9fQqryR5B2h9LAhRWY0mbe5EACZAACZAACZAACZAACZBAahGwRFh98JGRWLdqSdzIWF/dGYVy0QB0QrE/XMvOu+hSvDdlIoXVuGVp7DamsBo71twp+QlQWE3+GNIDEiABEiABEiABEiABEiABEogXAcuE1TUrFhv6EIpo6L1AuBJibFGG71+lncZVqNb6cX6b9nhvMoVVa6km5moUVhMzLrQqMQlQWE3MuNAqEiABEiABEiABEiABEiABEkgGApYIq0OGPY61K7+z1N/QBMvEFmFD80XF6NejMF1t1bod3p/yNitWLc3SxFyMwmpixoVWJSYBCquJGRdaRQIkQAIkQAIkQAIkQAIkQALJQIDCagyilAjCKitWYxDoBNmCwmqCBIJmJAUBCqtJESYaSQIkQAIkQAIkQAIkQAIkQAIJSYDCagzCQmE1BpC5hYcAhVUmAwmYJ0Bh1TwrjiQBEiABEiABEiABEiABEiABEvAmYImwOnjY41hncSuAUAIVjnDpXj9bFHHu6RKcU1KGuhUVqOFwIkeUIEkSSm02HM3KxMkMO/ZXycHOKrkos9lCMc3U2FDsD7MTAC64uAPenTyBrQBMRSS5B1FYTe740frYEqCwGlve3I0ESIAESIAESIAESIAESIAEUolA2gqrsoDa7mQRWheeRo4oQpKjKkkQIMD1zLDP6ZZqVbGyVh5OZmRYlgcxEVYvuQzvTnqLwqplUUvchSisJm5saFniEaCwmngxoUUkQAIkQAIkQAIkQAIkQAIkkCwE0k5YlStUuxw7hfaniiBKEhRF1VUGKv8jqgqrIrBKkGBzCa3yc3Ww+s/KWmdg5Zl5lsSZwqolGLmIiwCFVaYCCZgnQGHVPCuOJAESIAESIAESIAESIAESIAES8CZgmbC61k8rgHBvXY9GoPIcTtx+8DfkORyKOCpXpsr2qSKqSzHVbCzrror9AiCKElQBVFDaBMjjT9kzMKdRPZzMtK561b19KGKrGVYXXdIR70x6kxWrZmAl+RgKq0keQJofUwIUVmOKm5uRAAmQAAmQAAmQAAmQAAmQQEoRSBthtU55BW48dBRnyKKq7qFUrnoEVlVsdYuqsvjqVbXqGutSWXHCZscnjetbLq5SWE2p6yymzlBYjSlubpbkBCisJnkAaT4JkAAJkAAJkAAJkAAJkAAJxJFAWgircqVqv4IjyKuocN3377ql33Xrv3wclVqDqlajCm5V0y2iVjYBUBRXeaT8P1lwlX+SD7f6pPHZOJmZaVkorRZWW7e9HFPffoMVq5ZFKHEXSkxhdQ/e+3NbjF7fAc8sX4iBTePFz23HvZhaMB5XxssM7pswBCisJkwoaAgJkAAJkAAJkAAJkAAJkAAJJB2BlBdW5Z6qd+UfQg2lUlXtnep+qCKqqzrV1UJV7rGqvuYSWBVxVZ3jbh3geUWSICoCK3AqMwPTm52DMpv8LPJHPITVA3OH4p4Ze1zG98ILs59EJ9ezQO/pvV2wZjsG9mkbOQSuEBYBY2HVLShql4ylyOlHWN37Fvpd8Qw2Gnpqxr5QhdJQx4cVAk4Kk8C+KVfh6lFrgXaj8e28h9HEtY7ndfe6d8zBzrFXe3ZZ+mQeHpjuflqZN8HmyTMorIYZLE4jARIgARIgARIgARIgARIgARKANcLqw49h7aolhjjj3WO1+9FjaHfilObWflUIddesKgKqy3K3SOoWVeUWAUr1qnLGlbtdgDpYU8yqPJdF101n5uH7erUtSavYC6urMGbkftzxSn80BLDqjd54FqOw6BFZWg30nq+7FFYtSYGwF/ERVhcPR8u73gegq9JURM0deDgmlZvBK1bdIljbURvx8aBmJv0PVSgNdbxJMzgsQgI64V8rrLry150XbhG1/0cn8UJPQH1uUIEcZJ7bYAqrEYaO00mABEiABEiABEiABEiABEggjQmktLBamiugtXQM12864TqESoAoirC5VEvlln6XeJp9SXvkduuBnCt6IKP+2ap4WrwDOL0DYsFkoPwgRBGQC1IlUa5qVYVWucJVfthtahuBMbMa4Fhh5IdZWS6sXtoJUye+broVgFKhuqI7PnAJrdprJNB78jgKq/H9RPEWVr/Fsw1uxSy9qKo30VU5ilGjce6oZyrHe0RZdUKl6Kmuu2PUHPT5/FaMXq++7xa7lCfaue3uRX+8j1kBWgH4F1bdPriNdlckGlThugU5v3ZTWI1vdvrZXcm/uejzUV98fdcz2KgRVvV54X6u5FpTteIZBmJ8wHk9K+2gsJqQGUGjSIAESIAESIAESIAESIAESCApCFgirA566FGsW73U0OF4Vqz+coGAU2eKmDJtP6qWOl1dVNVqVVkElQVWoVp15N03FNX63aHYf+iEhB1H5LYBAs7Os6FlPfXWfunwTIgFkyA5TikirShKqsgqtw5w92oVgOXbauDzVbUiDr7Vwmqbdp0wZYJZYXUVxtw2CnsGvINJfeX6Ve0j0HvqOAqrEYc/ogW8hFW3wKi7ddpnA80t+R5xVH5tODBWuSVbL0hWip3qeL2A63ruI3T6v73fWFjVr6uvfDUQSgPaTWE1ouSK9mR3Hnq1AtDk2qjR2DFKI7y6q1LbdcDG9WtV6zxzA8zT+EFhNdpB5fokQAIkQAIkQAIkQAIkQAIkkLoEUlZYdWQAy7upsu4NP53E/ct+V36Wb+mX+6wqwmr16qjz5rvIankeNuxzYPKSMmzId1T2CRCA+nk2PHptDrq3yoRU/AvEbQ8AzsLKQ7DcDVflfqsSUFohYOzHTVBSFlmv1bgIq2vHotfYRWq2d3O3AXAlf6D3dNcHhdX4fmAYCaueSlOfnqauW6gNBS1vP9Rbrt3CqE44hfuWbNf7e9X2A5UVrmG2AtDdzi1b5C3AwnUolv/DqLztprAa3+wMsrvfPPSuWnaL//6qUvWV1bNc23pVVLteo7Ca0BlB40iABEiABEiABEiABEiABEggoQlYJ6yuMq5Y1ZwVFRKISCtdD9cHtrVSq0ll7XPcxwfQ9GiZS1xVX685/ElU73+nIqhOWVJaaV/leVWe1wZ3z8Gg7tmQDk2DmP+ytktrpcjqqmSds6wu1u+qofE3Um8qlwpXcG3TrjOmTBgfWiuAGU29DrByW6EeZGX8njyGwmpIqW75YHMVq7pKULegFfBQINlUc8Jqj4XqIUSRCquGVaxeYquxsOp9mJHWbgqrlieclQsaCavuqmulEvVcTFVaW6htJx7YrcszbR5f+4XaW9hgntyb1f2gsGplALkWCZAACZAACZAACZAACZAACaQXAUuE1QeGjsD61d8bkwtTUwxzmseG7a0kHKon90NVD6C66GAJXvjsoOcQqsz6DdHg0/lY8nMFRs487SW4amRMV42rKsROGlgN7ZpkwLHlXgiF61zVr75ur99RAx8vr5dQwuolHa7ApDdfMy2somAWhoxYgp7jJqJ/A52Pgd6jsBr3TxBzPVaDC6tevSw9hwSZE1YHxqBiVa0+9BVKA9tNYTXuCRrIAANh1bviWNO7V/6PAC7x1Kci+445mIpbNRXWunljr6awmtCJQONIgARIgARIgARIgARIgARIIDkIpKywuv5iESfOcNerysEQ8MJnBWh9sETpi3rWcy+g2p9uwvWvncLB46JeS1WVVPnhOpxKft6+SQYmD6wG58EPIOWP8SrG9fRcFYHDx7Mx7n9Nk0tYlcXSTxth0iOdFLu9qlIDvWeQ56xYje/F7y2sagQlw76VulYAmopVVaAEnlm+EAObuoVYk8Iq1EOFPIcQeQ6TCrPHqsd2X2FUL7wFtpvCanyzM8juBsKqXij3qmK+6muvPIOSs2u9qln9tQ1wW8KK1YTOCBpHAiRAAiRAAiRAAiRAAiRAAglNwBJh9f6hw7Fh9TJjR8MsPQ1zmseG7zo74cyoNEkWU+sWOjBu9gHkljrRcNon2FutJW6fKPdL1T/caqr+dQFfPlYDZ+ceQsU6zb2kEpSDrOSHPLOk3Ibnp7fSTI7Um8qlwm0F0Payrnj7jf8EqFg9gFkj78fkfPdezTDYU60a6D1fehRW43vN+wirijnePSo9FrqFVMNWALq+lnfci1nTt3oLrRqx1m9lobxZu9GYesNcPOARan0ZGR9eBcBfX1j3Etr3dbd9y0P6e9lNYTW+2elnd58Yu8Yp+dnc1Ue3cm5liwnNfzhwvV3ZR9Udaz/zXC9TWE3IjKBRJEACJEACJEACJEACJEACJJAUBFJWWP32CodadSoXo7p1TQG4fc1x3L72GJqt2Ybvtlfg0RlFxoGSFUxZjXU/XE/H3VENPVplwrnyXOUALGVpRe10NWZVDrGS8PQHrTXrJoOwal2+Uli1jmU4KxkLq+GsxDkkkPoEKKymfozpIQmQAAmQAAmQAAmQAAmQAAlEi4BFwuoIbEiwHqsLulSogqcol5O6VFFBQNVSJ6ZM34/Wy7Zg8fZyjJih9lfVPjQyqacTgKKfAnhtQDX0PD8TzhUtFAFVHmCzC5Uiq2uhp95vk2DCaje8/car5nusRpBxFFYjgGfBVAqrFkDkEmlDgMJq2oSajpIACZAACZAACZAACZAACZCA5QRSVlhddFk5HHYXL1lYdVeUihJ67ijCf0bMwG859dH71RMhQZ39cB7Oq/ELxB+vVwpa5apVtQ2AALnPqrxPSUUG/jkz0SpWKayGFOgkHkxhNYmDR9NjToDCasyRc0MSIAESIAESIAESIAESIAESSBkC1girDw7Hhh8Sq8fqyosdOFXF6QqUoJabyrfuCwIkUcKklvfiiiv7YeA7hVi7t8KjuwaKbIMz7PhmZB7E3+bA+ctIRUSVi2LVG/1lYVWEzSZg16FqmLLgXM1SbAWQMldMEjhCYTUJgkQTE4YAhdWECQUNIQESIAESIAESIAESIAESIIGkI5CywupPzStQUFtusOp+qKKq6JQg2IAO9dvggz+NUUTVe6cWuutZIXl+cmmxrhYA8utv3Fkdvc7PgnNdZ0glBxRhVa5adR8o5W61um5XLcxe2TQhhdWBL82LSZIO7NM2JvtwE18CFFaZFSRgngCFVfOsOJIESIAESIAESIAESIAESIAESMCbgCXC6n1D/oKNa5Ybsw2zWDPMaR4bCmo7samZWokqC6nyQzmLSum5qj5/+vIHcXfrm/DW4mK8ubCkUknVeyIAw3pWwcO9cnF8/zuonv8P17lWasWq++FuODB7RTOs332WZpVIvdHsEeZSl3bshomvs8cqPwBIgARIgARIgARIgARIgARIgARIgARIgARIwAoCKSusVmRI+K51GSoyZTVVJ34qCitQPasaPrphLFqd1RwLt5XjxS+LUXDc3T5AnXNZs0wM65mr/FtwfAeqbO2L6uJx14KVFavqkmpV7POz2qOkPIPCqhUZyjVIgARIgARIgARIgARIgARIgARIgARIgARIIAEJWCKsDhw8DD+uW2noXpgFlpag2tKoAvl1K5Sb++WHq82quykqIAI1sqthWIc7cU/rvsqY7QedKDihiqvn189Ag5pqeesHm+dC3Pcy7s7b62oXoF3T1WZAFLFhT23MXnVexPZrK2EjXgwAK1atoMg1SIAESIAESIAESIAESIAESIAESIAESIAESEAlYImweu+gh7Fp/SpDpvEUVkuygUWtTyt2yeKq2xavGlZR6ZSKhnn18Ei7u3D+Wc2V/8mPA4VHsHDvCizcuwoHfl+DhS22a9RU16quw7DcQujYzzrgWFFOxPlltbDa7vIrMWH8K5i5eGfEtgVbYMGa7WCP1WCU+D4JkAAJkAAJkAAJkAAJkAAJkAAJkAAJkEAyE0hpYVUOzJaGZdhbt8ITI/WwKQGS/IOssMoFqcoZV65TqLSnUWki+++z83FzzWOeo6xEUYLdJiiirCSqfVwXbW6Cbzc1tiQfKKxagpGLkAAJkAAJkAAJkAAJkAAJkAAJkAAJkAAJkEBUCFgirN7zwMP4aUPiVazKxCrsEpa0KkZxpghBFkIlSW0J4NJS3WWsspApC6SeslYN7suqFOKDJjvVg6o8k2WBVj0QS17zRFEOxszrZFmQrBdWu2PC+JdZsWpZhLgQCZAACZAACZAACZAACZAACZAACZAACZBAOhNIeWFVDm5xloQVLU6jOFttAuARV7XNV11Cq1ssVQa6egcsPm8LzraXKdWpNkWcBWwCIFetyo8Tp7MxZXF7S1oAuJORwmo6X5b0nQRIgARIgARIgARIgARIgARIgARIgARIINEJWCKs3n3/Q9i8cbWhr/Hssao1SBZXlzcvUsVVSVLEUUU71Rio9GF1twlQdFUBfWv+jpca7K0sT3UJs+pcAccKszH1O1lUzbU01hRWLcXJxUiABEiABEiABEiABEiABEiABEiABEiABEjAUgJpI6zK1GRxdVmzIhRniWrVqutWfkUklStRnXKf1Uq+DbPLMa3ZL2iQWeYa63XsFY4X5mLyd+1x3GJRVS/4WhHx9p164K1xY9kKwAqYXIMESIAESIAESIAESIAESIAESIAESIAESCDtCVgkrA7F5o0/GMJMlIpVrXHb6pTg57plAYKvHmz1bINfcU+tQ0plqvxwiiJs8s8CsPznRli0pSVKyjOjkkRWV6xSWI1KmLgoCZAACZAACZAACZAACZAACZAACZAACZBAmhKwRFi9674HsfXHNXFDGI4IeTpTwrbaxcivWa6IqJIoQbALSh9VQRLQMLsMS1r96PJJFVqLKzKxcU9DLN/RBMdPW3frfyj2hytUt2PFatzykxuTAAmQAAmQAAmQAAmQAAmQAAmQAAmQAAmkHoG0FVbdoaywSyioVo6jVRw4neXE8WwHHBnAy+fswbVVj+FUcVUcPFYDu3+viW0H6qOkPMPyLKCwajlSLkgCJEACJEACJEACJEACJEACJEACJEACJEDl2mCTAAAgAElEQVQCUSVgjbA6cAi2blobVUMDLR6KMGnOyHDrQs2trh8Viv3hWsaK1fBiw1kkQAIkQAIkQAIkQAIkQAIkQAIkQAIkQAIkYESAwqphXoQrX4aXZBRWw+PGWSRAAiRAAiRAAiRAAiRAAiRAAiRAAiRAAiQQLwKWCKt3DhyMbZvWWepDKGKjcppUAj9C80V1xK9HYbra7vIeeGvcWMxcvNMvqQNzh+KeGXtc7/fCC7OfRCfd6FVv9Maz3wMtBryDSX0bGq61YM12DOzTNoEjQtNIgARIgARIgARIgARIgARIgARIgARIgARIIDICFFYj42dqdnIIq6swZuR+3PFKf8hyqSKgYhQWPaKRVteORa9ZwDVYhD1dKKyaCj4HkQAJkAAJkAAJkAAJkAAJkAAJkAAJkAAJpCQBi4TVIfh5ywZDQGEWWEYVthCO0unHInNLWUfB3H6+xra9rBvefG1MwIpV7SylenVFd3zgElqBA5g18n7s6/8Omsy6H4sprEY1R7k4CZAACZAACZAACZAACZAACZAACZAACZBAYhOwRFi9/a77AEnyeCppfpZflFD5nlkcgpnb+116pWesH/3SaC2PuKpTKvWiq36u0Tz3a3rR099cwWbzwVC5hrET/sVgc6KtbNvE1181KayuwpjbRmGP5nZ/RWg9cDcWPXKOIrBSWDWbyRxHAiRAAiRAAiRAAiRAAiRAAiRAAiRAAiSQigQiFlZ7XNoooGpqTvYzQBv2RCvCZH5z8yP92xVuFWoonsoib1mFAzMW+e+xCvlW/7GL1GW7adoAFMzCkBH5uFfpuapWrlJYDYU+x5IACZAACZAACZAACZAACZAACZAACZAACaQagYiF1Zu6tgwsrFqhPAahbqq6NZTIWWxz0OUMBkTDp9IyB96et8UUCfUgq6Z4YfYA7FdaAHyDpzrIUymsmgLIQSRAAiRAAiRAAiRAAiRAAiRAAiRAAiRAAilNgMKqUXiDKqGh5UTQ5RJQWIVSpboEPcfdjX0jRmGBkcuN79P0YK0csGDNdgzs0zY0SBxNAiRAAiRAAiRAAiRAAiRAAiRAAiRAAiRAAklEIGJhNVgrgHBZBBUjtQuHNDhci/zNC7558BG+a0ejPUBZhRMz/bUCkIXUTxth0iOdFGMqK1bl2/+1D1asWp1BXI8ESIAESIAESIAESIAESIAESIAESIAESCD5CEQsrHZv20ga9NCjlnuuPwBLPgLL/XC/J4r6LgTez33WcB2qpX3dfbCW9rwtWQh1j/E5eCuUQ7p05vn6pHqk7GfygC9DkTaICqu0FRCAD9+dEuDwKlUwnZzvptwMg8dNRP8G+tBSWLU82bkgCZAACZAACZAACZAACZAACZAACZAACZBA0hGwRFh98JGRWLdqSdyct766M5wa0/DdD8X+cC0776JL8d6UiQGE1fDt189kKwDrWHIlEiABEiABEiABEiABEiABEiABEiABEiCBxCRgmbC6ZsViQw9DEQ29FwhXQowt6PD9q7TTuArVWj/Ob9Me702msGotVa5GAiRAAiRAAiRAAiRAAiRAAiRAAiRAAiSQrgQsEVaHDHsca1d+ZynD0ATLxBZhQ/NFxejXozBdbdW6Hd6f8jYrVi3NUi5GAiRAAiRAAiRAAiRAAiRAAiRAAiRAAiSQrgQorMYg8okgrLJiNQaB5hYkQAIkQAIkQAIkQAIkQAIkQAIkQAIkQAJpQ4DCagxCnUjC6sCX5sXAY2Bgn7Yx2YebkAAJkAAJkAAJkAAJkAAJkAAJkAAJkAAJkEA8CFgirA4e9jjWWdwKIBQYRsKlBBsEiCh1ZuL33MYotVWHTQBEKfjKge62l6dn2QRk2YByEXBIEiQJyBELUas0Hzk2ByDYAEkMvpFrRCjCa5idAHDBxR3w7uQJbAVgOiocSAIkQAIkQAIkQAIkQAIkQAIkQAIkQAIkQAL+CaSssCq7/AdqYVv1zhCFHEB0RpwHslSaZbPhwOlyHDhWggvqVUP1TBsqRAk2mx02qRQXFq7CmfgjpL1iIqxechnenfQWhdWQIsPBJEACJEACJEACJEACJEACJEACJEACJEACJGBMIGWF1VJnBtZV640ypwRnWTEyBQGZNkAWMeWq1VKnBJioXvVgE4AMQcDmonI8ekULdGzTFFPn/YB1hwtxTk4mKiQJ9uwqyLYLaH/6G+TYzAu5FFZ5eZIACZAACZAACZAACZAACZBAGhHYNR5dWo7ASsXlwfhKmoQ+aeQ+XSUBEiCBVCFgmbC61k8rgHBvXY8U8IHMFtiT0xplp/6APTMLh0oqcORkKVAmAtk2tKtXDYIgwClKitAaTGOVx1TJtGFbUTmaV8nEh8/dgcwMO27/x4cQ5DdlwdbhQHaNM9GsbDPOqdgdkQuhiK1mNrroko54Z9KbrFg1A4tjSIAESIAESIAESIAEQifw9RAI1012zUtToYgMQs+bNJ2xa3wXtByhyqpAZ4zbuQLDW7ieMo/SNCvoNgmQQDISSFlhdVdOa/wqNAWKT+JwhYiezWtjYN9usNsErNu0C098slbpg1olNxPNqmShWqYNJXJ1q0sk1QZT7tZaVOFEy1pVMfLuq/Ha9EUYeddVaH1+Ywz5xwf4bPdvaF8zFyWlFciodgYaSXvRomxLRPlAYTUifJxMAiRAAiRAAiRAAgYEdmF8l5bwaBmmGOkED1NzojDIq7oNGPyVhElG5W1egkyMbacYBCQiA13uKDLeuJ1Y4VHxopCv6bqk2esUAIXVdE0S+k0CJJBqBFJWWN2ddRH225ogp7wQq/acwFdj7sSJE0U4cvQ4rup2KcrKyzHn69U4erwQq/ccxdbdx9CkUQ3Uzc1SRFS9sJlts2H98RKsGn03WrWsjwwAhSUi3pu9CO98t1URaWvaBThza6CJuA/NK7ZGlCtWC6ut216OqW+/wYrViKLCySRAAiRAAiRAAslNIBxhNYCIGUsYZgWbJBZWvx4iwF3wmrTCXwIKq94CnitpO4/DzhXD4S6QjGUqp/ReZq9TGYJ2rD4eCZhHKR03OkcCJEACERBIYWH1AuQLTZBZWoi1B4swYVBPNGpQGzf0fgPS1Q3x4aCrcH7LRkobgKzMDBQcOorXZizGom1H0LHpmShxOOGU5AYBajODDJuA46UVaFazCobd1hXyW63Pb4a6daph688FuOmFmcgRHahX6yw0dO5F84rtEYRF7QVr5YPCqpU0uRYJkAAJkAAJkEByEghHWI1x1ac/sGYFm6QVVr1jQ2HVqivMX84nSF5b5WairGP2Og1mL4XVYIT4PgmQAAkkDAFrhNWHH8PaVUsMnbJYHzQNbrf9fOTbG6Pi9AlkZ2Ziw4FTWDR2IPbtP4T7X/8KyM0ESh2A3YYhXVvgxqs7oFnjBvh26Vo88sa3aNP8TKUHa4UoQoAACZJyeFVhuRN7j5VAWHcCM/97D67teQmcTmD7zgLc/eJ01KiShyZCPppX/GzaVqOBFFYjwsfJJEACJEACJEACJGCSwNcYIlwHd2fQhBX0zAo2FFZNxj1KwxJNEPOqihyMwZiMya62ngmb61EKTUyWNXudBjMm0fIomL18nwRIgATSmEDKCqu7ZGFVOEcRVu0ZGThZ5sBZVbIx4ek78Pr7X2LG2r14bWBPSJKIx974Vjm9asgNrTHsnj/h8JE/cPVzH+HcmrnIzbSjwiECNjVL7IKA3Aw77AKw7VQZ5jx1G9pd3EI+DwufLvgBd73+Hfo3KUbDBOux2vrSTpg68XW2Akjji52ukwAJkAAJkAAJGBEwL6wa3lItn+dtot+pW8TyXcPkIU9mBRsTwqr2lnstEf9Cm3HVo4/fBmJQS68DepTmnj63oPuzx22b3q7Q7df3szTKA30Fp0mf9UuZYWBwAryXT4O/gmTQQDecVgnafJM5foB7NAcmeeeelw2GrQKCVxUbxsaPP9p+tGqMd2r+I4d3PGITczWYIfmgj7/Z61TdyP9hbwHeC9ibNSz7w8x1/kIhARIgARJQCFgirA566FGsW73UEGm8KlZ32lshX2oAx+mTkGx21MjJwA8bDuPD0f2RYbdhwJAP8cC9bXHRuY0wYtYydK1THcsKTgAisPzVwcjMyEDHx97G+XnZyniHU3I1BVA0WGTYBZRUOLHrVBm+/PsAtGrRGO/OmId/L9uPW2odQ5PyxKpYbdOuE6ZMoLDK654ESIAESIAESIAEvAmYEFYNDv/xoWgkRGnEkc7jvkK/j6/zc3CWiduyzQo2gYRVr/f85IHejyC+e4mrur07d16Jle5Dz722CyDoGZnlFubCsR/e8Q2U/R5fQvE5oLDaGf4ZeMfcWywzEtu9/fAr5nvZoxXMXPthPLq0HAF3WLTrBLUhUA4GvUYMfPK6PsbhohEjPJXjgMvenVrx0WTOhhNzeelwfIi1sKq3UStah2N/JLnOXyUkQAIkQAKpLazusLfEPrEhyk+fhN1mV3qkbj5VisEdmuHOvj3Q7empaF41C7tPlaH1mVVQ5hRRLSsDJRUObN/2B5ZPf0wBdMWDr+PSZmeipEL0Shn5WZZNQIVTxM9F5bjgjFz8fLwIF9evi4b4FeeKuyJKMatbAVBYjSgcnEwCJEACJEACJJCyBIIJq+aFOegr88wIgW6uwQ4TskBY9Vdxqw+tVmwLVk3qX1gNnDDaKtRge/iv9jXew79YaCwuqqtUCp3B7AkoaoYb82DxDefWcMPDkXTViQGEOTMVyX0UdiavkYAHNOljqcbjT1920VTY+s+pSGMetg8xFVZ1sfPiGV4MIsr1lP2dQMdIgARIIDQC1lWsrjKuWPWUeYZmV7jTPLvssLXEPufZKC0+iQybHfJpU/Jt/RvzT2DR6w9i8bIN+PfM1bjs3LNworQCNrm0VgIy7TY4RRHbDhZi8/RnsGXbLvzfU9PQoU1dFJY53GdZqftIgM0mKL1XS50isgUJYk51NLUfwnnSTo3H1tXthiu4tmnXGVMmjGcrgBDzkMNJgARIgARIgARSnUBgYVUvRnrflq4XM3SVpz4im/Z9/e23QapWg1ajGcXJ2B7fW/51fnjENu3revvU96Btg2AgKlYKXro9fITk4LeZu2+dNm+/QcVmCzcnjT1+BSoTPuuxRxDzQLfim2kV4KvxVYqSWmb+K1MDiK76W8w1gqz+GglUxSyLpcPdMQiYLy5vXGOiG3PfVhGmfYihsIohAq5zN4PWtZMILwYhXt+p/quA/pEACZBAmAQsEVYfGDoC61d/b2xCmJpimNM8NmyXmmO/VB9lp13Cqlxharfhp98K8dg1F+OWG7pjxEsf4o/iUmTb7ZAk+QZ/pRMAqmTY8ePx0+h3YUOM/dtgvPjGNExauQOta1ZRKlS1D/mZ3H5VOejK6UB21Tw0Eg7hAtvuhBJWL+lwBSa9+RqF1TAvFE4jARIgARIgARJIVQKBhNXAQpNCJFClYbB+p7q5AQ8TskJYDRBCY+HOhP/aNYP46yX+hCOsRmS/sUiq6FRetoToc0Bh1UAsDytfwmkDEEA0C2CDf9HVnw3BeAUQzHXCqrn2BpXAg+esVTE3Ifq7zQpWeez3etG1StBXKH8FXOdRVYP0A/bpaevP/mCxS9XPfPpFAiRAAtYSSF1hVWyKfLEeyopPKa0AFNFUknBmTibWLNiP+V88gV2792PYS5+h7QV1cNrhcJEVXOOysGbJfsydNgx1zqqJLre+iEsvrYeicrlqVSv7yoKs+twpOpFdpQYa2w7jAvteCqvW5ipXIwESIAESIAESIIEoEAgkrJoRtMwKR8H7ZsZKWA3aEiBANaIaAD/VtcFuVw/4vnnxKhT7vW919tMKQCdEGa9vog+ujCYYA91t84EqoD3vBV3T4LLQzgkiYnu1sPASBjU++7Uh+DXi99CtEPyKbswj8EGPPirCqvcmvgJ0+PZHlOtR+DTmkiRAAiSQjAQsEVbvHzocG1YvM/Y/zNLTMKd5bNguNkF+RV2Ulqg9Vt0Pudfq9qJyfPuvQZj+6bd4f90eXHhGLsp1lajyuPzT5ejdoh5e+ftQPDtmKmZuzseF1XNRLnpXrbrXloXVnNw8NM48ggvs+xJKWG17WVe8/cZ/AlasHpg7FPfM2OOyuxdemP0kOinPDmDWyPsxOV/jUrdRWPSI+q7+sWDNdgzs0zYZrwfaTAIkQAIkQAIkkHYEklNY9VvdF6hq1GzVq05o9NuHMWDPzMCHFUF3KzNgQlgNy/5gvSeNBG8/J8PL10awXrhBxcLArSeM2gHs1N4C7lONaHzBBuud6T1Ly8A4Dv5bEQTj672Tl5AclJWZA6Vc63txCWaTPubBxgfwQY8/KsKq/hA0a+03fX2n3e8GOkwCJEAC5gikrLC6zdkY+RW1vSpW7TYBP58qxR2XNME9t/XGNU9NxEVnVcWpMgdyMuXeqhJsrupTERLysjOxYUUBFn72NMrLy3HdjS/j0p7n4KTSk1VQ2gbIbQDcD0/FauZRXJihVSEjlYkr9wi3x2pwYXUVxozcjzte6Y+GAFa90RvPwi2eqsLqvv7f4KkOwROLwmpwRhxBAiRAAiRAAiSQKATSRVjV93SVNcKdWOFqeGmmh6ehAKMVtIIJZRFVrIZnf8BKRxMiZVCf9WkcjEHAilV9xatcMfoBcE9LjFipbmTudvnQhEL9ur4tG/6EL7v4syG0vfz3LjUSuGMV8wh8iImwOhhf7bwAL7QcAVcayIkAaZJ6dJjpg7dco/3lUMi5nigf4bSDBEiABOJMwCJhdQQ2JFiP1W2OhthXXhvlpYUQXPKn3GN1++FTePSGDuja+VLcPPwttGp2JmrkZuPIqWKlB6vcLsD9UMYfL8Y9HVvi74/fj+H/eB3r84/ijOxMnwpXeY4EEVk51dEk6yguzDygCW0iCKvd8PYbr5rusapUr67ojg8UoZXCapyvU25PAiRAAiRAAiQQNQKx6rEarIIziGhmthLOb8VqoINqdBWaQQRHv304g4mKEQmr4djv74Cq0JPJf+9R3VohMTCKua5idPBgYPJkl6BmXF3r443BoVBBPdbGXN8O4Kt++Pg6t6int8FEpbG/zYOx8hKhfVsxGP/HgHBiHoEPsRJWpUloOb7yMDJvMdxC+5UiYe0+JnMuaIJxAAmQAAmkLoGUFVa3lzfA7vJaKC89CZuQqUQwy2bDz4dPYfj17XFNr87405VP4u2PhqNlyybo1fcFXHJZfZwqlXuougIuAXk5Gdj41X58v+rfKCo6jeu6PoSL/nw5bHab2m9V8xClCmTl5KF51h+4ILsgiYXVVRhz2yjsGfAOJvWV61f1rQCaYfC4iejfwPjCYMVq6n5g0DMSIAESIAESSD0CIdyardwJXlnl6VspFugAGpmcVhzSV8kF6eFpqbCqE/T0QpxHZHPZqBda/QliwYSyIO8b3QbvPkBez9p/5aNS1qlW8wVtHRCg761Zn/UXhI+oGXrM/VbZmqiwlc0xU30sj/PeR2unb6Wox00DGwz72FYGTpmqjglyQJM0Ce4aTHW/AL1D/eVsWDHXt34wvhYNfdDH3+x1qkKB4DmQygwbfVwq54QXgxCv79T78KdHJEACJGAJAWuE1QeHY8MPCdZjtexs7Cw/Ew5ZWEWGAssuCNhTXI4+LevhyYfvQLdrn8PqhS+i0TlnY/jf/oPZG3bj/DOroczp9MCVq1Z/PlaMuy4/F/965iHMX/A9xkz7GnvXHca5HerDLgClThEC5NYAFcjIyUPLrGO4IOdgggmrwXusYu1Y9Bq7SLU7QA9VtRdrU00PVu9cpLBqybXJRUiABEiABEiABGJCILCwGlycqzTS5/CpUCoHg4lmZgUbvxWrAcQyPWe9sBooDpa1AtALfZpNlT1aYrzmdvSAqRGK/cpCWlHLxG3hgWJlRcz9iIPhtAEIOEe3jzZ//Ym7husFFTPd0TIjHmojG6Wc9Yl5CL1cfXoD6zLRFAuXcLszVGFVL8Zq/kOPqX0tzvWYfD5zExIgARJIfAIpK6xuKa2LvaVnqhWrNrViVX5Uy7Rj86bDmD/zWWza+guu7NIBe/b+ippn1ECffi+gdbuzlZ6rNlfzVPmcqmpZdmw9dBJP3XoFru/TA1lZmdi89Rc88NIMWa1F63o1lL6rAhxKxWrTnGNonXtEE/1EaAVgQljVWBxYPFUrWvGkcc9VCquJf+HTQhIgARIgARIgATeBIMKqPMyMWGYktulEzs6dV2Klp0miNgImbreNWFg16Yeivbj7NwYTGXWVfRFWrPoVsd32mImDl/0h+Ow5lCpEn/UXksbGzuPG4aIRIzDZ8GILFHMjQdFEjvjkarA5Ol+1B3MZsg6wnqnYhCqshhA/vwJ/gE+6gIev+ZsXhKkpgTMCYVVfkaytgg85BhHmOn+JkAAJkAAJKAQsEVbvG/IXbFyz3BhpmJpimNM8NmwprYPdJWfAUXoKQKWwmpVhw84Txbj54iZ4buQgZNjtaH3TE/jklYewZ98BPPG3GbjwsgYoKquAuyeABAlVM+3YfuAksK0QN953Ce7tdx3OOqsW3npnFv77vx9xfuu6KCorRVZuDTTPPYHWub8llLB6acdumPi6+R6rKJiFISOWoKfRLf+B3gNAYZWfLiRAAiRAAiRAAslDwISwqjjjr3rOrNikjtP3SfQ+hCYANSuEVcWN8eiiPQTHLUQ+saPydTMH4wQVkoP1lPXDzcA+ryrJEO2vvEXadz//vST9CE7Bqop1wqa7AtTnUCAT6/hUjJqYo24v33LvyiMTc7xt0zIyyPeg6/mvMPWp5g5FBI5JzN3XXog++FyywcRKeUJkwqpPCxKvuIRqfwS5njwf8rSUBEiABKJKIHWF1ZLa2FWch4qyU55WADJJ+WiqnAw7dhwpxFUXNkBOVia+2LIfdatl47n7bsSXC1dh/s4CNK2aDadYeZCV/FOVTDuy7TZsWlMAFMzBA38bh359e2PxktV46eOlaFEnB2JGNbSochKtqxxNLmFVFks/bYRJj3RS7NZWrOKNodh/c2VP1VVv9Maz+fe5DrbyzU8Kq1G9Zrk4CZAACZAACZBAshAIVsGZLH4kq51e1aPa3rguh/SHNO1cgeG63qBxc92skB43AxN042SOeYIipVkkQAIkQAKBCVgirA4cPAw/rjO8r8lzDlSsA7G5qBZ2l9RARVkhBEHtsep+yHpplQw79hSVwiFKODcvF3+UlOMPh4hb2rbEtn0Hcaq4DBk2QRFi3Q+5j2qJKOLO7m3R+fJLUaVKFeTlVYPTKeKGEWNQw+5EVk4NNM85idbVj0XkshBpya5u9+AVqwEOqNL2XpXXbexfVJXfprAaUeg5mQRIgARIgARIIFUIUFiNayT9V2PKZvk/CCiuRrs258ns4UUhmWMensecRQIkQAIkEG8Clgir9w56GJvWrzL0xWJ90DSvzYU1sUsWVksLYbNlqKWqmof8VBZOZQGzwikpP8sVqiUOETWrZOF0aQXs8slU7nmCKsb+vPEw1i17S2kD8K+xE/DH78ex7cDvKHU4IIoOZOZUR8vcU2hd44RpW40GWi2strv8SkwY/wpmLt4ZkV1mJlNYNUOJY0iABEiABEiABFKeAIXVuIbY3wFMRkYZ3qoeN+t1om/QW/DjZmjCbZy8MU84lDSIBEiABEjAJIGUFVY3FtbEntPVlIpVO7wrVv2xcYuZFaIqtOrF2MwMG/acLMY1rRpi9N8ewamiIvzz1alYMmcbLujZCMdLS5CTUx1NqxahLYVVkynIYSRAAiRAAiRAAiSQogQorMY5sGb6XWoP64qzue7tdYcQefWYTRATE9eMJI154gKlZSRAAiRAAkEIWCKs3vPAw/hpQ2JVrG48dQb2nK6KirIiCLCbTgSba6SomyG/Lr8m91nd+Vshap1RBe/84yE0b94Ucz79As8//zFadKiDCqEKmlc7jbZ5J03vaTTQ+orV7pgw/mVWrEYUFU4mARIgARIgARIggRAIUFgNAVb0hvqvYgxywnv0TAq4MtsARA4+2WIeucdcgQRIgARIIF4EUlZY/fFkHnYVVUFFeaHX4VWRgpb7s1bNsqOkwomC77fi6gFX4u7+N2D12k2Y+L+laHZ2XTTOPY1LzjgV0VYUViPCx8kkQAIkQAIkQAIkQAIkQAIkQAIkQAIkQAIkEFUClgird9//EDZvXG1oaLx6rG48WR27C2VhtUgRVvUVqOFSdVeuZggCauZm4qeC40BhOW6/4TIs/eln2DOr4NwaJWibVxTuFsq8aAmrA1+aF5FdZicP7NPW7FCOs5jAroORifoWm8PlSCChCbQ4u0ZC20fjSIAESIAESIAESIAESIAESIAEEpdAygqrOwurYNPJaigvLoJgl1sB6E6vsiAm8oo5djsECNh7rAgNq2fDllsVF59RhHOrl0S0g9XCavtOPfDWuLFsBRBRVJJjMoXV5IgTrUwMAhRWEyMOtIIESIAESIAESIAESIAESIAEkpGARcLqUGze+IOh//GqWD3tELHwYC2UOiU4K8oAwXph1e2wLKxm22yosGUixy7g6rOPoWqmu1treGlBYTU8bpwFUFhlFpCAeQIUVs2z4kgSIAESIAESIAESIAESIAESIAFvApYIq3fd9yC2/rgmbmz9iZCHim1YdTQPDskGUYqesCo7bhMEZAgiOtc+hXpVQms8EIqIGq5Q3Y4Vq3HLz1hvTGE11sS5XzIToLCazNGj7SRAAiRAAiRAAiRAAiRAAiQQXwIpK6xKyg36Ek5XSCgozkGRIwM2SBCVlgCBq0nNi5eiaxcBVTMdaFClFFUzbGqD1BCEXAqr8b0IUm13CqupFlH6E00CFFajSZdrkwAJkAAJkAAJkAAJkAAJkEBqE7BGWB04BFs3rY0bqVCESXNGmpdWza0XeFQo9odrGStWrYhUcqxBYTU54kQrE4MAhdXEiAOtIAESIAESIDSQlTsAACAASURBVAESIAESIAESIIFkJEBh1TBq4cqX4aUAhdXwuHGWMQEKq8wMEjBPgMKqeVYcSQIkQAIkQAIkQAIkQAIkQAIk4E3AEmH1zoGDsW3TOkvZhiI2ArEVQkN1NDRf1NX9ehSmq+0u74G3xo3FzMU7QzU/5PEL1mzHwD5tQ57HCdYQoLBqDUeukh4EKKymR5zpJQmQAAmQAAmQAAmQAAmQAAlEgwCF1WhQ1a1JYTUGkLmFhwCFVSYDCZgnQGHVPCuOJAESIAESIAESIAESIAESIAES8CZgkbA6BD9v2WDINswCy6jGSQhH6fRjkbmlrKNgbj9fY9te1g1vvjaGFatRzazEWJzCamLEgVYkBwEKq8kRJ1pJAiRAAiRAAiRAAiRAAiRAAolIwBJh9fa77gMkyeOfpPlZflFC5XtmIQhmbu936ZWesX70S6O1POKqTqnUi676uUbz3K/pRU9/cwWbzQdD5RrGTvgXg82JtrJtE19/lcKq2QRM4nEUVpM4eDQ95gQorMYcOTckARIgARIgARIgARIgARIggZQhELGw2uPSRgFVU3OynwHPsCdaERvzm5sf6d+ucKtQQ/FUFnnLKhyYsYg9VkPhloxjKayGFrXPvlkPCZkQhQrYJRFOIRM2SQy4iGizI1Msx597dwhtM45OOAIUVhMuJDSIBEiABEiABEiABEiABEiABJKGQMTC6k1dWwYWVq1QHoPgNFXdGkpILLY56HIGA6LhU2mZA2/P2xIKibDG8vCqsLBZNonCqnmUny3YhIuanImul9ZDBTIgSCJsggBRV3WvXVGpHhdELFt/ENv2HkPf3peY35AjE44AhdWECwkNIgESIAESIAESIAESIAESIIGkIUBh1ShUQZXQ0OIbdDkKq6EB5eiABCismk+Qud9swN23XIysCgmwOwAhA4LTDtic0Lc0cbfjcL8uV61OnfsjbrnmUvMbcmTCEaCwmnAhoUEkQAIkQAIkQAIkQAIkQAIkkDQEKKxSWLU8WVmxajnSkBZMXmH1Wzzb4FbMajca3857GE1C8loevAfv/bktRq+/F1MLxuNKE/M/WbAeD9x0AQQx08RodYgkygKsHTapHJO+/AW3Xp0swqqbj+yFeUamwYQ0UB8rV+zddu19C/2ueAYbw84F88ZQWDXPiiNJgARIgARIgARIgARIgARIgAS8CVBYpbDqIXBg7lDcM2OP63kvvDD7SXTS8PF+vxkGj5uI/g18AVJYje/HjLew6hasvG3q/9FJvNAzmnaGI5KGM0frQ+jC6twF63Hfn1rDAYdpGBnIgggJNgiY8sVm3Nq7rfdctyjoerXtqI34eFAz0+tHa+C+KVfh6lFrEf3Ym/GAwqoZShxDAiRAAiRAAiRAAiRAAiRAAiSQ2AQorFJYdRFYhTEj9+OOV/qjIYBVb/TGsxiFRY+o0qoiqq7ojg9c7wdKawqr8b3oDYVVT+WfW9DqgGeWL8TAptGyNRyRNJw5EQqr32zAPdedB8lmNw1CEJ2KrCoJIj76cjf69m5TOden0lLmPR7N5pmroDVtRBgDE1tY1TnEitUwIswpJEACJEACJEACJEACJEACJEACsSZAYZXCqmHOeQupqzDmtg/RxE+Fqn4BCquxvoy99wssrAJLn8zDA9OhqVzUV7W6RVcDEXbxcLS86314qjD9CmABRFLXGm6rKys6K+c80+oZjJ6ujvCusNTezi6/qxWIfStW3b4qC90xBzvHXu0F638LNmJA7xYAbOaDJjgAyQbBJuGjr3ahb29NKwC3bwZ7wc3K856OL9Tb3zFqDvp8fitGr6/0/+r5asx8eWjN9hfHyph7RhvdYm8YF7jaK2g462Oum6fsEfQWfn2sdM91e+S7crYyVwLlgc5fo1hosLEVgPnU50gSIAESIAESIAESIAESIAESIAFvAhRWjTIi6GlToaVR0OUS7vAqWUgdhT0D3sGkvg2BglkYMmIJ0HgPduW7fO9WWc2qp0FhNbT8sHp0YGFV18sS+ufeYl+Phd63j7urHj3CmV5o9TjjR1iVBbPhwFilh6q/28HdYqpe2PUnnLr7here19m2b8pwfHfVeK8q3bnz12NA73MBiB7LR/x7GwRJ0rwCCHJPVbEC/3mutWecJAmYuXAn+l7TrjKE2jYAenHRpLC60S0Wu4TWjYBLyN6t9qA17I8aOI5yZXLAitUAcWnsaiHgETW1XK/62iUGy+0O3CKsmf6tIQirI3bg6rve14i1QfLARNy11xyFVas/gbgeCURGYMaMGcjPd3/ZAKpVq4ZHHnkkskU5mwRIgARIgARIgARIgASiRIDCKoXVSgJrx6LX2EXqc61wqry+t7KnqiK0votmT36Dpzr4AqSwGqWr1eSyQXusagU/A2HULcApQppLONuoVP01V6oXd7e6F7OmQzkgShXdYNBWwNxt/WpFqbsa0neOlxjY1HWgkbYC0WW/WtVqLKwGqp78bMFG9OvZGNC1Arh32FQ4pEqx1SYBH04YrERAcL0uC6uzF+/FjdcE7rHq2d+ssOrTtqFSqPTmpUmIYHEc1CywsKrLLa993AKvyy61etQVs71yBfNWT/zVeF1o4vAws8JqB7RdvxYbtWKyD0cA2jyAWlUdvGpWdZrCqskPFg4jgTgRePHFF/H000/HaXduSwIkQAIkQAIkQAIkQAKBCVBYpbBqmCHqQVVN1QOsFGEVmsOsDmDWyPuxuIurolW3AoXV+H7sBKpYha760EtEdR+w5CXSuaoQMRrfzjsXUxuMQfOP+uLru+aiz/KFaDYxDw/8LL8nV6BqH/6FVa/b85UpwYVVReRtPl4VzAwehsIq9LfA+1ZSzv3mR9za82wIUobPqjf2VYVU+fG/uZMr3xcl9WebhFlL9uOWazStALSraKpXfUVquSWBcSuAjWEIq8HjGFxY9R8XrQh6Pb6Vq2bdNrp8hHJAlzZX9Pmgx2tSWPVM08TOqPWAa5y7bYS3L4EraCmsxvfziruTQDACFFaDEeL7JEACJEACJEACJEAC8SSQ0sKqQxQhukWQECgLyq35AjLsAgT1SUSPoCskXCsAeG7/7yn3VYXaCkD5uYGMgsJqRAkR5ckBWwH46Y+pPblef8u4+hx4RhFUd+DhguHY8+e2+PqG0Th31DOYZdjD0lhY1a8dUsWqqxJRa6s3St9bxN3vGwqPAOSK1b5d5ePaKqtTtWvefOvD+HTOW4YRk3uszl7yG27RHl6lH6ntuTp0h3LbvFr9a62w6q7YDB7HtbqetarBgeOieX/UaOwYJfeBlYXUZvD0jfX4bfZQNJPCarvRmHrDXDwwam1lj1y/7Sd8w+Qv7tqRFFaj/IHE5UkgQgIUViMEyOkkQAIkQAIkQAIkQAJRJZDSwmpxWQXmLfsFkqRWmOlFUu1zh8OBiooKFBUV4ciRI5CcDqxY/AW++WwasjLNnxhuFK2kEFbl2/s/bfT/7J0LfFxlnb+/k7SlFNAWUIQWuSVAkeqyCph0US4r2qprwaV1UUFEE9HFpsut+G8RrbsrF20qq5AoIqDVtgoFJZVLkVWSLuC9hVASwGIr0iJy6TXJZP6fc86cmXPOnJlzZubMZC7PfD6lSc573svzvmdonvm9v1ddF7eYQ3BFrHpFqjc1gGfQRKyW9JkNrDy/w6u8AtRHTtpRiW8/Ub879gpTCppC9Elrm/bR5jZ8b7dyiVU7dYCdF9QTsZo6sCooH6y3TXffjTQFl6vbEoBZZNyd9/1GH2o9WA0aH8jVWyChYd3d94IrFYAh8lJtOiJmrUhKz3hSkZfJ8Xu23GfmoLUjcP3kZfA85sqxmpLnDz+gC47wzos8AjXdvvu+fBCGF6tWpLSRW9a7TvwjUV1zEELCIlbzmTfKQqD8BBCr5WdOixCAAAQgAAEIQAAC4QnUvFi965dP6rOfOEuNsQZ1fmel/vKXv+h1r3udSei1117ThAkTNGXKFFOoDg0Naffu3ebPt27dqne+851as/qH+kH317TXhMLlalWI1aQ87U6dF3FkOqeqASuZV3UwubbOzJJf1biMWA3/AJaiZJBYtSWj7MhJ54FLZoe8wip92rz3AKPMsvaIvCfUGz83xNgVevqfDElmveZ91MjXaufotO556uofa9ZP/1X/9ZtkGZe49as3y+FVqa32ycZ8ImvvvPeP+lDrARqKJTTOkVPVb14SalCDGmUIVfvru/7veZ39HmcqAO9p9fZBXMkandvYU9GYSdFclFj1ys/Mecx5eFXqEDO/eTF+5hiX61CuXPORa3XnI1Y/p8Ntbqm2w6yD7PPu7BlitRTvQtQJgegIIFajY0lNEIAABCAAAQhAAALRE6h5sWpErF58wVka19ior3WvNAnakarG33//+9/Nn42OjmrHjh16+eWXNWnSJG3ZskXHHHOMJk6cqAfu+XFRcrU6xGp0iwuxGh3LQmpyi9VCaqife35y3+/1Lye/IWsqACeJUSXUqJiM+Hf765/93zbNeW+WHKt1gDHjMC2/g6UqnANitcIniO7VPQHEat0vAQBAAAIQgAAEIACBiiZQ82L1pw8/pXg8niFUvYLV/t5IG7Bnzx499dRTOuigg9TQ0GD+KUauIlYr+hmouc4hVsNP6R33/1bv/8cDpYaYYomGnDcmEvFUOfvrnse26qwz3x6+wZoq6ZM2wplT1swjW/kvxGrlzxE9rG8CiNX6nn9GDwEIQAACEIAABCqdQF2I1c+c9yEzFcD/fO8OMxLVSAVgRKsaW/6nTTMOrnFHsRrRq08++aR57Q9/+IN27dql448/Xjd/83o98ou7804LgFit9MegtvqHWA0/nz++9zc68o2TdNyhkzSquGLaS6OxYbOC8YmY4o0JmT5VMTNK1XjfGInF1Tg6Tk/8ebs2bdutD59ZvxGr8qQQMMGZKRdkpnWwUz54ZyT7AWTh5y6qkojVqEhSDwRKQwCxWhqu1AoBCEAAAhCAAAQgEA2BmherP+sd0L9/Yo6ZCmDpd37sSgPgFar2IVeGWB0YGNBRRx1l/v3SSy+publZzz77rNY9tEZr7/5BXnIVsRrNYqWWcAQQq+E42aXuvPe3Go0Z+VPjUsJ6Wkdj0jhDpiYSSjQ0KhGLqyEuM6o10WAI2Aaz0Jz3/UN+jVG64gggVituSugQBFwEDLH6yPDJUIFAVRNYfVXGKZ9VPR46DwEIQAACEIBAmkDNi9V7+gZlC1NnblWnVLWv23+PjIyYQvXYY481D7TauXOnmX/VSBGw7777asX3vqUH7/mRxo/LvXXYxoxY5ZErJwHEajlp01a1E0CsVvsM0v+xJ7BG7bHZ6m7t1EDvfDVF3CHEasRAqW5MCCBWxwQ7jUIAAhCAAATKQqDmxWrPuqfV9rEPmqkAbrz9Lr3wwgvaa6+9TNlqSNO9997bzKG6fft2GUL1wAMPNMEbYtWIXDWuGX/v2rlTX1jwaU198+G66PNX6EuXnK/9Jk0INUmVJFbPXrQqVJ+LLXTBrBOKrYL7CyTwrZ89WeCd3AaB+iPw2Q8cW3+DZsQQyElgUMtmNqujr1WdA72aH2hKEassKAgEEQgnVpPPUqqyNvUkujTLU/ngsplq7uizftrWo0SXt4T7Bt/ya9oVm93t2+3WzgH1Bj/4QUPmOgQgAAEIQKBuCNSFWP3c+R8yUwF845Y7tW3bNu3evduMPjUiUSdPnmxK1n322cf8+QEHHGB+b+RVHT9+vMaNG2cuhh07tuuS9nM1ce9JuvDz/09XfnauJu+7Vyq1QK4VU0li9aa7N5R8cd/3aL8QqyXHTAMQgAAEIACBEhBArJYAKlXWOYFgseqVqklgGZHgnnKBYjVL+Rxita0noQBXW+ezyfAhAAEIQAACbgI1L1bX/N8z5oi92/3j8bgZoWrIU/uaXc5b1vjeiFo1xKshXI20AJ/5tzM1ZT/Eqt8DhVjlbQYCEIAABCBQ+QTWtMeUClozBU1zMlrV0ffWNrWpW92uCFZbvhoRdXO0OiMVgEfmFJEmgFQAlb+O6GEwgXBidbXm2BGqKfHpjlq1n9m2tjZ1d3cHRqyGL28/s2Ej1YPHTAkIQAACEIBAvRCoC7H66Y9+wEwF8M1b79SWLVvMKNRJkyalIlQNaWpIVuPnRnqAl19+2fz+TW96k5k2wEgH4HwZovWJ9b/T+t/0atWt/xO4VohYDUREAQhAAAIQgAAEykkgKW7sbb+Dy9p1z/u7NL8pM2LV3kqc2iI8uEwzmzvUZ8pYeXKselIDuMrm3rLsN3zEajkXBW2VikCwWHW3nNq+7/xQwpatxnM3Z7W1lT9XxGoe5VPtBUbAlooQ9UIAAhCAAASql4AhVn/T97A2b9qs7a+8qkSWoXjd4MR999XrDzxAsTmnNGe7x6wqFmgVi4cXk38jO/cMy8ixaqQCaGxo0NLv/FhPPPGEKUsnTJhgRqEeeuihZkqAl156SYcccoiZIuD555/Xfvvtp53jXq9l9w7oiee2aWjPLsXiQ+afvRtHddy0yfr3D7Xotw+s0I9u+UbOQQQi8CmQbUwF04pJu/eMiFQABRPkRghAAAIQgEDtELClS0Y0qV8qALcsVTLHo7Vl2CNSPcJWcka3ZuaLDAKKWA0ixPVqIBBKrHq357ueTc9z5JSmvvv28ylPtGo1rCH6CAEIQAAClUvAEKt33H6rLvvM+zX1oAMUSwZnGkGZiYS0Y/ew4qMJYyu9+behABsbG7TlLy/qph/8ovLF6j19g6ZA9dveb0xLtp8bh1qdfcM6feXDb1FDIqG2bz1gidVRS64afw6ePFHdl56j8z94EmLVQYBUAJX7wNMzCEAAAhCAgE3AlQpA9pZj/xyrVlljm/Ct0vnG4VZ2eX/pmknZ/yCeoNlArAYR4no1EChIrBoDS8pV+8OMVNR4gFjNiDLPVT7rhyzVQJY+QgACEIAABMaegCFWf9j1bX3ti/+mWMM4NY63zmqKx420otLfXtmhoZFRxeOjGh6Oa9y4Ru2z93hNed0+uuSq71a+WP1Z74DaP/4vZiqAG275iTZv3mxu+TeiVo3t/o2NjebXxp/h4WFz27/xxzjMqvVL9+nbnzxRDUqo/Zv3KRbfk5KqhmBtiA/pgW9doQ+fegxiFbE69k8zPYAABCAAAQgUQMAtYZTMs+rJtZiSL61q7etLpgEwtvYHRawW0CHHLYjV4vhxd2UQCCVWXV1N5yk2IsPnrHbkQ/YOySeHsftDE88NvpGwRlYBDq2qjNVCLyAAAQhAoNoI2GL12kVzlVCDxhspRWMNGhlNaHRkVFtf3qE9I3HFR+LaMxTXhPGN2m/SRB0weZIuu/p7lS9Wf/rwU7r4grPMVADXd63Qk08+qYkTJ2rq1KlmWoB9993XlKoHH3ywtm7dan5vXDdSAcy86h5XlGqDU6zGLbF6f9cixKpn1ROxWm1vA/QXAhCAAATqjYAhU8/Xreqd3yR5tu+no1N7ZVy2XnYkq/G1U7p6xKpXtBYJFrFaJEBurwgCgWLVeAZXz1Eita2/TGKVaNWKWB90AgIQgAAEqpuAU6yOjiY0bq+Jamho1IgRsToyquf//pqGhuNmtKolVhu03757603776vLv3RrdYhVIzLVeOVKB2DkXB0/frxiOZLCrv7VBn1j1dpU1KohVu/79pdSK2DH9lfV85PbM3KukmO1uh8Seg8BCEAAAhCoPQJOUSr3ITj2gVOmQ+3UQO98GX7V90AdP5HqvN8GV+ChOIjV2lt59TiiUGLVOIwq45UlhUbG1v6APKm+qQDS7wFEq9bjqmTMEIAABCAQFYGaF6t3/2qjLjp/jpkKYOm3V5gHUxmpAIaGhswo1W3btumAAw7QX3c16opVT+ivL71qilNDmjrzqaZ+ZketGrlWR+O67ztLpD+dJY0MSdpfmna1Vq34uUuuIlajWq7UAwEIQAACEIDAmBHIOJiq9D1BrJaeMS2UnkCgWDW6kPPwKk8foxCrqfYKy39cemq0AAEIQAACEKgOAjUvVu/65ZP6/CfP1rjGRl3zreX629/+lsqhaghWQ6y+4Q1v0BV3/Um/e3abKxrVPqTKFqymbDX/7FFs1IqCNcXq0x+UhocsuTpxhgaGL9TCi+amVgBitToeBnoJAQhAAAIQgEB2AnbexnJGtxli9corr2RaIAABCEAAAhCAAAQgUJEEal6srv7ffvNQKuOVLRXA6173Op12za80tHtXKko1LVFtmTqkBiNK1RSrRn0JM23Avd/+srTxfWmxGm/Q0PH36d/e+zbEakUueTplRkQsma6Bvg5zaycvCEAAAhCAQDABe6txeaPbEKvBM0MJCEAAAhCAAAQgAIGxI1AXYvWznzjLTAVw/U3LU4LVkKwvvfSSpkyZYv5p/dJ9qWhVc9t/SqI6xGoyPYASCbOepsMO0bcW/qv01EesaFUzanVYeudvXQdaVUvE6uY7L9L5y59JrsYz9JVVl6vF+O6xa3XGtWt9VqmjjOMqh1eN3QMdqmXEaihMFCotgcHOVjUvWJdsxClqBtXZ2qzUJaNEttyM3m2TqS4b9V2mjWHrKe1QqR0CECiCAGK1CHjcCgEIQAACEIAABCBQcgI1L1bvfOgJzb/ww2YqgP+64fZU1Oro6KgGBwfV1NSk/fffXzO/2GNt8U9u93/7kQfqyo+8S2+cvE/2SRjeJm35qvTqY2mpOjQknbK+CsXqOl1z6XP66PXzNE3Suhveq0W6WmsvNtVqxivXdcRqyZ/b4hpArBbHj7sjILBG7a0bdVkyatrcXqye5GnIlljtX5xQ6nDkPFpM19VcVD15NElRCECghAQQqyWES9UQgAAEIAABCEAAAkUTyFesjh/foNftu7feNGVfXf7lWxWbc0qzFb6Z5RULDNcsegyKyb+RnXuGZYjVPXv2ZE0DYESuGodX/dOiu5K5U60I1R8vmqc3NHxNGtlkddCIUjWjUocd0ame742IVePPaU9WoVh1z4MZvdp7qm5NilbX1S0r1N7xkE7vvFHzpmbOH2K1+DUdaQ2DnWptXiArNrBFS5fO0IKVdioAY2vnEk03frbAOI3Wjhz0Rg16tn666jQCCm0JZtx3nnTbYvU3z5Z1vq03erBFSwf61NFknNPgFGpGWavdlXMH1GcU4FUXBMzo1ZVzk+kpihCr5rpcqbnm+iqinrqgziAhUB0EEKvVMU/0EgIQgAAEIAABCNQrgZoXq3f84nF97oKzzVQA13zz9qQjTZii1T64yhCr77l6tZVjNRm1+tDSdumlC9NSNT6SzqNqH1TllKy2VB1t1NDMX1d5jtV1uuacq/XMuTer6ywjftX9CopmRaxW0tuJV1Qmc+S1LE1KLP+ceV7h6RZf7mhDPym2YF2moLXlq6u8uZVb6kl0aZbpVZ1irJI40pfSEbDW4Pqltkz3Sv20iA/qg1/kazqlQPh6gtrhOgQgUD4CiNXysaYlCEAAAhCAAAQgAIH8CdS8WP3JgxvU8al/NVMBLOn8XkqsGgdaPf300zrmmGM0efJkXXLL/+oPA1uSqQD26BfL/j0tVsNKVSO/6utP1MA+V2jhRXNTsxEYtOtTIFsUbv5TnLwjJu3eM6Kb7t6QvQpnLtV3ZUsDYElXXX6vrjjRvyrEasGzFP2Npqjs12JbXBotuFIBWFJLqYjTbHIzGdmajDR1ddTVRmaUoClS+xcnt3kn20/JVHf7GWWjJ0KNlULAmR81Ww5VczkauVhnpOV71v77rGVH2fD1VAog+gEBCBgEEKusAwhAAAIQgAAEIACBSiZQ82L1x2vXa/fu3TlTAUycOFFbd8S16Lv3aeuLL5lRqw/esMASq/G4tfXfPpzKPqDKjlo1cqoaQtX4fvxB0gldWnXHL/SjW75RfWLVsVKtg6yOSB9glbyWM0VAsgxitYIeeW9EaGixaqcOcI4lHfHnPnjIKOOOUHXmx8wtVpPizBSv5MSsoJVT1q7klp65handUXfktF/3w9VT1oHTGAQgEEgAsRqIiAIQgAAEIAABCEAAAmNIoC7E6r9/8sNmKoD/vuFWbd68WePGjdOkSZPM3KvGwVW7du0yfzZ16lQ1NDSkp+PFCxz5VIel/T8tvf79Wadrx/ZX1fOT211S1ShcNRGrzpH55lENjlY1qkCsjuET7W264IhVT5Srs17f7ft2+XwjVu0I2X4tHpiuJd7o2gpCSVdKSCBXCohQ6SFCSNNQ9ZRwjFQNAQgURACxWhA2boIABCAAAQhAAAIQKBOBmherqx74oxZ8+hwzFcDVX7tZTz31lIwI1fHjx2t0dFSvf/3rtWPHDjOqdWRkxPy5kX/1pJNOkl74WDKvajIi1Y5aTUWvDkv/9EfXQVV+81YVYtUQqXe8WV0Xt5hD8ItYzRbF6h0zYrVMT2+oZjz5K+1Dpzw5Vl2pAIIOkPKIVTOvZXfhEav2gVVmLswcW8JDDZdC1UHAWIfXHaO+LjOzrmu7v9pbtfEy63Az42Wur/V2TuBk/tUZPenUElnSBazJWU91YKKXEKhHAsuXL9emTcmDQ40Pp2MxLVy4sB5RMGYIQAACEIAABCAAgSogUPNidc65n9Hssz6iCRP2MoWpIVONf6QbL+Nr4zU0NGRGqg7t2a3ntzynv237q86a+3Fpy7z0Nn9nKoBjviONDku/+Yh0an9tiFVt1opLL1R36neZI9XWeaPmTbVXce4DrZxrHbFaYU++LVPNbrWpx4gMPU+6ra9DTcoW6ec9QEhSSsYmZVe3Nc6WpUs1Y0G/5ph5XAuIWE2JsXWyD7iqMIJ0J3ICOQ6ocuZetRZY8qA14xs/seo9/CrZ2Zz1RD4gKoQABEpEgIjVEoGlWghAAAIQgAAEIACBSAjUtFgdTSS0Zyiu3cNxNR/3Nn3xmm8pFmvQ9tde0ysvv6QJe+2lndtf1SO9D+kPv16nLX9+ViPDuzW+sVGr7v+t9nttobR7SzJqJLlx3QAAIABJREFUdUgaHrZSA0y/xRKr6zu0/a136fwPnpRzMqoiYjWS5WRVgliNEGa9VOWXC7Zexs44IQABCEAgKwHEKosDAhCAAAQgAAEIQKCSCdS0WLXBG4J1aDiu0ViD9nvd/mpoHKfXXn3ZzH26a9d2jWtsMGVqY2NMjQ0xM6J13gWf19yPzJK2dknb/yjt2W5JVeOwqtEGaZ/jpKYvaNUdD2bkVPVOOGK1kh8B+lYJBMzt3nJv766EftEHCEAAAhAYWwKI1bHlT+sQgAAEIAABCEAAArkJ1IVYdSIwJKvzZWQFiHmPl0qaUEOu/uNJp+jNRx6tCXtNTN1mpAzY9PRG/e6xh7Xilm8ErjHEaiAiCtQ1gRAHD9U1HwYPAQhAoH4JIFbrd+4ZOQQgAAEIQAACEKgGAnUnVkNNSqAJDVVLqlBgdT4FMmRvfk1mlo5Ju/eM6Ka7NxRbU+D9pAIIREQBCEAAAhCAAARCEECshoBEEQhAAAIQgAAEIACBMSOAWPVDH2hC85uvwOrKKFbPXrQqv84XWPqCWScUeCe3QQACEIAABCAAAYsAYpWVAAEIQAACEIAABCBQyQQQq3UmVolYreTHkb5BAAIQgAAEIOAkgFhlPUAAAhCAAAQgAAEIVDIBxCpiNfL1SSqAyJFSIQQgAAEIQKAuCSBW63LaGTQEIAABCEAAAhCoGgKIVcRq5IsVsRo5UiqEAAQgAAEI1CUBxGpdTjuDhgAEIAABCEAAAlVDALGKWI18sSJWI0dKhRCAAAQgAIE8CaxRe2y2uls7NdA7X0153l1Y8ejbNMTqI8MnF9Yd7oJAhRFYfdXpFdYjugMBCEAAAhCAQLEEEKuI1WLXUMb9iNXIkVIhBCAAAQhAIE8C0UvO4A5E3yZiNZg6JaqHQDixmnyOUsNqU0+iS7M8wxxcNlPNHX3WT9t6lOjylnDfkL28tz2juoQCqqse6PQUAhCAAAQgUGICiFXEauRLDLEaOVIqhAAEIAABCORJIHrJGdyB6NtErAZTp0T1EAgWq5mS0xxdRuS5p1ygWM1WPkt7alXnQK/mlyfUvXomkJ5CAAIQgAAEfAggVhGrkT8YiNXIkVIhBCAAAQhAIE8CacnZeXyHOrqt21s7B9SbsiUeqeKVN4PLNLO5Q8mYOE9UnPteK8LNv81iot8Qq3lOO8UrmkA4sbpac+wI1TXtis02Hl531Oqa9piMH7e1tam72/gid8Rq1vL2M+549lNliVqt6LVE5yAAAQhAoHIIIFYRq5GvRsRq5EipEAIQgAAEIJAngbT4tGSqtGxmszr67Eg0T3SpLVhsQWN+/4QWJQWPvY3YJVBTsseoy5BBc7TayOtq7kw2ROtgsk3/rcxhBoRYDUOJMtVCIFisukeS2r7v/NDDlq3GszpntSVec4nVnOXt9wnP+4JH5FYLX/oJAQhAAAIQGAsCiFXEauTrDrEaOVIqhAAEIAABCORJIHNbvi1pTNF69HWmkElHsAZI0KSc8b/X7lpmm1b0W+HbihGreU47xSuaQCixmopSTQ7FFUnueU6d0tQ3KWqI8t7IdKRqRa8hOgcBCEAAApVHALGKWI18VSJWI0dKhRCAAAQgAIE8CeQWq7fq/PTBN66a09Gl9pZg52VDrNr3utMKGKUQq3lOEsXrjEBBYtVglJSrSh5YlXr2AsSq68MUIwWIX3mvyHW0R4rVOlugDBcCEIAABAoigFhFrBa0cHLdhFiNHGkRFQ6qs7VZ/Ys53bUIiNwKAQhAoAoJZBer5jZ9WbkbM+WoNVT31n/DmTrKZ0S72ngQq1W4UOhyGQmEEquu/qRTehjP7ZzVVm5V31fGAVfGYxtQftETavakEsiQsWXkQ1MQgAAEIACBaiSAWEWspghsvvMinb/8meT3Z+grqy5Xi331sWt1xrVrU2Wbzr1ZXWdN813ziNVKeisYW7E62Nmq5v7FSvhuT6skTvSl3ATMtbFgXbJZ//yL9i+ELUsH1NeRJW7GFWnToqUDfbKKWms/1YTxo8BTk8tNgfYgUEoCeeZY9XTFK1bt59ESsQNqN3KppkSOsd34Oh3dm8yxmnEQDqkASjnT1F09BALFqvH/tNVzHP9uKq1Y7Zm7UrM7+lz/f0zldeX/mdWzsOgpBCAAAQiMKQHEKmI1SWCdrrn0OX30+nkydOm6G96rRbpaay821Oo6XXPObTq880bNmyppywq1dzyk0+3vPQwRq2P6THt/NR7TiFXEaiWthUrqyxq1t27UZX0dMhyoKWzkOdHY+OVyiXEOcrfWz80iVk2puj4tU83vpR7zsJ2x/VChkmjTl3olYAmZDZ09mrtytgx3Yn2+4NjBkJFb0fkBhJ2b0f78o01t3d3aYIrVJiOkVTObO5SsNlkvEav1utoYdzgCocSqb0hqlgPgMrb2ew+j8vTLW94vDYD9yDvfK8INj1IQgAAEIACBuiSAWEWs+i58M3q191TdaohWU6Ru0idSEawe0YpYreA3D1su9UizrZOaJWdUn/G9N7LP84/3wU61Ni9QKrYw9Q9tH3FlyrDpGuj7gH7miRY0og4X9zd7BJpVx8ps4qyCydK16AiYAn7lXA0kRau9JvsXD2j6kuzrI/M+4xfKJZpuRq0iVqObIWqCwNgR4PCqsWNPy9ETCBSrRpM5D68KEKV2nmNliRIPmWPV9QFM9BioEQIQgAAEIFBTBPzE6vLv36bEaEKJhLRj95DiowmNjo4qHk+ooSGms+Z9XG+asq8u//Ktis05pTmRi0gsVnpeMUXcSLmr82mvFGPavWdEN929IcSEGOL0aj3j2O5vRrD+0kgPcK6eu/RCPTiTVAAhQFZAEVuapmWqtQV7RjKqLzNa0C2r3JGF7mu5xKoViZgRseqKKDQLqLV5peamtm9XADK6UGYCVnTNesd2//S6ac4t3r3rKfkLpUz57/3AwPuBQpmHSXMQgEBBBBCrBWHjpgolEEqsVmjf6RYEIAABCEAAAv4EckWs7jWuUS/v2KWReELxkVENx0c1rjGmXUNxxGo+CyrQ01aKWHXmUX2XnQYgPVJLrko67JNWJGsWCKQCyGd1lLqsX9SeI6pPfmLTGfXn6Z8pQvu1ONtW61TEahax6hJfPuK11Diov3IIOCNynHncfNZYrohm98EcLWppWacZPoe1eT9QqBwQ9AQCEMhFwBCrV155JZAgAAEIQAACEIAABCBQkQSIWPWblkATmt9cBlZXKWLVMSzrIKsjkgdYWRGsuvxeXXGiZF2T2sixmt9CGJPS2cSqmYhSXc3ubf7pLnojXO1EAEYJO1VAARGrrihWKxqx30eCjQkqGh0zAmnpeZk2utZEvqkirOhXK2LVO5xc18Zs6DQMAQgEEECsskQgAAEIQAACEIAABCqZQM1GrE49+h068PC3lpX9tmf/oM1P/VoNRv4DhyytRrHqPKBq5qOOfKsm0c1akSMdABGrZV12AY2FiVi1I1B9qvLdul9MxKq9/b9fiwema0kq+rWSmNGXshNIpYRYrP5mOxewpxctSx05WLP0MCM1gKMcaSfKPq00CIEoCCBWo6BIHRCAAAQgAAEIQAACpSJQsxGrb591oT487+Pas2ePpJxpYPNme+NtP9VF531Q3r9X/2SlHu35tsY3NpjJaO1XVYhV44CqO96srotbLHXqjFg1UwQoGb0qWdL1uzoyGcHqBYhYzXtJlfCGLDlWUwcFBUQEekSVte06fbiV6zR3+5ArhwDLPFzIGKoj96VzC3gJKVB1hREw1sp1x6gvGVaafZu+d30m186MHiUyQlLduVrXtLdq42XGIVbW2M21uj6EnK0wVHQHAvVOALFa7yuA8UMAAhCAAAQgAIHKJlCzEaszP/RZnXbGaWn6iWx61bqQVq/WqV3Gy4g8jZnRp9bPrD/G1+4/diP33b9WfXd3aeKERjU2NqTargqxmoxC7d5kd/tI11b/VH7V5OUmx8FWiNVKfsgNEXWetHiuVs5eIGtDf1qMWj33HvIjySFHnTksW5Yu1YwF/Zpj5lg1dZW59brbrrdHmr1kejqy0JatZpUD6ktaLkukrROnzlby2ill38IeLBUgVh3ry+itc41lnKocJuK1lEOmbghAoCACiNWCsHETBCAAAQhAAAIQgECZCNRsxOppc/9DD9y/xsRoi9DR0VH5/YnH46mfG1/b33t/btw7PDxsRsEaf3bu3Kldu3alpupLX/mqeu++SRMnjNO4qhOr0a04IlajY1mzNeXasl2zg2ZgEIAABCCQLwHEar7EKA8BCEAAAhCAAAQgUE4CNRuxetrcBXrg/p8jVu3VFJN27xnRTXdvKPn6QqyWHHHVN+BKIVD1o2EAEIAABCBQKgKI1VKRpV4IQAACEIAABCAAgSgI5BKroyOjev7vr2loOK7h4bj2DMU1fnyDXrfv3nrTlH11+ZdvVWzOKc05E5gaO+lL/Yo5T4pKNnbqOR1a+8C9iFXEaqmXH/XnTYDT2fNGxg0QgAAE6pQAYrVOJ55hQwACEIAABCAAgSohULtidW6H1t7vFqt33323OS3ve9/7XCkB7C3/v/rVr/TOd76TVABFLl4iVosEyO0QgAAEIAABCJgEEKssBAhAAAIQgAAEIACBSiZQN2L1rrvu0gc+8AFTqPb09OjMM880v37ggQf07ne/2/y6HsTq2YtWlWU9XjDrhLK0QyMQgAAEIAABCNQOgeXLl2vTptRJmuYhogsXLqydATISCEAAAhCAAAQgAIGaIlCzYvXdcxfoQUeOVadY9R5g5YxYNWb3xBNPNEXr0NCQdu/e7TrYyjisamRkxDwQy7hmHGJlvzi8yiJBxGpNvUcwGAhAAAIQgMCYESBidczQ0zAEIAABCEAAAhCAQAgCiNXRUVOQbt++XTt37tTg4KCJbfz48aZAzeeFWEWs5rNeKAsBCEAAAhCAQG4CiFVWCAQgAAEIQAACEIBAJROoS7FqpAJobW3VCy+8oKefftrcZuZ8GdGo3p+FmUTEKmI1zDqhDAQgAAEIQAAC4QggVsNxohQEIAABCEAAAhCAwNgQqFmx+q5zOvSLB/wPr5o8ebJeeeWVrMSdYtX4OtfLKWARq4jVsXmMaRUCEIAABCBQmwQQq7U5r4wKAhCAAAQgAAEI1AqBmhWrp3x4vh568D5zngw5+vzzz2vDhg0ycqSW6oVYRayWam1RLwQgAAEIQKAeCSBW63HWGTMEIAABCEAAAhCoHgI1L1YNkfr73/9eW7duLfmsIFYRqyVfZDQAAQhAAAIQqCMCiNU6mmyGCgEIQAACEIAABKqQQE2L1Tt/skKPPPKI9uzZU5apQawiVsuy0GgEAhCAAAQgUCcEEKt1MtEMEwIQgAAEIAABCFQpgZoVqye+v12LvnC54vF42aYGsYpYLdtioyEIQAACEIBAHRBArNbBJDNECEAAAhCAAAQgUMUEalasvu3MT+qLixaWdWoQq4jVsi44GoMABCAAAQjUOAFDrD4yfHKNj5Lh1SuB1VedXq9DZ9wQgAAEIACBmiGAWI1wKhGriNUIlxNVQQACEIBAVRJYo/bYbHW3dmqgd76aqnIMuTpd3vEhVmtuATEgBwHEKssBAhCAAAQgUP0EEKsRziFiFbEa4XKiKghAAAIQqEoCxYrHQS2b2ayOvlZ1DvRqfsWZ2WLHl9+kIlbz40Xp6iIQTqwmn7nU0NrUk+jSLM9QB5fNVHNHn/XTth4lurwljAv2+4vn5qzlq4snvYUABCAAAQiMBQHEaoTUq12sbr7zIp2//JkkkTP0lVWXq8Xm89i1OuPatcnvjlRb542aN9Uf3n2P9uuCWSdESJaqSkFgsLNVzf2Ls/zDuxQtSmvaY5q9fqkG+jpqMIqrNMxqtVZz/S1Ylxye/y+J5nrpllqWDqivI4tdWtOumFHIfLVo6UCfvEVD1VOroBnXGBAoVjwiVp2ThlgdgyVMk2UjECxWvVI12bWMiHhPOcRq2eaQhiAAAQhAAAKI1QjXQHWL1XW65tLn9NHr52mapHU3vFeLdLXWXtwimVL12bRMNb+XW7w6OCJWI1xUJaxqLMRqCYdD1VVFYI3aWzfqsqRgN8WnPNE1hjBdIrWpW+vnZhGrplRdn5ap5vdyR/KEqaeq2NHZsSdgCYwNnT2au3K27ACx1s4B9ZrhpWmx2nl8hzqS3r+tJ6F0AJlXltjRqT7RZCmBku2eJBHXhwxO+XK0rjP726njOzrUrWRbWqaZzR1Kxrc5ItyKGZ+fFLZ/5v8BStB8IlaDCHG9mgmEE6urNceOUE095+7nyf4Asa2tTd3d3SEiVgt7HquZNX2HAAQgAAEIlIoAYjVCstUtVt0gzOjV3lN16/XzJMfXhnSV1umac27T4VmiVhGrES6qCKpyRwYaEX23Sec1KxUsaMT5mRGBUmdrs/oXO375N6XU9GSE6WDyeo80e7YsV+CMEAy6noxYTQm04PLyEwVsV4tgVVRWFeYaXTnXEclsr40BTV/SrJVZxGrmfYYQWqLpqajVcPVUFg16U/kE0oLTkqnybN1PX7dkqlcs2tdtseGVkX5yMuCepCSVqz92/d7+NkmDhlR9QouSssbeQmz1t7jxNSe3I6dEs9lWh/oKfO9GrFb+E0EPCycQLFbddae2+zsjVu1/KxnP2JzV1i6OvCJWkayFzyB3QgACEIAABCTEaoSroHbEqiFOr9Yz596srrOmJSNWnRGq1nVdfq+uODETIGI1wkVVbFWDnWpt7tdiv1xcGakAbAmVW6wuWJeWqe5IQ+v+7Nf9xWr28m5JRoRtsYuhUu+3JM56x3b/9Fw3m2sqm1i1xLszQtWqS8nIwND1VCoa+lWhBDK3+tuyw5KJAxmHV1nRZMlI0QErfUU6wtUIcnX+zCtqvdeTaTGc9xx9nWKzN6Ryslr9OT4ZvR0iNYGr/cz+5zW+Jnd7SopWd8Ru+KlFrIZnRcnqIxBKrHo/ZHalAfB8cOOUrPnkWBVytfpWDz2GAAQgAIFKIYBYjXAmql6sOvOoviuZBiDJx0wN8Esb1pFqOuwZHTkPsRrh8ilNVaZYXaAZri2oVlOZojKcWA2OaM0mZrNFrGYp75XCrujZ0uCi1jIScP6i6Iyscc27tSazilXTN1l5WK1Xi1pa1mmGEXXd7PxQIbieMo6cpqqeQHFi9f33WAfM5CNW3WLTR6y+/x4zKtQVsapODfTOV5MjNYH1vfVyPzvWz7KJ4fzEql23IZJvlc43DuIqXNogVqv+gWEAOQgUJFath9V8vu0PLlLvJ4Fi1dMZO6LcPO/Kma6EaYMABCAAAQhAICyBmhWrBze/XZOnTdeE8RPCsnCVa2hoUGOj8adRo6PSaHxE8XhciRy1bXnqt9r05GOaOKHRvNd+xYJ64FMgpsC7gmp1X49Ju/eM6Ka7N4S6zzrI6ogseVSJWA0FsVIKJeWqcUyQ8xCgiherpgxIb+v2zcNZKYzpR1EErHQVM9STuEwbXeko8hWidsSqlUIg/SFAvvUUNRxurnkC2cWqayu9I6qs5BGrSbGaypdq51E1LWpQf70RsdkjVkONz0wzmzxUrrVVrX19BacBMHqPWK35B6quBxhKrLoIuVONzFnt/HDRgzLjgCs/1Om8zojVul6KDB4CEIAABIogULNidTSR0PBIXCPxhIyv83nlpTQdhQ0ZOm5cg8Y3NqihIX0hsL4KFKvaskLtHQ/pdL88qhxelc9yqqCy2bZJz0r2sRIjVhfIPjfeOMaoxyelQQUBpiuFEjDl/0rNHVis/mY7f6+nspaljhysWRpKpQaYo9WxIuopdBzcVycEQuYgzSZW7a3yqfe0zMOdXCLWKUez3GPlNTUCVntlnp/lJ2Ic/XHnVE1Hr7oiVlMRrFlyyGYdn9G48xAu+2CuwpYHYrUwbtxVHQQCxarx/7XVc5RIbesvUqwaEarXHa1eu75UxGpxz2l10KaXEIAABCAAgdIQqFmxmlBChk81pGqeXlWxQBPqPxnGbbFYTA1GBS7hGjB5lSBWDZF6x5vVdXGL2dnsEaue/Ks+QyPHamke1uJrdYvTzIN/PFv17UjXlNAqVrzmmQog45eJ4glQQ4UQMNbWdceoL/mLXTpitUu25rd66o00TebxndHj+CXTHlNmrtb0aIlYrZCZr5Fu2BGgbWpTt7qTYaLpaK/MCNEMUerYfmtB8Xxw5LxuC8yc96RlSxqy5/Aq37yMydJtbWrr7tYGV47YIsZnPL3J3Kr2luUM3xtyNSBWQ4KiWFUSCCVW0/luHGPM8mFzRioA+70hKU6TB92lo9vt9wC//69WJVI6DQEIQAACECg7gZoVq0WRLFCsZmszsLpKEKvarBWXXqjuTfYojlSbHa1qRq9+V4PJS032oVZZBoxYLWr1RXuz98CDjFyWVkRoOkWA85fzNvX0SLOXTE9GCpZZrPrlAAwTtRgtQWorCQH7oDO78vSBaO7mAsSqI82FcZ8z1UXuekoyKCqtGwIhDoMqM4us4jbryeC5OhjR+FwHYhWqVUkFUOalRHNlJhAoVo3+5Dy8ytPhILHqTNWRvNWV77nM46c5CEAAAhCAQC0QQKz6zWKgCc1v6gOrqwixmt+YcpVGrEbHsp5ryhZRu2T6gPo6Cv8lvZ6ZMnYIQCAKAhGJxyi6YtaRmUogJWLGUKzah2MVm7fRiFi98sorI6NFRRCAAAQgAAEIQAACEIiSAGIVsRrlejLrQqxGjrQuK8w8rIrt3HW5EBg0BCqOQKWJVQOQTyqAgqSqo65QB99kmxy7P8XnxkasVtwDQIcgAAEIQAACEIAABBwEEKuI1cgfCMRq5EjrtELvdvFcW73rFBHDhgAEIFDjBBCrNT7BDA8CEIAABCAAAQhUOQHEKmI18iWMWI0cKRVCAAIQgAAE6pIAYrUup51BQwACEIAABCAAgaohgFitM7F69qJVZVmcF8w6oSzt0AgEIAABCEAAArVLALFau3PLyCAAAQhAAAIQgEAtEECs1plYvenuDSVft0SslhwxDUAAAhCAAATqggBitS6mmUFCAAIQgAAEIACBqiWAWEWsRr54EauRI6VCCEAAAhCAQF0SQKzW5bQzaAhAAAIQgAAEIFA1BAoRq/vtM1EH77+fLv/yrYrNOaU5kWu0sVjpWcQUcSPlrs6nvVKMafeeERGxWvr1SAsQgAAEIAABCERDALEaDUdqgQAEIAABCEAAAhAoDQGnWB2Jj6px/AQ1NDQqHk8oHh/V8397VXuG4xoZGZXh5WKNDXrdpIma9sbX6wv/eTtiNcy0BHpaxGoYjJSBAAQgAAEIQKDOCCBW62zCGS4EIAABCEAAAhCoMgJOsbpnaFgNjeOkWIPiowkl4qP689aXNTQS18hwXHuG4hqV1Dh+oo49/A368rU/RKyGmW/EahhKlIEABCAAAQhAoN4JLF++XJs2bUphiMViWrhwYb1jYfwQgAAEIAABCEAAAhVKwBCrN3/9q7rqko/qwP33k8yt+8afhBIJadvfX9VIPCGNJmREtDY0NGjcXhP18su7tHx1r2InH3dwzlQAhY87UEcWXnXAnVGnLyhoJFluKiZFgGHIVz/8bMm42RWTY7XkiGkAAhCAAAQgUBcEiFiti2lmkBCAAAQgAAEIQKBqCZhi9WtXa9yEyRo3fpKySVKv5pu47756/YEHKHbS9IMT9/VlP2k+X6mYMHSuz8v580S2bnpute/JrNOwxlbhrGWSdXnvTbXt6Ge2PtvDyOhvljFa/clvLYWSwLGYjIiPD57xTt3Vi1jNjzClIQABCEAAAhAYKwKI1bEiT7sQgAAEIAABCEAAAmEIGGL1z38a1O6hEb3y2m7t2D1k3mbGrcaMP1aIZEOD5eaMiFXz60RC8dERS6w++OiT+vayr/i2FyRW8xWJBTUShkSBZYLGV2C1VuRwhK+PXDBfs097B2I1QqZUBQEIQAACEIBAaQkgVkvLl9ohAAEIQAACEIAABIojEJlYvenrX6o051kwmailpuWpo3kV2rePfuo/NOvUtyNWo5kGaoEABCAAAQhAoAwEEKtlgEwTEIAABCAAAQhAAAIFEyi5WC20Z9GpyEJ7EO6+QkWnu/bSj/Zjn0ashptRSkEAAhCAAAQgUCkEEKuVMhP0AwIQgAAEIAABCEDAj0B0YvVr/hGrBWPPwzXmUbTg7pTyRn85G+2oEKulnMEqq3tNu2JLpmugr0NNIbq+pj2m2epRomtWiNIUgQAEIAABCERHALEaHUtqggAEIAABCEAAAhCIngBiNXqmeddYaWJ13Q3v1aJfSk3n3qyus6ZZ49myQu0d39VgcnRnXn6vrjjRf6j3PdqvC2adkDcHbigTgSLFqila1y8NFLNhy5Vp1DRTYQQGO1vVvGBdsldt6kl0yavuzTXULbUsHVBfR5aPAYz1bBQyXy1aOtAnu2iYNioMC92BAAQ8BBCrLAkIQAACEIAABCAAgUomEJlY7cqSYzXK/KJZQeYR3PnClOe0ee9n9Np+r6hhwmgkc/Pu9WdFUo+zkmhSDKRr/KiRCuDdIXKsPnatzlghnam1emamLVbX6ZpzrtYztmg1ylz7rNo6b9S8qZlDR6xGvhyirbBIsRptZ6itPgmsUXvrRl2WjJr2jYo216nUpm6tn5tFrJpSdX1apprfKylpQ7RRn/AZNQSqigBitaqmi85CAAIQgAAEIACBuiMQmVgd28Orgs3qK/ts04ZDHtOxh/6DTjtgnk5pOlN7jd+76Amfs/oovStArAb3Lnw3ChWuH2u7RO971z8GHF61WSsuvVB/mnezDl9xoR60xaopUqWvrLpcLWZX7XL+UauI1fDzWZaSg51qbV4gKzawRUuXztCClc5UAIPqbG1WKnhQ7uhBr/TKkGCu+qW2noSMrAGZsixXO9a1/sXWvebLI4Dd0YfuyMSycKSRkhEw53blXEcUtL0eBjR9SbNWZhGHmwMbAAAgAElEQVSrmfetUXtsiaY7olbtTmeWLdlwqBgCEIiQAGI1QphUBQEIQAACEIAABCAQOYHoxGq2HKsFWsUCb/MFtGnKRm07cou+cMK3dfwh79D2ndu1c89ODQ8PaSQ+4ntPIpEIhH34IUfIFKt/DIhYDRhMlGPN1unzPnOp3nvKCTnF6uY7L9L5m8/T2osPNQWrLVbNn/eeqluvnycrMYAlVlPi1dMoYjVw6ZSxgCWo0mLKEE+z1d2S3srvFaBeAZVbrFr1rU9t1U5HCQ64crMmpeqMdK5WS5TOSEYXBohVU972a7HPdvEywqSpkhDwriHJXBv9i5XoavasX08HXBGqxjWrLiXlfrp0ZhslGQqVQqAmCCT/P9HaqYHe+aFycaeGPbhMM5s71FfIvVnYGWL1keGTa4Isg4BALgKrrzodQBCAAAQgAAEIVCGB6MTq178c6fDzko05Cj83ZaP0loT+q3WFYrEG/fmvz2k4Pmz21XubS6Um3GkCPN+a9x/f9FZTrBafCsBnAHkBCEZ/XrshVv8hu1g1c6hu0ifMqFS3OM0Uq5KRh/V70xw5WB1dQKwGz0fZSvgJSWckqHl9pea6IvzcUX85xWqG2HKoLKdY9RWjznbCiNUFmpEhzMpGkoaiJuDMjdrmOBzNtVa8HwxkdsLOw2pdaVFLyzrNsCOfs7UR9VioDwI1RQCxWlPTyWCqhkA4sZp8PlOj8s9RPrhsppo7+qxSzv/HumgMatnMZtnF0lU6DywN117VQKajEIAABCAAgRIQiEysdi1dEmn38vKKWQq/ss+Leuro3+s7//ywduzaoWe2DKZlarYGknY1JVnNLxIyNWvStdrBrK1vm2mK1VM3nF3k2EsvVj/edkkOserd2h8kVolYLXLCy3e7n/jMEKt2mgBnt9Jb7QPF6hJnWoF0Ha77fAWsU6YGpwKQI+VAzsOMykeXliIikI5evkwbXSkhgsWquwvZIlaTUbCpCOmIOk41EKhJAkWI1RLwIGK1BFCpsiIJBItVr+RMDiMjQtxTrlCxakege2lFGJFekRNBpyAAAQhAAAJ5EohOrHb6i9VYRlxonj0sovjDTT/TVafcosMnH6Nf9z+qhrxsrTRq29WEoVbN/5gvQ6waEaxntrw3KVY/nLuXebZrVJb9lgIqk/Tx9kt05j+9LUvEqnU41X1+ozjsk7p13iadT47VIlbiGN4aKmI19xb7QLGaOizIo7iijFh1VZ1dno0haZouhkAqcnqx+ptnq9uvLkf6iqxN5YigtsS8Nzq7mE5zLwRqlUBarHYe36GO5ANp5882R+0VLilx45Wy1vcbOjt1fEeHutWqzoFezW8Kzw6xGp4VJaubQDixulpz7LRIqV0ZPrnxu6W2tjZ1dxtfOCNQnYzsiFX/qFfrOX9CizLay/85ru6ZofcQgAAEIACB3ARqVqy+MOU5Nb6tQf/5T8t1/2M92jW0U5P2mqQTj23R8IiVCmB4dFivbn8lRehvr22zvk5Ir+x42SqXlKjmj5PRq+bfCems086pEbHqXSTeiFRLvOry5GFVGYdZue8nFUAlve14ckvaUZ8pSRUcEVjSHKuOA4tc7WT00/2LQMZBV5WEnL4EEzDm97pj1Jc8qcydbzdzrtM5gjNz9aZL+6z1UG0Ed5cSEKgvAuloN0umeuSLR7bYW46tsv5i1XCzrZ0D6s3HqCahI1bra/XV82iDxaqbTmq7vzOC1Jathkyds1qx2WHEqrPeLJLVKJL6QCVHmXqeQMYOAQhAAAJ1SyASsbr2kX51L/uKL8Sxilj99SG/0Pktl6v59Sfo0f6HzRjQqW+YptYZ7zb7mY77bMg9+bGYhkeG9PfXXrLKJaQX/vZXM3j1bc0n6L8eadfRT/2jeWn37p168YXnM+srIMg06ohV4/Cq98x8a87Dq9Id99nqb+Zg/a4GzUJHqq3zRs2b6o8OsVph7yeOLfRSm3oGpmvJedJtfR3JQ0mSsmqdo985DrfyilbnFn0jx+XSZL7WjHLJg4VS0YgZEYjOrWtt6umRZttpBpy5Mo1uZo2+qDD2dCcLAe+aS68bz6+NnsOrPGLVtbYld4qIsG0wSRCAgJtAZioAK5dxlii15PuzJU4HrAMSU6Kn+LQCiFXWZ70QCCVWvf8ecm3L93wI4pSsyQ8yvf+P9c2xavxb0eewUDuneaEfktTLPDJOCEAAAhCoPwKRidVvL/vPaOnlISP95O1DR9+h5R/6nXr/+L96buuzZhqAtza9XSc0vUODz/9aT2x+VJMnHawp+xyiSRP201GHvMXVf3fzOeRrzF3S+K7zPxfmxSKPoebKEZCzTVOstoYVq3l1P6MwYrU4ftwNAQhAAAIQGDsCwWLVfWic1VPE6tjNGC3XBoGCxKr18Gmgd76UPLAqJT4DxaqHmyPFhyv1h1HMrov8qrWx2BgFBCAAAQhESiASsfrA/z2hm2/470g7lldlPmbyoeN+rNVzntb31nxL23e/IsN/frB1ng45cJp279muhbefqa1/f1E7tg9JiYn6+mfuUPPUt2jX8E7d9ZsV2rZ9mxKjCY2Mjmp0dFRT9nmDLnx3u+7+7R1mSoBjDz7WjFo1/hx3yPGu7l59+ee0/5TX5zUEb+G8ZGuIlj7+mUsQqyE4UQQCEIAABCBQ3wRyi9X332OdNp4SL0Ss1vdyYfSREQglVl2tudN2zFltRJZn6U4oIWpHvBobg4zUHlZdvikHIhs1FUEAAhCAAASqn0DNi9VrV/w/GVbVEKufmvU57Tdpf3PWNm5+TF/64cdMsbp9xx5NPeAYXfvZH+j23m9p66tbTaEaj49qZCSuow46Vp97T4cmTdhHn7r5Y4qPJhRPJDQSj2vUkK/xhK7+8Jd0/FQr6nV+23lqOuLNRa0OxGpR+LgZAhCAAAQgAIGCCOQnVt3bg0kFUBByboKApECxanyIsXqOEqlt/UWKVSNC9bqj1Zs2qJrZ3KG+1CFzadHK9n+WKAQgAAEIQCA7gcjE6nf/5xr/Vgo0hAXelurDg9NXmhGrV982X7GGmPaesJcWnP1FKbWrP6bb1v6X7vjlzaZYfW3nkA5501GaPv1tGjGFakLDo6N69zHv0Tknn2vW+9L2F3XFigUaNaVqQnFTvhqSdTQlVvuf2KDuZV/TUUccmuZRwGCizk378bb/0D+3zgiZY7W4R4ZUAMXx424IQAACEIDA2BEISgWQli1mH9va1NbdrQ3kWB27KaPlmiAQSqz6hqRmOUwqIxWALWKT+ZK1LClSPfjsPPbefK6OYojWmlhyDAICEIAABCIiEIlYvX/d47rlm9dWpFi94uZPKdYgHfmmo/SJ93w+1UdbXM6/6f16/Jk/mmJ1+44htZx8qqZMeaPGj5uoOf/4EZ10VGvqnqf+ulHX3/NfGhlNaHQ0bkWuxo10AQldffbVesu04/Tk44/rlpu+ocOmHVxRYvW89kt0Rsvx+tzSnoiWTu5qLph1QlnaoREIQAACEIAABGqXAIdX1e7cMjI3gUCxahTPeXiVh2iQWG3KrM8lTBGrLFEIQAACEIBAKAI1L1bnd80z0wC854R/0XtO+JALyrbXntctD12nB9fdrZdf3WGK1eEh6dwPX6i20+frkMmOqFMjYnXHi/rRIz/Q9t079NqenXp267NWuoDRUa36/Eqz7o2PP67vf+dGHfKmN1akWL2r99lQC6OYQkSsFkOPeyEAAQhAAAIQsAkgVlkL9UIglFitFxiMEwIQgAAEIFBFBCITq9+78fpIh53X7nmfwmuP+ZGZCqDtfz6ghgbpU2deohmHvT3Vx9/++WH94onV5pb+Z/88oD9s+I0pVnfsGNLMt56p7y/6SbKsf0+sn1r/3fbaNr1hvzeYX9+/pke/fODnmnbIQZHySFWWF5h0Fz7edonOeOdbSAVQmlmhVghAAAIQgAAESkDAEKtXXnllCWqmSghAAAIQgAAEIAABCBRPoObF6sc7T1VjLKb/PK9LB+57kPaM7Nbax1fpqa3rzTyqRrSpkVP10d/16tlNfzLF6vYd0umnnKHzZ12gREJ6Z9NMHbDvgVr3dK96N/7KzLE6bcqbtddeEzVp3D6aPm26Dj/gcHM2fnrHT/Tb/+vVwQcdWPzs+NWAWC0NV2qFAAQgAAEIQKDiCCBWK25K6BAEIAABCEAAAhCAgINAZGL1tpu+5g+2QBGY3yxlNvLA0cvNiNW5171D++69r77ZfqeGRnbrp7+7WX99ZbOGzfyoxjb+uBm1untoSGvuu0svv2KkBJD2DEuz3neGTjrunfrMaZ/TpAn76Ov3Xqsn/vKERs2Dq4xDq6w6ph8yXV886yqzyz+78yd6/Le/1v5TJqeHUACDAm7Jiexjbf+h008+jojV/BYWpSEAAQhAAAIQGEMCiNUxhE/TEIAABCAAAQhAAAKBBKIRq32P67auyhSrM7+wv95y2NvUeYG9td/YwB/T5r8/IymhTS8+rdGE9PS2jdq05U+6/Y5bTLH62g7pwCn7atMdf05BXHrvder/S78pVs0DrOJx829LrC4yUwOsXP4D/enJJypOrBqpAE47eTpiNfCRoAAEIAABCEAAApVCALFaKTNBPyAAAQhAAAIQgAAE/AhEJlZv7/56tISLDNm8v9mKWH3HFXvpk/98iT7x7v/w9K/Bt7/9mzbohb9v1T19P9W+EybrrU3/oLNPm2OWveh7F2pkVBodHbUiVuPW328/4u26ZPYCs0znf39VI7t3usRqQUMp6KbsU/DxT/8HYjXaFUptEIAABCAAAQiUmABitcSAqR4CEIAABCAAAQhAoCgCNS9WT/5/e2nhnKU6823naN3gGm177Xntv89BGte4l96w31Tt1ThRb3zdIdpr/MRA8XrP7+9WIpFQ/182anQ0occ3P6F4YlRnnXiWzjnpw0mxeo0aR0e0zz6TUvUV5EgLugmxWtTTwM0QgAAEIAABCFQUAcRqRU0HnYEABCAAAQhAAAIQ8BCIRKze17dB3/92Z6Rwi/WK9zX/wIxYfefiier69M/VdNBx+smvb9TWV/+SzI86qlEjx2oioXknfUZ7jZuou373Q01onKj9Jk3R6/eerMmTDtCUfQ5Q0xubs4zNinrdObRTkyZYIvUbX71W42Oj2nvvvUPzyGuseRVOd+Fjn16g004iFUDoSaEgBCAAAQhAAAJjTgCxOuZTQAcgAAEIQAACEIAABHIQiEys/uA7y8YMtJ9rvLfp+6ZYnfmlibp34bOSGvTt/73KPKjKiDY1/jaiTY1t/Z8+7Qva+soW/fCRm1MHU40Y2/wT1lb/r5/7LQ389Snd2vs9TZm0vxndOm3KoZo4YZIOO/AwHX7goSmxuqjjUk09+CBNmuSNgM2FJ7wtDV/S3d5HP92BWB2zFUrDEIAABCAAAQgUQgCxWgg17oEABCAAAQhAAAIQKBeBSMTqvb3r9cPv/o9vn2OFmsAiCfz8yNtMsfrZW07VVz+yXH99dZN++vvvKR5PKJEYlSVOE6Y4vWz2f+uXT96vhzbemxSvxvWEGc1qSNivn/tN/d/gOlOsWnlVjWhX4wCrUfPgq0VzvqDjDjnGOLtKVy24XEccdqjGj2sMPwJfRtGC++in5uvUE4/l8Krws0JJCEAAAhCAAATGmABidYwngOYhAAEIQAACEIAABHISiEys/uiWb0aKulghu+aIW02xen3PZ9R22mJt3/OKnnrh99ry0p9Mmfrc3542BekhU47QvJM+rZ/9fpV+99yjllhNxBWPSyOjCR35xiZ99oyL1fOHe/TT3/1M8dG4dYCVkUbAOMAqMarFH7pSx02dbnhVffGShWo+6nAXi4IUaUE3ZZ+Cj36qQ+9+xzGI1UhXabVUNqjO1mYtWCepZakG+jrUFHXX17QrtmR6aeqOuq/UBwEIQAACFUtg+fLl2rRpU6p/sVhMCxcurNj+0jEIQAACEIAABCAAgfomEJlYXfG9aMWqGf5ZxGvNEd8zxepPfr1M//wW62Cp9Muqe098l17d+bLeuN/BWv/nX+tPLz6jv+34m7b8fYu279phRrQe8YajdNHpn9f3+25X32CfGek6akSymhGrCcXjcf33R5aY6QBefPEl/c9Xv66jPWK1kGEUN/rMFs/91PzQYnXdDe/Vol9KTeferK6zpqUq23znRTp/+TMZP/e2dt+j/bpg1gmFDJt7SkHAkJ6zpZ5El2aVon6jTo9YXdMe0+z1JZK4pRoD9ZaVwGBnq5pN22+82nzXp7mOuo3PAwbU1+HzcYC5trt9+m3V1xyijbIOmsYgAIG8CRCxmjcyboAABCAAAQhAAAIQKCOBaMTqw3/Uyttu8u12sZGnhbK457BbTLG6a/hl7Rl+1UfTNuRwt5bWfGbroPbfxzjAaooeevIX+v2mP2jrq9v0wqvbzJQCo2ZKgYSWf/YWs/zTGwe0/ObbdXTTEXl1uxyM/u2Tn9e733F0cMTqY9fqjBXSmVqrZ2baYnWdrjnnaj1z7tU6vfdqPZj6uf8wEat5TX/pC5cjmrQcbZSeFC2UjcAatbdu1GXJ6GlToKpHiS6H+jfXlKFcu7V+bhax6tPfdF0KbqNs46UhCECgUAKI1ULJcR8EIAABCEAAAhCAQDkI1LRYtQH+5fG/q2H3BDUfPF0HT55q/jnqoGO139776YTDTzKL+ac5bcg6B3/b/pK2vbZNm178s9434z0psbp6+Y81berBec1d5YjVzVpx6YX607ybdfiKC30EqnUdsZrX9I5pYXdUoBEYaMsrR3oAs4feiMGA64Odam1eICvesEVLl87QgpXpVACZoiyovTHFRONjTMBcpyvnOlJJWOulf/GApi9p1sqwYtVclys1d6BP3gDXzDbGeNA0DwEIhCKAWA2FiUIQgAAEIAABCEAAAmNEIDKxuur2Lt8hlEMaBrHbMzSk7dt3mjlV9+wZ0sjIiIaHR1K37Rke0iHTDtYhh07V3nvvrSOajtSkffbWwdMOcSnXTPnqjnp9/PcbdN/qeypWrL7r7c05I1bNrf6bz9Paiw/NIlARq0FrrSKvZ0STJiXnjHSEoCVgZyS3Y4e7npZda9Qem61uR/5Wr1j1fo/kqsiVMkadstbPesd2f3N99C9WoqvZFKxhxapv5Ks5qsw2xmiwNAsBCORJALGaJzCKQwACEIAABCAAAQiUlUBkYvXH3/fLc1eesRQqbw3JasjWXbt2Kx4flSFgrZ/FUx1vHDdOUw6YrIOnHqyJkybpyKYjtf+B+2vKAVOSZdK69YF77tOG3/xRh059U54Dz1S2hY4pW8MfueBi5RSrW1aovWOTPrHqcrUom0BFrOY5sZVR3CtWzai+fi125Vw1xNMSTTci/VTAdb8cq/bWbt8oQkd7kZ+kVRnY6UUAAWd+1FQktSTX+rQkfzixaslT9SSUyiiQrQ0mBwIQqBoCiNWqmSo6CgEIQAACEIAABOqSQCRi9ee/+oPu/NF3IwUY9eFN+XZu1+60bB0eHtaQ8WfPsEu6Ttp3H+29jxXhOnHviXp+81/00l+36Y0HHuBqLmpJmu9YjPJzz/9cDrFqpwC4V1ecaJRGrBbCuGLv8YpV38Os7K3XCXXJ77CrgOuBYtVOG+Ck1KKlPlu2K5YjHSsZgXTE9GXaaKYAsOVoeLEaFAXtjsou2VCoGAIQiJgAYjVioFQHAQhAAAIQgAAEIBApgcjE6uoV2cRq6RVp6VtwM9+5a7cM2ToyEtfuPXtM2WpEvRqvAw/YXwdMmZzXJJVDvBpi9ZR/bMqSCsA6nOo+v14f9kndev08TTOvEbGa18RWSuGKiFj1RshWChz6UREEUlHNi9XfPFu++x8cqSYy++wTreotlCP/akUwoBMQgIAvAcQqCwMCEIAABCAAAQhAoJIJRCZW71pxi/84y2I9y9KI7/icLRuCdTQ+qvHjx5dszguVsOec99kcYtXbXSJWSzaBY1Fx2ByrqcODsuRYTV335Ku0D7LKmmM1fNThWOChzTEgYKyZ645RX3LPfvZoUu/ayVybRu997w/dxhiMnyYhAIHQBBCroVFREAIQgAAEIAABCEBgDAhEIlbX/Or3+tmq26Lt/ti5UteBVVEMakyHkhzAv378M0WIVf+I1qZzb1bXWVYsq/N136P9umDWCVGgo44oCGSIVaPS5IFTdv0Z0YAB122Zat7fpp6B6VpynnRbX4eMlKmZhwglhdg6x4ByRiBGMXDqqFwC3vWQLS1EGLGa7WCqsG1ULiV6BgEISIZYfWT4ZFBAAAI+BFZfdTpcIAABCEAAAhAYYwKIVd8JiFaFRltbYSsmP7FaWBv2XYjV4vhxNwQgAAEIQKB4AskPyFo7NdA73/zQqxpfiNVqnDX6XC4CiNVykaYdCEAAAhCAQHYC0YnVH98eKecxlZGRN55/hfnfkRv/hz/WnkfEanFTiVgtjh93QwACEIAABIongFgtniE1QKCyCYQTq55dSMZOo0SXZnmGNrhsppo7+qyftvUokUzX4y42qGUzm2UXS11zlQ/XXmWTpXcQgAAEIACB8AQiE6s9d/wgfKsVXjJqqamCKizopqxkzz7304jVCl93dA8CEIAABCAQHQHEanQsqQkClUkgWKx6JWdyHBmR7J5yBYvVLO1lkbmVSZVeQQACEIAABPIjEIlY/fnDf9D9P12VX8s1UrrQw6QKH35hwvUD/3oeYrVw6NwJAQhAAAIQqDICabHaeXyHOrqt7rf1JJQKRBtcppnNHUrGqDmi1Kx7N3T2aO7K2anotNbOAfXONzNp57iuZERbqzoHemUWlx3l5h8plwssqQCqbNnR3bISCCdWV2uOHaFq5N2fbbwZuJ9FMzd+t9TW1qbubuOLoIjVgKjX1P3pCFfXe09ZKdEYBCAAAQhAoLQEIhGrd699VIlEwvzj+8ry46KHlnSMMW9IqMc9xjz20/u90Y/Mn7krCXWPt127X55+2nX51Zli4u2zp65C2J1+8nH63NKeQm7N+x4Or8obGTdAAAIQgAAEIiSQjhyzhIZHbppS9QktSgoXexuwVTZ9ryVTvbI09/X332NtKU6JWFvgZpU12YeNWI1wSVBVzREIFqvuIae2+zsjVm3Zajyfc1Zb4jVQrDrrTUvWVP2O++2fpT+YqblpYEAQgAAEIFDnBIoWqycfd0hObVr+iM7iZ7SwmNAc7QZUmCGGix9CZg0xaWg4rtUPP1uK2l11kmO15IhpAAIQgAAEIBBAIDMVgBWV5owkdVSRlCuW/BgwI1K7HfLFLUfyu65k7sZCItYQqyx0CGQnEEqspqJUk/W40gB4PnBxStZ8cqzaEbDethxdR6yykiEAAQhAoFYJFC1W55zSPOZiNXIxGbFZDazOp0ApxrR7z4huuntDydcyYrXkiGkAAhCAAAQgULRYtbf/OiuKRqw2KS1xb5XONw67yT8NgNEvxCoLHQIRi1WjuqRctT/0SEnPQLHq6YsjnYj9wYnrECyjqdZW9fU5ItiZUAhAAAIQgECNEUCs+k1ooAnNbxUEVodYzQ8opSEAAQhAAAIQKEqs2tv1U1GkISNWXakCfCJavfWptVWtfX3qKyANAGKVRQ6B3ARCRay6qnCnCJmz2sqt6vvKOODKr1RwDtVU/lZnfmcmFgIQgAAEIFBDBBCriNXIlzMRq5EjpUIIQAACEIBAngRypwLwilVbfrgiVs3AtvxzrLoPrDK6nSX9QIgREbEaAhJF6pZAoFg1PjBZPUeJ1Lb+IsWqEaF63dHqtetLRazmTjHiPSyrbieMgUMAAhCAQE0SQKwiViNf2IjVyJFSIQQgAAEIQCBPAkE5VtORZmbFbW1q6+7WBleO1Ta1qVvdfVbT6Rypdt3ZrlvlfQ/KyXMUiNU8gVG8rgiEEqu+IalZUnNkpAKwRWxSnMo49K5DybeENGs7It2RGsA5EeRXratlyWAhAAEI1B0BxCpiNfJFj1iNHCkVQgACEIAABMpIIFPKuhsPup4s7Uov0FRQ/xGrBWHjpjohEChWDQ45D6/ygAoSq8Zj7KnPLU09H9i4PpCpk0lhmBCAAAQgUHcEEKuI1cgXPWI1cqRUCAEIQAACECgjgSBxGnTd6moUuRUNsXrllVeWcew0BQEIQAACEIAABCAAgfAEEKuI1fCrJWRJxGpIUBSDAAQgAAEIVCSBIHEadN3UqmqPzVa3smw5DjluxGpIUBSDAAQgAAEIQAACEBgTAohVxGrkCw+xGjlSKoQABCAAAQjUJQHEal1OO4OGAAQgAAEIQAACVUMAsYpYjXyxIlYjR0qFEIAABCAAgbokgFity2ln0BCAAAQgAAEIQKBqCCBWEauRL1bEauRIi6hwUJ2tzepfnFDXrCKq4VYIQAACEIDAGBBArI4BdJqEAAQgAAEIQAACEAhNALGKWM0gsO6G92rRL6Wmc29W11nTzOub77xI5y9/JlX2zMvv1RUn+q8zxGro568MBRGrZYBMEwUQGOxsVfOCdck7/XMw2gfftCwdUF+H34ni1vpOVWPU1tajhP0pguvk4hYtHeiTbzUF9J9bIACB8hBArJaHM61AAAIQgAAEIAABCBRGALGKWHUTeOxanbFCOlNr9czMpFjdskLtS6XF18+ToVktyXqEvrLqcrX48EOsFvYwluYuxGppuFJrcQTWqL11oy7r65ChS02BKocQNSo3pOgSqU3dWj83t1j1jcg2per6tEw1v5d6El0ieLu42eNuCJSTAGK1nLRpCwIQgAAEIAABCEAgXwKIVcSqg8Bmrbj0Qv1p3s06fMWFetAWq15GhmjteEind96oeVMzASJW830MS1neFqs90mzjdGbj5YncG+xUa/MCpWIHe+y0Aca950m3LVZ/s9+9ua9nyjKrLyuzSrJScqDuSiZgRq+unKuBpGiV7HU7oOlLcq2Z7B8cZNZpnFC+RNOJWq3kpUDfIJBBALHKooAABNuQLF4AACAASURBVCAAAQhAAAIQqGQCiFXEaoqAGYm6+TytvfhQU7BmFatGVOu1ImK1kp/sVN/srdJpmeoWnu7IQbeMyrzX2r49Ixn1F3DdGyFoCtyVmovYqoqVU75OGsJzttY7tvub66x/sRJdzQEy3psKwPGhQUaEqtWOUh8clG+EtAQBCBROALFaODvuhAAEIAABCEAAAhAoPQHEKmLVImBGoW7SJ8zt/Vbkqr9YzXXNqoqI1dI/uOFb8InoM7dYT3dEBzpqM+Vnvxab26X9ogGdUX9B190iKy3L2Igdfv5quKQz/6kzL6rPGgwb5ewW/8kUA1aYthmp3dKyTjM4yK2GFxVDqwUCy5cv16ZNm1JDicViWrhwYS0MjTFAAAIQgAAEIAABCNQgAcQqYtXImppMAWAfSJVdnpoHW236pG5N5lv1w4dYraR3imCx6j5EyOi7fZBQNnFqR/0FXZe8kYe+uTArCRd9GRMCaSF6mTa2Niu9TvJNH5ErKpWI1TGZXBqFQJEEiFgtEiC3QwACEIAABCAAAQiUlABiFbEqaZ2uOedq3efH4rC0RA0jVY0qEKslfWbzrDxArPpu148qYlWGWbUiYAema0kqEjbPIVC89gmk0kQ48/l6ht2y1D/K2lksV7oJDq+q/XXECGuSAGK1JqeVQUEAAhCAAAQgAIGaIYBYRaz6EPBGrFrfdyt3pKpdEWK1kt4f8hOrZv7VbnfE6oJ16byVoXKw+hxCtMA4Gcu53buSENGX8hMwBOh1x6ivy0oL4d3Cn+6QN2I1mVN1Ro8SXbO0pr1VGy/rU0eTdYe5ftf7CdjMPK7lHzQtQgAChRBArBZCjXsgAAEIQAACEIAABMpFALGKWA0Wq+ZhVWszy73raq29uCXj54jVcj2+YdoJTgVgyVSrrpalSzVjQb/muHKs9kizZ8sqYktXU4eZBwv1L8523arTTjXQxqFBYSasTsrkOHTKRSC3WJUzT6u1gNNRrWb06gIZTt+6NKA+28DWCWWGCYFaIIBYrYVZZAwQgAAEIAABCECgdgkgVv3mNhbthAdW51MgpsC78utkTNq9Z0Q33b0hv/sKKI1YLQBaRd7il0PV2dGg68mybMGuyNmlUxCAAASqgQBitRpmiT5CAAIQgAAEIACB+iWAWEWsRr76EauRIx2jCoPEadB1q9tmRKysrdu8IAABCEAAAvkQQKzmQ4uyEIAABCAAAQhAAALlJoBYRaxGvuYQq5EjHaMKg8Rp0HVTq6o9NlsiDcAYzSHNQgACEKhuAojV6p4/eg8BCEAAAhCAAARqnQBiFbEa+RpHrEaOlAohAAEIQAACdUkAsVqX086gIQABCEAAAhCAQNUQQKzWmVg9e9GqsizOC2adUJZ2aAQCEIAABCAAgdolgFit3bllZBCAAAQgAAEIQKAWCCBW60yscnhVLTy2jAECEIAABCCQjYCVgqXbvNymnkSXos1wPahlM5vV0deqzoFezdcyzWzuUF9rpwZ656sp4okxxOojwydHXCvVQQAC+RBYfdXp+RSnLAQgAAEIQKCuCCBWEauRL3hSAUSOlAohAAEIQAACoQgMLpup5o4+tZUstzViNdREUAgCNUQgnFh1fqiT/YMd+z3K+uwny+Gma9oVm219POR9tXYOqHe+8RFOuPZqaBoYCgQgAAEIVCgBxCpiNfKliViNHCkVQgACEIAABEIRWNMe0+zuZDRp1OGjZg88YrUkbaSHSsRqqGmnEARKSiBYrHolZ7I7GZHsnnIFiFXrQ6Ow7ZUUC5VDAAIQgAAETAKIVcRq5I8CYjVypFQIAQhAAAIQCCBgC09HsZS08EoIr3gNuD6Y3O5vVN3apjZ1q9tOBdCUvNclUDz1FZEmALHKwofA2BMIJ1ZXa46deiQVcepOR2J98CO1tbWpu9v4IkvEasaQ7fcU+73L+D64vbEnRw8gAAEIQKAeCCBWEauRr3PEauRIqRACEIAABCAQikBmxKotJGzB4Y04DXndlqMpYeIUHLPVnZKnHtFqS9nQAsU9TMRqqGmnEARKSiBYrLqbT233d36oYr93GO8Fc1ZbW/1Dvi+k6stS3re9khKhcghAAAIQgECaAGIVsRr584BYjRwpFUIAAhCAAARCEcgQq0mZkc5LaKQmtPIXmj87+rr012bewqDrWcSsR7ym27PLF3aQFmI11LRTCAIlJRBKrHrzoroi1T3vA07J2hV0vJ43WjU51JztlRQHlUMAAhCAAARcBBCriNXIHwnEauRIqRACEIAABCAQioBXrNqRXNnE6q063zzsKvz13GJVycOzMjuLWA01gRSCQAUSKEisGuNIylX7fSH1PpOPWLXLelOK+B1wVUTakQrETpcgAAEIQKBKCCBWEauRL1XEauRIqRACEIAABCAQikDlRayG6nbWQkSsFsePuyEQBYFQYtXVUDrPsnHY1JzVVm5V31dOGZrOHW0dWpVtNO72AoNgo4BCHRCAAAQgAIEkAcQqYjXyhwGxGjlSKoQABCAAAQiEIhA+x6odQZotx2ryup0jtdAcq6F6nb0QYrVIgNwOgQgIBIpVI3p09RwlUkYzIrGaK1o1R3uI1QgmnSogAAEIQCA0AcQqYjX0YglbELEalhTlIAABCEAAAtESyBSrkmw5mmrKsy0/6Lpzy21rp3rmrtTsDqlzoFfzmzyHVRltZNSn0IfUeGkgVqNdH9QGgUIIhBKrviGpWVKAZKQC8MujmiNa1S8NgDmwwlKOFMKEeyAAAQhAAAI2AcQqYjXypwGxGjnSIiocVGdrs/oX59o+VUT13AoBCEAAAhAoIQHEagnhUjUEQhIIFKtGPfkcJhVGrKbqC5Cz9hjIrxpyNikGAQhAAAJRE0CsIlYzCKy74b1a9Eup6dyb1XXWNPP65jsv0vnLn0mWPUNfWXW5WrKsRsRq1I9pMfUVJ1bNyKf1SzXQ16HkWdHFdIZ7IZAiMNjZquYF65Lf+//SZEXeSS1LB9TX4bcCrfWdqsaora0ntRXR3YZxiQ8YWIIQqDYCiNVqmzH6W4sEQonVWhw4Y4IABCAAAQiEIIBYRay6CTx2rc5YIZ2ptXpmpi1W1+maS5/TR6+fJ0OzmuJVV2vtxf5qFbEa4skrW5HixGrZuklDdUZgjdpbN+qypLA3BarSQtSEYUSqLDE29XVr/dzcYtU3InuwU63nSbcl27Ak6wz1JLqU9eyLOpsFhguBaiBgiNUrr7yyGrpKHyEAAQhAAAIQgAAE6pAAYhWx6iCwWSsuvVB/mnezDl9xoR5MiVU3JDN6tfdU3ZoUrV6EiNVKeiexxWqPNHu2rANZW7R0oE+pAEBDQDUvUCp20BHV5xZeRv6rJZq+dIYWLDBqIo9VJc10NffFlJ4r5zoio+11O6DpS5q1shCx6gVirvOVmutc+9UMjb5DoE4IIFbrZKIZJgQgAAEIQAACEKhSAohVxGqKgClMN5+ntRcfagpWf7G6Ttecc7WecaQJQKxW8tNvb5VOy9QMWeqIHPQKrkyxashZhGolz3j19c06sGK9Y7u/uQ77FyvR1Wxu9Q8Sq+lUAJ4PDZwwzFxtImK1+hYIPa5zAojVOl8ADB8CEIAABCAAAQhUOAHEKmLVIrBlhdo7NukTZu5UK3LVJVaNFAHXrrXKvit7GgDjMhGrlfTU+6QCMLdYT/fPm2pG9fVrcXK7tJ9YFXkqK2mCq7cvzkMuHHlR5VqD1vrNLlbdw8++3T+/eqoXKj2HQO0RQKzW3pwyIghAAAIQgAAEIFBLBBCriFXjaKpkCoB7dcWJBhAfsergZB1kdUTWA6wQq5X0FhEsVr0H/Di3+CNWK2kua7cvaSF6mTa2NiudMzVfIWpFv3rlP4ew1e7aYWS1TwCxWvtzzAghAAEIQAACEIBANRNArCJWjeOozO399/mxOOyTmblUzejWh3R6542aNzXzJsRqJb0lBIhV7/ZoIlYrafLqpy+p/KeL1d9s5wL2DL9lqX+UtbOYTx5VpGr9LCNGWpsEEKu1Oa+MCgIQgAAEIAABCNQKAcQqYtWHgCdi1RCpd7xZXRe3mGWJWK2mxz8/sWpKqO50DlUiVqtprquor4YAve4Y9XXNMjsdfgt/MmfwjB4lumZpTXurNl6WPojNLVGTZRVCyFYROroKgXojgFittxlnvBCAAAQgAAEIQKC6CCBWEavBYjWZGqB7k130SLVliVY1ShCxWklvAsGpACyZavW5ZelSzVjQrznkWK2kSazBvtiHqtlDy3bolDcVgFusypmn1VrA6ahW7zW7KWc+1xoky5AgUGsEEKu1NqOMBwIQgAAEIAABCNQWAcQqYjXyFY1YjRwpFUIAAhCAAATqgsDy5cu1aVPqk1zFYjEtXLiwLsbOICEAAQhAAAIQgAAEqo8AYhWxGvmqRaxGjpQKIQABCEAAAnVJgIjVupx2Bg0BCEAAAhCAAASqhgBiFbEa+WJFrEaOlAohAAEIQAACdUkAsVqX086gIQABCEAAAhCAQNUQQKwiViNfrIjVyJFSIQQgAAEIQKAuCSBW63LaGTQEIAABCEAAAhCoGgKI1ToTq2cvWlWWxXnBrBPK0g6NQAACEIAABCBQuwQQq7U7t4wMAhCAAAQgAAEI1AIBxGqdidWb7t5Q8nVLxGrJEdMABCAAAQhAoC4IIFbrYpoZJAQgAAEIQAACEKhaAohVxGrkixexGjlSKoQABCAAAQjUJQHEal1OO4OGAAQgAAEIQAACVUMAsYpYjXyxIlYjR0qFEIAABCAAgbokgFity2ln0BCAAAQgAAEIQKBqCCBWEauRL1bEauRIqRACEIAABCBQlwQQq3U57QwaAhCAAAQgAAEIVA0BxCpiNfLFiliNHCkVQgACEIAABOqSAGK1LqedQUMAAhCAAAQgAIGqIYBYRaxGvlgRq5EjpUIIQAACEIBAXRIwxOojwyfX5dgZNAQg4E9g9VWngwYCEIAABCBQMQQQq4jVyBcjYjVypFQIAQhAAAJ1TWBQy2Y2q6OvVZ0DvZrfFARjjdpjs9Xd2qmB3vlqGlymmc0d6rO/z3Z72HJBzUd4HbEaIUyqgkCNEECs1shEMgwIQAACNUIAsYpYjXwpI1YjR0qFEIAABCBQ1wQQq3U9/QweAhBwEQgnVpMfMKXubFNPokuzPCwHl81Uc0ef9dO2HiW6vCXsG4LqC7rOJEIAAhCAQK0SQKwiViNf24jVyJFSIQQgAAEI1DWBIsVqFbMjYrWKJ4+uQ6BEBILFqldyJjuSEbXvKZdVrGapT7asDdteiYBQLQQgAAEIjCkBxCpiNfIFiFiNHCkVQgACEIBAvRGwt+Ub425tU5u61e1KBeD5Rd4lDDypAOT93qjUfX9bT0Jds4LLSY50BBmpAzIF8Jr2mGZ3JycvZzSY/wQjVutt4TNeCAQTCCdWV2uOHaG6pl0x843IHbVqvz+1tbWpu7s7a8RqKqo19R5mv9cZt9jvncHtBY+MEhCAAAQgUI0EEKuI1cjXLWI1cqQlrHBQna3N6l9s/KOwhM2MWdW1Pr4xA0vDEIBASQl4BGdKCthSM0sO1dQv/UFi1ZaqzmgrQwrM0WpnbtaUfLXLecSpvLlbPdcHLJnR2jmg3vlNGlzWrnve3xUiR2waLmK1pAuNyiFQlQSCxap7WCkx6vwAyn5fNd4356y2xGuWD38yxapk/8x+f3O26NteVZKm0xCAAAQgEIYAYhWxmkFg3Q3v1aJfSk3n3qyus6a5rue6ZhdErIZ59CqlTPHicbCzVc39i3PkpBrLsRY/vrHsfb22ba6pBeuSw/fPiWZHmbQsHVBfh99JPtbcp6oxaisgWq5e54BxjzGB5C/86V/YcwtLyb7u2Zaakgj+ojZTCIQo5+zb++/xHIrl308FHZqVAzdidYzXIs1DoAIJhBKrqQ+kkgNwvQ953jOdktUv0sBbl4NJ6n00Z3sVCJEuQQACEIBAZAQQq4hVN4HHrtUZK6QztVbPzPSI1VzXHLX8f/buBEqK6mD7+NPDvorgFkFBZFDyRhM/QxKGaBSNChqDJoA7IgqiIqMiigFBwQ03ECOLImKUOJBEggpqBH2NDFHim6goKoig4L6gCLIMzHeququ7urq6q6qnpqd7+t/neHCmbt2693dvN8wzt24RrIb2/sxBRTUPHglWczBMRXWJxRpa9o6uriyXEZeaAaocD5MwfniZYNzQN1Nv9M8crNbf1dhFNSmKrrOpK6GSA8uTn7I9bCVJx1+wqtjDWryCVddyQYLVLrH3sLUVgOM2XD8DS7DqR4kyCBSXQFbBqkEUC1dTPtu8glUlVqha0mVlZaqsrIyvyJdb+FqDXyoV14jSWwQQQKCwBQhWCVZtAhtUMXKw1g2YpU4Vg7U0KVjNdCwZkWA1nz4UjOD0POnhsVpV2kfRn2176O7VlYou8rOC1UVSH7fjiTKJlX+JW0KdKwITqwedqwUdqw7d/vFpriaUhkYmqNvdh+mKK2x7Ya2ZrLLSKxRfw2juZ2W1Lfv+pYZ20XbPSxvW5dPYFkdbzOB+Xn+tjgWtiTm7Wt0mZBqrmv/SoDiE6WVeCgResershcdWACn1W+eHvGLVtpg8022zmcaAYDUvZyiNQqBOBXwFq0ktTOwpbeyJ2neBbe9nZ098hqHx/Vnj/ya1V5R8vfq53VadTgEujgACCOSVAMEqwWpcYMPjwzRww3laMvwAM2C1B6uZjjkJCVbz6T1uBZyJMDV6m/VhWmRu6J96PDlsjB0/LLFiMPl8KXXFqtc5xj82J6hbLNxNPt+5759hmbyCMTloq2H/zHBBMQsjZzYC3HnqHw+e82ksi7Et0fnwhu12/8R8KfUIwZ3hvv0XCsVoSZ8LSsD5UCivPVZTOudzj9V4gGCsiL1dXZf53WPV+STs2NeOdhorawdqjrm/qrWay20/QoLVgpqdNBaBOhfwDFaNz6IFfW3bVIUcrDofhuVxPYLVOp8yNAABBBCoVQGCVYLVqMDGCg0tX6/z549SD0VXp8aD1UzHXPwIVmv1PRuwcrdVe/Zg0+W4eZt1t+gKQTNoXKWx1lNVzatnCkatcDLDOXLUab9e7EEpcv3tf6zrSW2qYf8c18vvbQ0CDn0hF7evaLbvi+oy9n5XFzt/IVDIPLS9SATs74OyyVrUf576lEuTVy+LPvzJCl/tHL4fXpV6fuLJ1n00075iK+U6Ge5ASGln4snZZjOz2OeYFatFMt/pJgIBBHwFq8bDqFJe7vu2x2/jd36GKvbAQOtBfY760u6vGi+X5noB+kpRBBBAAIH8FyBYdRujSLgD51mdS4GIPM8K1siItG17laYvXOlynnWb/zO6prtx2B6sKrY9gNux5AdbWRUTrAYbmtotnS54NJdpakZvj2DVuaLTbGzyOSlhpOc5ycFs8grZ6IoCZ7Ca/DAj86fzpBW3yfto2uvw6J+ZA1sP34qugGRPztqdkUFrTwSiV+udpPEJum2D+9wK2h7KI4BAbgUIVnPrzdUQKAQBz2DV6ESQh0ml7LFqrXCNBatdHL8kMn9PZG1LFRMLcr1CQKaNCCCAAAK+BQhWCVYlLddt/cbrWTeLjp3VZf1arXE9doHm3DFAzniVYNX3+y8HBWu4orPWVqwm9ktNhKTmv4JTg1XX2/WtFbE17J+ZE8dW0K7upgkpq3NzMERcIrNAfHsG+z7BjlN63G3bgzVNdWzzwExDoCAFjGB19OjRBdl2Go0AAggggAACCCBQ/wUIVglWXQQcWwEklch0LFqQYDWfPjjS7EEafxiQ14rONPul2h4mlO7hQlc492W1zknZh8ru5R2sRh8W4HyAlmMPWd/9M5NVc6Wq+XCuLG5TzafRrhdtMQLQ2w9RZWxDsvS38DtXrCbP1cVDy/TO1dZD2mJPJn/DRwBbLxDpBAL1R4Bgtf6MJT1BAAEEEEAAAQTqowDBKsEqwWp9fGfH+2QFp4ukPn0U3W3Kvt+TV7BqlE9s+G+e7lwdaK4EjK5A7RF/yFDmc6wnqcabGa/T/XZte/ked9+tw65Ypb62h2+tGluT/sW2A7hieeptXfV6buRr5/w+dCpzsJpyC6CfVa35SkK7EChiAYLVIh58uo4AAggggAACCBSAAMEqwWro05QVq6GT1qBCt1vla1BdCKemrnCNriac0G21KsuNJ7IEeYXUP9d9YYO0g7IIIIAAArUhQLBaG6rUiQACCCCAAAIIIBCWAMEqwWpYcyleD8Fq6KQ1qDCk4LEGLXCemvywKuNo0IcQ2WsMp3+pbQqxw1SFAAIIIJC1AMFq1nSciAACCCCAAAIIIJADAYJVgtXQpxnBauikNagwnOCxBg1wOdV5q7d9C4GgVwqjfzwtPqg65RFAAIFcCRCs5kqa6yCAAAIIIIAAAghkI0CwSrCazbzJeA7BauikVIgAAggggEBRChCsFuWw02kEEEAAAQQQQKBgBAhWiyxYPX3M/JxMzkG9j8jJdbgIAggggAACCNRfAYLV+ju29AwBBBBAAAEEEKgPAgSrRRasTl+4stbnLStWa52YCyCAAAIIIFAUAgSrRTHMdBIBBBBAAAEEEChYAYJVgtXQJy/BauikVIgAAggggEBRCMydO1fr16+P9zUSiejaa68tir7TSQQQQAABBBBAAIHCEyBYJVgNfdYSrIZOSoUIIIAAAggUpQArVoty2Ok0AggggAACCCBQMAIEqwSroU9WgtXQSakQAQQQQACBohQgWC3KYafTCCCAAAIIIIBAwQgQrBKshj5ZCVZDJ6VCBBBAAAEEilKAYLUoh51OI4AAAggggAACBSNAsEqwGvpkJVgNnZQKEUAAAQQQKEoBgtWiHHY6jQACCCCAAAIIFIwAwSrBauiTlWA1dFIqRAABBBBAoCgFCFaLctjpNAIIIIAAAgggUDACBKsEq6FPVoLV0EmpEAEEEEAAgaIUIFgtymGn0wgggAACCCCAQMEIEKwSrIY+WQlWQyelQgQQQAABBIpSgGC1KIedTiOAAAIIIIAAAgUjQLBKsBr6ZCVYDZ2UChFAAAEEEChKAYLVohx2Oo0AAggggAACCBSMAMEqwWrok5VgNXTSGlS4RpPLSrVqbLVm9K5BNYFOrYtrBmoghRFAAAEECkSAYLVABopmIoAAAggggAACRSpAsEqwmiKwfOqJGvOi1OWsWZpxWgdJG1QxcrBmrrcVPXq8lgzv4fq2IVjNp0+Tugg56+Ka+WROW/wIrJlcptIrlseKDtGi6hlyZv+Lh0bUZ6bU4+7VqizvkrFa17KLhypiVBB7+anHT9spg0DRCayZop6l5aosm6zVy0Yo87sxXB0jWH1558/DrZTaEECgXggsuL5XvegHnUAAAQQQKGwBglWC1WSBFZN0XIV0gpZobc/kYHXdgGd0TXfvCU+w6m2UuxJ1EXLWxTVzJ8qVwhBYrKFl7+jqynIzoDFDUS1StX1ZtRGKTpCGaKbe6O8RrLqWXayhkQnqtrpSZia7ZrLKSuepv/V1GN2gDgTqRGCNpvQsVXllmSavXqYRuUg5CVbrZKS5KAIIZBbwF6wa/x7oo8SvWd1/mbtmSk+VlldGLzjE8W+SpGaEXR+jjAACCCBQ6AIEqwSrNoHoytR1A2apU8VgLSVYLfT3t5EmxbYCWCT1sf5R2UN3J4VL0TLxxYNy/IPTDKSuUHxt4SLbtgKux/xcsx7Q0oXQBMzVq/P6a3UsaE3M29XqNqFU8zIGq9Z8c5Q15+YqjY2vhHUEraG1nooQyLVAHQSrue6i7XqsWK1DfC6NQJ4LeAerzhA01qGU1feOcmmD1TT1Of/tLL/15TkwzUMAAQQQ8CVAsEqwGhfY8PgwDdxwnpYMP8AMWJ3BamIrgM4aMnmaBrR3n2OsWPX13stRISs0TYSp0VuwD4vfeu1cLZgcciWvLEw5FumjN+K3aVtlT9GTZlCbuKbrisQcCXCZfBeI/vCRmEfG4tIyla4aq+oZpWbonylYzVQ2uj2A8YuCq/WORz35rkT7ilPA2uLC7L35g35pbLWqzcMICOZIA5Nu1XeGr9H32crJi9R/Xh8lFmVZvyjzd3xmPIzwKm8uRU/aisNscRZbCRCsFufcp9cI+BHwF6wuUF/rl6zxz6XkRQTWZ+2QIUM0c+bMtCtW46ta48Gr9VlrnJJYeOC3Pj99pAwCCCCAQP4LEKwSrEYFNlZoaPl6nT9/lHrE9lRNBKvJSGYAO/cgTTTLpr4IVvPpje92W75t5Z7cbo/OsLLPvgrQ/MepXPbGdLmmeat2N9uKxHwyoi11ImAPXewrQ5JWmkbnUtpg1UfZeDDV427mX50MNBfNWiD2HimbvFrLRnTRmilD9dTJMzSii8uK1ZRb9d2DVeNW2OgP/9ZxK1xIrK7KeNwRrKatL9YemW1XLAx2v/3Wy4dg1UuI4wgUr4B3sJpsEw9G7b/ksf49YvxbpO+C6C+E0qxYTQ1WJet71md1/JdKPuor3pGj5wgggED9EiBYJViNP5wqsYdqdEuAdMGqtFy39RsvjXLfc5VgNZ8+JNIFq2Yiqhmlybf5J1ruXOFqbQRglIj9cJw2LCVYzacZUAhtSayijq4sXTXWWvWRKVh1zjNn2WhQZM7z3rFVsFfIsQ1GIejQxqIVsH7YT1nlWYNg1VZX9JcO1j6tsWDV93GP8quNX7ytjO8BGw0efuT6kDqv8SVY9RLiOALFK+ArWHWunk/6THX8kskestr3fbeI3Vbix45Fg1XHL5K86iveoaPnCCCAQL0SIFglWJUVlD7rZtHxAs25Y4A62I+Zq1tfUK802wEQrObTZ4SfFav2fSgdbXeuSmXFaj4Nbv1pS/zBUmO1qtT+gAlbF1NWnKbb50xSj7u1qP889XHZtzXzfq31h5Se1A+BpK0A4nv4FUCwqinqWVqupBWrmqzVy0aYD6wL8iJYDaJFWQSKSyCrYNUgioWrij2wynW1Iyy+SgAAIABJREFUqVuwajy9wP6QK6OqsjJVVlbKqGOOBpoPwApSX3GNGL1FAAEE6qcAwSrBqotA8orV5VOH6YPTE3uqLp96osasdwlcYzURrObTh0WaPVbjgZPHrdaOYDWxZ+UM9Y5tzJ9uj9XEqsPYXntsBZBPE6Nu22IEqbcfosrYDy3OfX8TjXPOz9h8Psztab2Osq6/FLhCh9kfvla3ClwdAd8CybeaWiuirNWm5k/6ZpBZGV+JlWYrAN8rUo0tUjOtaPVYsRoLVmPP1zaih/jqVd+djhUkWA0qRnkEikfAV7CaxJG87UnfBcbnXBovn3tCx/dTXVStMOorntGjpwgggED9ESBYJVj1DFa1YpKOm7QkUc5tFautFoLVfPqAMMKm86Sx/TWvzxWK3tDv3OfOCl9t7batDrSvmOpx99067IpViYcAmCsNrXqt7QPYCiCfZkB+tsU55xJbTyS3twbBqpnnJ//A1CP+oLX8VKFVCNgFjDB1oOaY+6tae/ZZq6CSQ0/jLCsssG3VYqYF2d7qX7Ng9eSnjFv/jQWry2Q0vyYvgtWa6HEuAvVbwDNYNX7JuqCvquOrT0MOVh0Pw5Lj3x1J+j6D2vo9YvQOAQQQqJ8CBKsEq6HPbILV0EmpEAEEEECg6AQST5s2u570kLfYClXj+9YP6/a9/8omR7fDiIebQfdQrVmwOqKL21YdPLyq6KYwHUaglgV8BauuS1LTfB6l7IlqfZbFfkmVsho/2sH4rf/O/rLHai3PAKpHAAEE8kOAYJVgNfSZSLAaOikVIoAAAgggUDACKStqra0K0jxpO1PHWLFaMMNOQxHIuYBnsGq0KOPDqxxN9gpWuzh+4WX+zst64KZL9wlWcz4nuCACCCBQFwIEqwSroc87gtXQSakQAQQQQACBAhFwPGXbHmwQrBbIGNJMBApDwFewWhhdoZUIIIAAAgUsQLBKsBr69CVYDZ2UChFAAAEEECggAZetALIIVY0OGytWR48eXUB9p6kIIIAAAggggAACxSRAsFpkwerpY+bnZH4P6n1ETq7DRRBAAAEEEECg/goQrNbfsaVnCCCAAAIIIIBAfRAgWC2yYHX6wpW1Pm9ZsVrrxFwAAQQQQACBohAgWC2KYaaTCCCAAAIIIIBAwQoQrBKshj55CVZDJ6VCBBBAAAEEilKAYLUoh51OI4AAAggggAACBSNAsEqwGvpkJVgNnZQKEUAAAQQQKEoBgtWiHHY6jQACCCCAAAIIFIwAwSrBauiTlWA1dFIqRAABBBBAoCgFCFaLctjpNAIIIIAAAgggUDACBKsEq6FPVoLV0EmpEAEEEEAAgaIUIFgtymGn0wgggAACCCCAQMEIEKwSrIY+WQlWQyelQgQQQAABBIpSgGC1KIedTiOAAAIIIIAAAgUjQLBKsBr6ZCVYDZ2UChFAAAEEECgKgblz52r9+vXxvkYiEV177bVF0Xc6iQACCCCAAAIIIFB4AgSrBKuhz1qC1dBJqRABBBBAAIGiFGDFalEOO51GAAEEEEAAAQQKRoBglWA19MlKsBo6KRUigAACCCBQlAIEq0U57HQaAQQQQAABBBAoGAGCVYLV0CcrwWropFSIAAIIIIBAUQoQrBblsNNpBBBAAAEEEECgYAQIVglWQ5+sBKuhk+ZFhYuHRtRHi1Q9o3detIdGIIAAAgjUfwGC1fo/xvQQAQQQQAABBBAoZAGCVYLVFIHlU0/UmBelLmfN0ozTOsSPb3h8mAbOXRv7urOGTJ6mAe1TAQlWC+MjYc3kMpWuGus7KCVYLYxxLZRWmvPviuWx5g7RouoZckb25pybKfW4e7Uqy7tk7FpK2cVDFTFOTnm5X6tQ3GgnAsUmQLBabCNOfxFAAAEEEEAAgcISIFglWE0WWDFJx1VIJ2iJ1vZMBKtmqLrsGM25Y4ASUav7ZCdYLYwPAYLVwhin+tnKxRpa9o6uriyXEZe6hvZGMDpBGqKZeqO/R7Dqsyy/HKifs4le1W8BgtX6Pb70DgEEEEAAAQQQKHQBglWCVZvABlWMHKx1A2apU8VgLY0Hq8t1W7+H1SnNClUnIcFqfn0sJK8M7KG7Vz8snVeq+GJBRVcEjl1V6rjVf40ml5VqXizUSg2loscT9bASML9GvnBaY87Ref21Oha0StG5tWrsanWbkJiD7j3yWXbNZJWVzlP/1ZXyWPxaOHC0FIEiECBYLYJBposIIIAAAggggEABCxCsEqzGBcxVqRvO05LhB5gBazxY3VihoeUvSB3Xas36WPGjx2vJ8B6uU59gNY8+EcwwaZXGutxmnbJi1bx1Wolbsh1BlDNYdX6dGo7lkQNNyWOBxRoa6aM3bLf7J+ZmaVK479YJv2VZrZrHU4CmIZBBgGCV6YEAAggggAACCCCQzwIEqwSrUQEzPF2v8+ePUg9FV67Gg1Vje4BJ7yf2VDXLPqjOo57RNd1TAQlW8+gtb4ajV+iwRdVyPnMqdSuAaMClWFnn8aRgynX1n3H+BHVjRWAeTYA8bop9D9QhtoeiJf0yIHnVdEpvfJdNntt5rELTEEDAIUCwypRAAAEEEEAAAQQQyGcBglWCVSkWpK4bYAWlbsGqNNEMXY2X47jDkGA1z97ysXDVeEyQ/SFAbnusOlf/rRqbCGRTg9UrZD16KNFjY6sBbrXOsxmQ982JbldxmBZVX613zC0ArHmXKVi1tgDwLstq6ryfAjQQgbQCRrD68s6fI4QAAgikFVhwfS90EEAAAQQQqDMBglWCVUnGHqrj9aybRccLNOcKaUL5C+oV32OVYLXO3rE1unDmFalm1dYKwNXdNMGxhUBqsOq+xUCNmsjJxSkQXwE9VqtK+2imm0KPu217sBoFovPZuyyrVYtzUhVTr2PvhbLJWr1shPlAuPr0IlitT6NJXxCoHQGC1dpxpVYEEEAAAX8CBKsEqy4CzuDUY2sARw2sWPX35st9qeQVfu6r+GwPpLLfnp3y5HaPW7Rz3zmuWEgCRpB6+yGqjO1PkVixOkO9k/rhnGex+XmYbeuAeHn3OZm+7kICo60IZBKoy2B1jab0LFV5ZZkmr16mEbWQ6hKsMvsRQMBLwF+w6vyFrPtDV9dM6anS8sroJR3/Fk5uR6b6rM9GR8sz1ufVS44jgAACCOSrAMEqwaqPYNXag/VBrYmVPiHN/qrGYYLVPHq72/exdP4DMdMWAVcs1xDHvqypD/+xhbBWl1NWFeaRBU3JIwHn3Em3hURNg9XUB2PlEQJNQSAkAYLVkCCpBgEEClTAO1hNc5dLykp/R7m0QWi6u2assJZgtUCnEs1GAAEEshIgWCVYzWriZDqJYDV00txWaIaxxjOsnKsHc9sMroYAAggg4EcgEaxO/lG5ymP7Y5RNXq1l8SWkjhDAGSasmaKepeWKrdFKrNKyvh8vb1+hOkcaaKxWtbWxbIiGaKZmJq1gtc5xXx3m1UNWrHoJcRwBBPwFqwvU1/q3bXzhQfLnkrmIYKY0ZMgQzZxp/I/bHTJSfFVr/HgiSI0uTKjZ5x4jigACCCBQWAIEqwSroc9YgtXQSXNaYerK1JxenoshgAACCAQSSISm0TBVjtvzHStarbDUCgTMr9/SmFjgYAUGZjhQGgtcXYNV49b/1K0ArPPjwa7zeoH6JhGsBgSjOAJFKOAdrCajxINR+y+ZrLDV+Gzsu0ARM2H1G6wmwtbkz2H7dbP75VIRDiddRgABBApOgGCVYDX0SUuwGjppDivkQT85xOZSCCCAQAgCqVsBJIWbXW83A4LEClaPlVSxcMEsf/JT0ZWsAYLV+IPlYucotl+hc3sZvx0nWPUrRTkEilfAV7Dq3B4raeW+43PRHrLG9oNP0nXWZTuYPlg1ChGuFu8specIIFCfBQhWCVZDn98Eq6GTUiECCCCAAAJpBDIHq3M0MPEglqQaEj/gW7e/2g9nH6xK0fqMB1pZ2wVkHyYQrDLxEUDASyCrYNWo1PELoPgvoLyCVdm2A4g1rqysTJWVlbZfYtlabdtuJdtfMnkZcBwBBBBAoO4ECFaLLFg9fcz8nMy2Qb2PyMl1uEiqwH1Pvg0LAgj4FLjklEN9lqQYAvkqkD5YNX+Al7Fvtn3FanI/km797y0jFU2Uz2rFaqIOlZWprLJSlTV4EjbBar7OO9qFQP4I+ApWk5qb2ELF+JzsuyC6t6rrK+UBV+7F4vuzOh7+Gi3t3IM1f+xoCQIIIIBAzQUIVt0MIzWHtdfgWZ1LgYg8zwrWyIi0bXuVpi9cGey8LEqzYjULtBBPWfPRtyHWRlUI1G+BLvu3rt8dpHdFIBBwj1WHiDNYtcKB6Mqt1Roa6aOZ1u2r8dtfjdWoxh6r9tWp0a+dIYKUKJvNYBCsZqPGOQgUl4BnsGp8di3oq+r4bf0hB6vOh2EZK1Rv76pl1vXiK1Zr9nlYXKNKbxFAAIHCESBYJVgNfbYSrIZOGqhCgtVAXBQucgGC1SKfAPWi+9GAYOXkReo/r4/KK6OdSrrd1HYbarzLLk+zjp44RENmztRKM1g1k9PoQ1yMV9lkLeo/T33KFQ9WZa/btrLL9eEwWXgTrGaBxikIFJmAr2DVdUlqmm1KUrYCsILYWDCq2IP9HM4pD+1zjkMNVu8X2ZDSXQQQQKCgBAhWCVZDn7AEq6GTBqqQYDUQF4WLXIBgtcgnAN2vPQH7lgKJpayBr0ewGpiMExAoOgHPYNUQyfjwKgeZV7DaJXFrv3Vmyt6pjuslHiBYdMNDhxFAAIF6L0CwSrAa+iQnWA2dNFCFBKuBuChc5AIEq0U+Aeh+rQlk3m/Q/2WNYHX06NH+T6AkAggggAACCCCAAAI5FCBYJVgNfboRrIZOGqhCgtVAXBQucgGC1SKfAHS/lgSs22bT3GYb4KoEqwGwKIoAAggggAACCCCQcwGCVYLV0CcdwWropIEqJFgNxEXhIhcgWC3yCUD3816AYDXvh4gGIoAAAggggAACRS1AsEqwGvobgGA1dNJAFeZnsLpWs089Qje/2l3XvfScBh0UqEshFrbacb4e2DhFvwqxZqoqTAGC1cIcN1pdPAIEq8Uz1vQUAQQQQAABBBAoRAGCVYLVFIHlU0/UmBelLmfN0ozTOkgrJum4SUtcpI7TxPmj1MNxhGC1bj8K3INVK1C0ty2XIWeaYPX9P6r/L6/Tf1zJ/LQvaFAatHzdjmXBX33pCJWe+1C8GwP+9I0m9rL3yj4vY+P9fvI5Vukjxv9H8y7qnEKy7v7j9evxKxLfP/svWj3p1/Gv/3fUHrrwUevL1DlFsFrws4wO1HMBgtV6PsB0DwEEEEAAAQQQKHABglWC1WQBI0StkE7QEq3tGQtWXYzM8FXjtWS4M1aVCFbr9lMhJViNh1uOVZpmqPmuLs3Jyk3vFatWQJYuQHNXDRqUBi1ft2NZ0Fc35te0rppnhJzxAN0xB825+aaOOHKF/pNmNbMVjKaGspJic9uaM86y0a8zr04mWC3oWUbji0CAYLUIBpkuIoAAAggggAACBSxAsEqwahPYoIqRg7VuwCx1qhispemC1Y0VGlr+gnpNnqYB7VMBCVbr9hMhOVj9h8a0/70q5HHreyz40vib1XX8dYnyjhWHidAzWu+74/+i3k/8Xje/Gu1zUvhlP/fI8zVAD6kiw1YA6YNVqw+Wq7Xq0GUV7pE36x8LL1WntO0mWK2b2ek2D51zyGWFshXIWuPqaLxzzlhfm/PwoOhqaKVZ6WpVRbBaNzOCqyLgV4Bg1a8U5RBAAAEEEEAAAQTqQoBglWA1LrDh8WEauOE8LRl+gBmwpgtWM61WNSojWK2Lt3LimknBqhUwOm6PTmmh7Zb8eDhqfG+ENMkIKuUMJBNhZ7S8MziLfZ0SdKa/vd89WHXW61z56hKUZmw3wWqdzE6XeRgd7//RAxtHaG2a/Xe9VzHb5uH4m/Xu+Ov0H8ecO+LI7vrPq7GtAlwCWoLVOpkRXBQB3wIEq76pKIgAAggggAACCCBQBwIEqwSrUQFzFep6nW/umRpdueoerC7Xbf3GS6Oe0TXd3WcswWodvJNtl3QLVuMrTVP2NI2tZPVYGWhUH72t2gpGHcGp83hsn8zECtcstwJw3OpttCM5bFPsoVjpV+Qmt5tgNZezM3n/U/sYWatVjX1TrTF0hu5WaOq1127yimbrFwPpVrM6t5ogWM3ljOBaCAQXIFgNbsYZCCCAAAIIIIAAArkTIFglWJViQeq6AVZYmj5YNVe1LjtGc+4YoA5p5inBau7ewG5X8rdi1bES1ApWMz74x7iav2D12OeiDxSqabDqumIxKWx1D1aTH1hkbzfBat3MzuQVzr9+2r73aZrQ3c9qa6uMuRK1qx4wt72Ibklx4XuOOZhmjhOs1s2M4KoIpBOYO3eu1q9fHz8ciUR07bXXAoYAAggggAACCCCAQF4KEKwSrEqKrkJ91s2i4wW2ENV7tapRBcFq3b7X/e2x6h2sJu1X2Sv/VqxGVyamBqWZ202wWlez0wq7j3Dsy5vcntT9c10fWhU7KXk1cuJhVjJ+QXDSkyo996FEuE+wWldDz3URqJEAK1ZrxMfJCCCAAAIIIIAAArUsQLBKsOoi4L5i1VytOvcgTTS3C0j/Ilit5XetR/XJwaotbEraX9JvsCpd99JzGnSQ87Zsj60AFH1wkHO/y8SK19ROZNxjNd721GDUGa5F60nXboLVnM3OpSPU/70RmndRZym+R6/bbf0uK1bjW1Y4t3hInrcdzbFeEX9oWtIcOn5x0hyUo6zlwIrVnM0ILoRAVgIEq1mxcRICCCCAAAIIIIBAjgQIVglWfQar0dWqa8+apRmnpdsEIFoVwWqO3r1pLpMSrJrlkvehjJ9q3frvuprPsXfl2eer4tE3k4NWW1ibdvWgcbEjb9YDv3lcF8YDT7/BqqR0+8JaVdiPO24JN4oMSGo3wWouZ2fyHqvp9kpNDVbTP7Qq3cPMEr1K2kPV2iogdtht9SvBai5nBNdCILgAwWpwM85AAAEEEEAAAQQQyJ0AwSrBauizjWA1dNJAFboHq4GqoDACRSNAsFo0Q01HC1SAYLVAB45mI4AAAggggAACRSJAsEqwGvpUJ1gNnTRQhQSrgbgoXOQCBKtFPgHoft4LEKzm/RDRQAQQQAABBBBAoKgFCFYJVkN/AxCshk4aqEKC1UBcFC5yAYLVIp8AdD/vBQhW836IaCACCCCAAAIIIFDUAgSrBKuhvwEIVkMnDVQhwWogLgoXuQDBapFPALqf9wIEq3k/RDQQAQQQQAABBIpMIBKJFFmP03e3urpaBKtFFqzOPbtdTt4ArS55OSfX4SKpAgSrzAoE/AsQrPq3oiQCdSFAsFoX6lwTAQQQQAABBBBIL0CwmrAhWE03T0IO3z2rcykQkedZwd7nEWnb9io9cf8lwc7LovTmFypEsJoFHKcggAACCCCAQJIAwSoTAgEEEEAAAQQQyC8BglWCVe8ZGX6mmfmaBKveY0IJBBBAAAEEEHARWKMpPUtVXlmmyauXaUSX+oVkBKsv7/x5/eoUvUEAAQQQyDuBBdf3yrs20SAE8lXAHqwaKzaL7eXsP1sBuM0AgtUavS9YsVojPk5GAAEEEEAggADBagAsiiKAAAIIIOAq4C9YXayhkT6aGa9hiBZVz1Bv82vr72NH9UMWqXpGtETSa/FQRfokarIfK5u8WstGKPaLU5/1Ma4I5FCAYDURGrIVQLqJR7Bao7ckwWqN+DgZAQQQQACBAAIEqwGwKIoAAggggICrgHew6gxVY9WUTdbqZSPUJcRgdciias3oHTCoZVwRyKEAwSrBqvd0I1j1NspQgmC1RnycjAACCCCAQGaBNVPUs7RclUapsiEaopmaGd8KIPqD38rJk/Wj8nLNlLVFgOMHwvgPgrFL2es0vhVfYWPVt0j95/VRuXlR43C1rn63p0pj30heXWPflsD6wdC+qsf/ALMVgH8rSiKAAAIIZC/gL1hdoL7WCtX4ilPr77ea/X0nWX9PW3+H1rS+7C04EwEvAYJVglWvOaJaeG5U5muyx6r3mFACAQQQQAABBBT/wcsKRuM/2KUGqNGw09h0NfbDmnWOFaJa4an59VsaE/thcc2UaGAaXTGTCGSdX7uFqSc/FT03fm3ntQKOIcFqQDCKI4AAAghkJeAdrCZXa/1dqYwrVv3/UjFeX/wXm24rVv3XlxUCJyHgU4BglWDVe6qwYtXbKEMJVqzWiI+TEUAAAQQQSC8QC1IToalzKwBHiGrUlPacND+gJZVfHd1PLuUHx8S5rkFsrLySQtrgA0uwGtyMMxBAAAEEggv4Clad+6Im3f2R5tZ9+QlDnatVjfbXpL7g/ecMBIIIEKwSrHrPlyIPVp+f83cNWyH98NRe+tsJraJer7+qQ2duiNslHXOIEqx6TzFKIIAAAgggkI2AFWIGCVbjq2BSLpj4YW/x0Iicz9CIXiNosGrkuEZdxgraOdLAUpVX+vmh0l2DYDWbWcI5CCCAAAJBBbIKVo2LOLfWsS5s22InesdHhhZZgW26usycNbENkGd9QTtPeQQCChCsEqx6T5liDlaNAPVJ6TRt0Ds/tYLVjzX6srfVZeyxGryvpE/f1ekTNupk62uCVe85RQkEEEAAAQTCEAhlxWpyQ5JXnDpXuAYPVq0VsiorU1llpSrTPRHZhwfBqg8kiiCAAAII1FjAV7CadBXnVjnOJiRWnGYOQsMuV2MKKkDAU4BglWDVc5IU7x6rmzXr5qVac0ovdXlyqZ6yglUzSN2s4fceqWNNPUfQSrDqPacogQACCCCAQBgC1ooVrz1Wk1a9uGwPYGuLM1i1Vq9mu2I1+fZF+4OsggMQrAY34wwEEEAAgeACnsGq8YvNBX1VHV966ghWS6eo5+1dtcw6Hl9h6vH3YLrVqsb52dQXvOucgUBgAYJVglXvSVOkK1bXPfu8Tvr4UL09sKUZsMaDVUnR7QE6aNq9XbXWccwJylYA3lOMEggggAACCGQtYN/jrWyyFvWfpz7l0uTVyzSiS5oQ1XYLYfy66R6QMWSIhsycqZVZbgVg1J/6UI/sekuwmp0bZyGAAAIIBBPwFaw698wxLxHb7sbt71nz8KJYGJt5H9WUVa2e9QXrH6URCFOAYJVg1Xs+FWOwmrQqNbpy1R6sGmjW3qvav5uevq6rOqWRJFj1nmKUQAABBBBAoF4LpGxZkF1vCVazc+MsBBBAAIFgAp7BqlFdxodXpR5P7Idunhx9GKRsK1jj9WV+mKTVk+T6gvWP0giEKUCwSrDqPZ+KLli1tgD4rW453OBxBqvGrf+vSEOix82VrQulq9lj1XsuUQIBBBBAAIEiFLC2E6jpAzYIVotw8tBlBBBAoA4EfAWrddAuLolAPgoQrBKses/LogtWo8Hp424y+3fTtJ9u1LB/t7etUnVf0WqdzopV7ylGCQQQQAABBOqvgLUqJ80KnAAdN4LV0aNHBziDoggggAACCCCAAAK1KUCwSrDqPb+KLlh1kjiC09df1aEzpWnWw6vMbQNW6ZDYCtaUs1+oUKtLXvZ2pgQCCCCAAAIIIJBBgGCV6YEAAggggAACCOSXAMEqwar3jCRYTfPwqgTdD0/tpb+d0MrVkhWr3lOMEggggAACCCDgLUCw6m1ECQQQQAABBBBAIJcCBKsEq97zLU+D1c3f79a27dVq1iSils1KvPthLxGRtm2v0hP3XxLsvCxKE6xmgcYpCCCAAAIIIJAiQLDKpEAAAQQQQAABBPJLgGCVYNV7RuZpsPrpV7v04murdfSPS9WiWcBwlWDVe9wpgQACCCCAAAJ5JUCwmlfDQWMQQAABBBBAAAEVe7DqnAJPvPa9Ply3Rtt2VOmbzdu0ZdsOs4gRLUYixn8R8/9LSiLm/5eUlET/v7pau3ZXKdL3qNLqTPPKqKS2X9EmhvjKdXUu13Pr08bPq/TS66vNjh5zRNdg4SrBaogThKoQQAABBBBAIBcCBKu5UOYaCCCAAAIIIICAf4FiDlbtfbfEFv53K8FqyvTJ02D1w8+q9OJr78Sbe/yRh/oPVwlW/X9KUBIBBBBAAAEE8kKAYDUvhoFGIIAAAggggAACcQG3cLEYeKqrq5NW6xKsZhr1PA5Wl/7f20ktP+ln3bRv2wbeczgWrM49u5132RBKtLrk5RBqoQoEEEAAAQQQKGYBgtViHn36jgACCCCAAAL5KECwmjwqrFh1m6V5HKzOenxJvMVnn3yc9tqjRHu28vEgq1iwOn3hylp/Xz77yioN6n1ErV+HCyCAAAIIIIBA/RKYO3eu1q9fH++U8Q93Y3UALwQQQAABBBBIFWjZsqWGDx8ODQI5FSBYJVj1nnAFEKz2O6GXGaru3aaBSnzkqsY2tNu2V4lg1Xv4KYEAAggggAAC+SHAitXcjgPeufPGOnfWxpXwzp031rmzZm7n1pqrIWAIsMeq33mQ58Fq4FDVHH2CVb/DTzkEEEAAAQQQyA8BfkDP7TjgnTtvrHNnTfiEdW4Fcns1Pkty683VEHATeOK173l4VQpMngarX3yzW998t1stm0X8r1S1OkewyicAAggggAACCBSYAD8w5nbA8M6dN9a5syZYxTq3Arm9Gp8lufXmaggQrPqdA3karPptvms5gtUa8XEyAggggAACCORegB8Yc2uOd+68sc6dNcEq1rkVyO3V+CzJrTdXQ4Bg1e8cIFj1K+VajodX1YiPkxFAAAEEEEAgJsAPjLmdCnjnzhvr3FkTrGKdW4HcXo3Pktx6czUECFb9zgGCVb9SBKs1kuJkBBBAAAEEEMgkcN999+mSSy4BKUcCeOcIWhLWubM2roR37ryxzp01czu31lwNgXQC7LHqJlPkweryqSdqzItSl7NmacZpHaJCKybpuElLYlqdNWTyNA1o7z6tWLHKBw4CCCCAAAIIIIAAAggggAACCCCAQH0XIFglWE0WMAJqwKCtAAAgAElEQVTUCukELdHanrFg1QxV30+EqebX0sT5o9TDxY9gtb5/bNA/BBBAAAEEEEAAAQQQQAABBBBAAAGCVYJVm8AGVYwcrHUDZqlTxWAtjQWrGx4fpoHLjtGcOwYoun51uW7r97A6pVm1SrDKBwsCCCCAAAIIIIAAAggggAACCCCAQH0XIFglWI0LmAHqhvO0ZPgBZsBqBavRbQDsK1SNYHW8NOoZXdM9FZBgtb5/bNA/BBBAAAEEEEAAAQQQQAABBBBAAAGCVYLVqMDGCg0tX6/zzdv7oytX48GqsUY1tu9qtHBndem4Vp0HEKzyEYIAAggggAACCCCAAAIIIIAAAgggUJwCBKsEq1IsSF0XD0pTg9VkJlasFufHBb1GAAEEEEAAAQQQQAABBBBAAAEEELAECFYJVmN7po7Xs24WHS+w7a0aK8DDq/gEQQABBBBAAAEEEEAAAQQQQAABBBAocgGCVYJVF4FMK1ajq1XXnjVLM06LPsrK+WKP1SL/VKH7CCCAAAIIIIAAAggggAACCCCAQBEIEKwSrHoHq+b+qw9qTaxklwyhqlGEYLUIPjnoIgIIIIAAAggggAACCCCAAAIIIFDkAjkLVj/5aou+3rxde7Zqov3atgiVPaJIqPX5ra5q125tivWpQYOStG3wbF2swKp1X6bU8cNOe5nfW/fJN9q6bWfS8eZNG6nTfnv463tE2ra9StMXrvRXvgalCFZrgMepCCCAAAIIIIAAAggggAACCCCAAAIFIZCzYHXV+q+0at0X6hYLCu06zRo3VItmjbRnq6Zq2MAzhkyBrYtg1QhVv9j0vc68YLj+PHtqxrDYs0e2YPXN97/Q/xy0l6w/jfDUClSN79lfRjnj5StgJVgtiDckjUQAAQQQQAABBBBAAAEEEEAAAQQQKAyBOglWjYDVeO3atUs7duzQa//5t5a9+Lz++uiMrFazZhOsrlqfvDq0W8d2iRHzSEKtUPWMCy7T8CuulbGqtFsn2/mSdjZqpy8//cDsT02CVaNRzkDVObWMgNVa2Zp22hGsFsY7klYigAACCCCAAAIIIIAAAggggAACCBSEQF4Eqzt37lRVVZV6/r+uatOyifZo2UTNmzT0DZhtsPpWLOA1g1GfwaozVDUa6Ras3jjlT7rlxuu1fs2b2nfP5pn7kmHFqhWsWqtTnRVZK1sJVn1PFwoigAACCCCAAAIIIIAAAggggAACCCBQY4G8C1bH3XSHnnx8vl7998tm5xqURMx9Wfdukz6c9BusOlepBglWP/nS2CN2m9mmYSNGmitVrZc9WP3o6yo1iuzQ8cf/WuVj71KvHoerfbsmapRhD1ZjSavb/qpW/VZ46jT4fNPW+JYBfoPV08fMr/Gk8VPBoN5H+ClGGQQQQAABBBBAAAEEEEAAAQQQQAABBApSIO+C1dfe/UiNGzeOY27e/K16/KSLunZokxY4SLBqD1ODBKtG8GmUv+GGGzRu3LikttiD1RnzXlT/3x6nxru36qLLrtZb76zRP56cp30yBMNWsOp2y799v9UwglUeXlWQ71MajQACCCCAQD0RWKyhkT6aGe/NEC2qnqHe8a+9jtsZ1mhKz1KVVzpohixS9YxEjfUELsRu+DNeM6WnSi1cTD38wzRlXmc/2TONA67ZuYZpyhhkNwbGWT4+Y9ZMUc/ScsX/SiybrNXLRqhL9hflTAQQ8CmQ98Hqnx6coemTJ2S8nT5TsJpplWqYwar18K3+Z1+g1nu11503jdFRZT9T/8FX6eKB/dR5/z3SD0lsxSrBqs9ZSzEEEEAAAQQQKEAB5w+GsS7Ef/jzOu7sMj+kB58Efo0d5QhWM1CHbcq8Dj6v3YIn5+cLrsFdveZ2UNOg5YO3uH6e4TUORu46VJE+iV9ZRh2cv7isnzr0CoF8EMjrYPX9tWs04LcnaJ9WETVu1CCtl1ewmm6VapjB6l1TZ2rsqEvVtdN+mvbY8yo7olRHdOuoKQ8/rV9176ZDDmxLsJoPM542IIAAAggggEAdCRg/HC5QX2uFavwHQeuHP6/j6YJVfnj0P6D+jBcPjcj4GX3IkCGaOdP4H1YBpzcO29QKn5jX/ue1Faxm+nzBNZhnbZgyBsHHIMg4SGWTV2vZCNaoZufMWQhkL1AnwepRv+qlDR9+ICM4NV577tlWvU7oo79WPCJjK4BIRPr73+bp7tsmqFH192rbumnGHjqDVb+rVMMMVm+9c6omjrlSpbZg9ceHdIiHrIf6CFYvKR9l9vPSEaN035Tbzf//4+Tb4vuoshVA9hOdMxFAAAEEEEAgvwTit5qnuV3R67jktvqJMCrIKLsaW4G3Eab2XRBdBUWw6pu15qbMa9/YGQqmjgOuNXWtuSljUNMxMM5PGQdrCwBu/Q+DlzoQyEqgToLVA/ZppUYNS9Qktgq1ale1Nm/driat91OLli312aefqOr7b7Rnq6Zq2jj9SlWrx27Bqp9VqmEGqy2bNTLb2y/LrQC2fl+lLdt36gvbA6mMINX+gCqC1azmOCchgAACCCCAQL4IOG9XdP4g6HU8qR9pbivl9sfMo53R2LGizB6ysm9tetdQTZnXWX9c+RoHZ+38Miajd6imzO1amdvWGJWVqayyMrHHKr8Qy5qbExEIKlAnwWq3ju63xW/fuUvVu6WGDUvUsEHEd1+MYDWbVaphBqvdOrUz22t/eNXgS67S26vX+np4ldVZ4yFZxl6rxkOrjIdiGW20viZY9T0lKIgAAggggAAC+Sjgtg+cPVz1Op6pT7YHdwxZVC1ywDRYGYwVe2BV/HZSglV/76LaNGVe+xsDo1SQzw9c/bnWpilj4G8MvOa26/6q0arZGsA/MSURqIlAXgWr2XbEClaDrlINEqx+8uUWfb15m9nEy668RpdcfnW8uUYAagWrH31dpUaRHerVq5euHDdFx5X9WPu3baxGDUrSd8+WIWcKVt0qsIewGf0i0rbtVZq+cGW2zL7Pe/aVVRrU+wjf5SmIAAIIIIAAAsUokHggh3sQ6nXcaZZYDUWw6nc+JRv3XRDdW9X1xW2mPlHDNmVe+4R3FPP6/MA1uGvYpoxB8DEwznCMg2IPrnL7JSWrVrMj5iwEAgoQrErmytBuHaMrTs1XhsWyVbt264tN3+vsi0bEw1V7sGpVMWbSA7r79lv0/rtvaN89m2ceFp/BqhGi2l/GqtbwgtUNqhg5WDPX265w9HgtGd4j+o2NFRpa/qCiu+JKJ4x6Rtd0d+8WwWrAdyHFEUAAAQQQKAYBY1XNgr6qji8ldfnhMNPx3g4kY7XT7V21zKovvvqpTJNXLxPP73CZVB5jQLCaxRsxbFPmdRaDEFutmunzo5TPi8CwXp/ZQU2Z24GHwDzBzziUlqvStg1OfB9WgtXszDkLgYAC9SpYDdj3pOJ+g1XjJGe46haslrTcXx99sFr7tW2RKaeNtsFnsOrWv7CD1XUD3ALT5bqt33itPWuWZpzWQVoxScdNel9DJk/TgPaprSJYrclM5FwEEEAAAQTqqUDa2xVjexx6HY+v0okFp5qinuYPk44XP0imn0Cexo5T2QrA+81YY1PrFwzMa2/sDCW8xsF223lSLXxeZP954WnK3K7RnLZO9prbrg9yNE7ml4yh+FMJAj4E6k2w6qOv/ov42N7VHq4++sAUM0BN9/Kszkewmqnx1n6sGTvouRVAdMWqa7BqBqnSxPmjFF2/mqGsJIJV/1ONkggggAACCBSVgNfDqTIed/yQ3iV1T0X2k/Mxm7zGwF4FwaoPUJe9PTNtm5Biyrz2h+yjlNfcdhzn86K2TZnbPoT9FfGa2ynhKqGqP1hKIRCOQM6C1U++MvYo3a49WzXJGEJm0y1jj9VQXz6rM8LVTZu3qU2rpmqYYQ9Vz+ocwarVF2Ml7LpPvtHWbTszdq9500bqtN8emQl8BquJrQA6x1ekbnh8mAYuO0Zz7higDrZgdWnP2ApWx5UJVkOdjVSGAAIIIIAAAggggAACCCCAAAIIIJCHAjkLVmuz73UVrPrtU5Bg1aqzNvoU5OFVZpg69yBzleoBKcGqtHzqiXqoA8Gq3zlAOQQQQAABBBBAAAEEEEAAAQQQQACB+iVAsOo2np5JaLBJ4FmdS4G6Dlal6L6qGvWMzt7AitVgI05pBBBAAAEEEEAAAQQQQAABBBBAAIH6LkCwSrDqPsc3Vmho+QvqZTyg6iP2WK3vHwT0DwEEEEAAAQQQQAABBBBAAAEEEEAgmADBKsGqKbB86jB9cPo0DWgfBTFu9R+z/oLYvqqJ1avXdJeU8jCrZET2WA32JqQ0AggggAACCCCAAAIIIIAAAggggEDhCRCsEqxGBcywdElCo6MVqsa+Za5gfVBrzC8TD7Zy4yNYLbwPAlqMAAIIIIAAAggggAACCCCAAAIIIBBMgGCVYDXYjPFRmmDVBxJFEEAAAQQQQAABBBBAAAEEEEAAAQQKWoBglWA19AlMsBo6KRUigAACCCCAAAIIIIAAAggggAACCOSZAMEqwWroU5JgNXRSKkQAAQQQQAABBBBAAAEEEEAAAQQQyDMBglWC1dCnJMFq6KRUiAACCCCAAAIIIIAAAggggAACCCCQZwIEq0UWrJ4+Zn5OpuCg3kfk5DpcBAEEEEAAAQQQQAABBBBAAAEEEEAAgboQIFgtsmB1+sKVtT7PWLFa68RcAAEEEEAAAQQQQAABBBBAAAEEEECgjgUIVglWQ5+CBKuhk1IhAggggAACCCCAAAIIIIAAAggggECeCRCsEqyGPiUJVkMnpUIEEEAAAQQQQAABBBBAAAEEEEAAgTwTIFglWA19ShKshk5KhQgggAACCCCAAAIIIIAAAggggAACeSZAsEqwGvqUJFgNnZQKEUAAAQQQQAABBBBAAAEEEEAAAQTyTIBglWA19ClJsBo6KRUigAACCCCAAAIIIIAAAggggAACCOSZQFEEq+07dtat0+areYuWcf55D92rl5Y+ZX7/4w3rNGrI7+LHjPIT7nlEs6ZM1LLnF5nf73lsH1127S1q3KSp+fUnH32gay/up83fbvIc0ohXCZcCEXme5VVr8vGItG17laYvXBnsvCxKE6xmgcYpCCCAAAIIIIAAAggggAACCCCAAAIFJVA0wWo8KF0aDUqNlxWgqlp65u9/VsXsqUnft4JVI1QdeuUNmnHXuHjQev3tD2rW1Ina+MFazwH3jEjzIljdoIqRgzVzva07R4/XkuE94t/Y8PgwDZy7Vl3OmqUZp3VI22+CVc8pQQEEEEAAAQQQQAABBBBAAAEEEEAAgQIXIFi95xEtf+EZ/c9Pumvs5edo8zeb4oGrEay+/mqlbp0+Xy8+u1AVD0WD16CvQgpW1w14Rtd0d/ZwuW7rN15rzxqvXsvGa2lPgtWgc4DyCCCAAAIIIIAAAggggAACCCCAAAL1S4BgNXbL/2/PGKxPP96gO8eNSApWjeEePGKMGbr6WZ3qNj0KP1i1ehVd1UqwWr8+BOgNAggggAACCCCAAAIIIIAAAggggEBwgaIJVu17rG7d8p2uHdbP1LK2CFj33tuu/2+U6Tfwkuhq1m836arxU1R2zEnasX2b7r11dHxrgEz0hRSsJrYC6Kwhk6dpQHt7zwhWg7/FOAMBBBBAAAEEEEAAAQQQQAABBBBAoD4KFE2wmmmPVXMv1aWLNGDQcB3Z4xhNuenqeMhqDLpzxWr7A1MfblX4wWpyD6L7qR6kifNHybbLKitW6+OnAH1CAAEEEEAAAQQQQAABBBBAAAEEEAgsQLAa2wrACFZb7dHG3E/1v6+8pB7HnCgjcLWvZF32fPTBV8UQrErRfVU1yr7nKitWA7/DOAEBBBBAAAEEEEAAAQQQQAABBBBAoF4KEKzaglVjhHv26qPLrr3FHGzrVn/j9v8jfvZLXXNxP3Of1aIIVjdWaGj5C+qVtB0AwWq9/BSgUwgggAACCCCAAAIIIIAAAggggAACgQWKJli177FqKFW+8LQee3BK/JZ/Y8Wq9brqhin6aY9jkvZQHXD+cPU//7J4GeP8O8eP8AVeCHusLp86TB+cnthTdfnUEzVm/QWac8cAdYj3kmDV14BTCAEEEEAAAQQQQAABBBBAAAEEEECg3gsURbAaeBQ9k9BgNXpW51IgIs+zAjdi2/YqTV+40v28FZN03KQliWMd7aFqdFuAZx1ndjlrlmaclohdrcPPvrJKg3ofEax9lEYAAQQQQAABBBBAAAEEEEAAAQQQQKCABAhW3QYr/Ewz85TIh2A1xElLsBoiJlUhgAACCCCAAAIIIIAAAggggAACCOSlAMEqwWroE5NgNXRSKkQAAQQQQAABBBBAAAEEEEAAAQQQyDMBglWC1dCnJMFq6KRUiAACCCCAAAIIIIAAAggggAACCCCQZwIEqwSroU9JgtXQSakQAQQQQAABBBBAAAEEEEAAAQQQQCDPBAhWiyxYPX3M/JxMQR5elRNmLoIAAggggAACCCCAAAIIIIAAAgggUEcCBKtFFqxOX7iy1qcaK1ZrnZgLIIAAAggggAACCCCAAAIIIIAAAgjUsQDBKsFq6FOQYDV0UipEAAEEEEAAAQQQQAABBBBAAAEEEMgzAYJVgtXQpyTBauikVIgAAggggAACCCCAAAIIIIAAAgggkGcCBKsEq6FPSYLV0EmpEAEEEEAAAQQQQAABBBBAAAEEEEAgzwQIVglWQ5+SBKuhk1IhAggggAACCCCAAAIIIIAAAggggECeCRCsEqyGPiUJVkMnpUIEEEAAAQQQQAABBBBAAAEEEEAAgTwTIFglWA19ShKshk5KhQgggAACCCCAAAIIIIAAAggggAACeSZAsEqwGhPYoIqRgzVzvQ3k6PFaMryH+Y0Njw/TwLlr4wdPGPWMrunuPpsJVvPsXU5zEEAAAQQQQAABBBBAAAEEEEAAAQRCFyBYJVhNClbXDXAJTDdWaOjd0tg7BqhDPGQ9SBPnj1I0dk1+EayG/j6lQgQQQAABBBBAAAEEEEAAAQQQQACBPBMgWCVY9Q5WnUZG0Fr+gnpNnqYB7QlW8+w9TXMQQAABBBBAAAEEEEAAAQQQQAABBHIgQLBKsJoUrCa2AuisIWmCU62YpOMmiRWrOXiDcgkEEEAAAQQQQAABBBBAAAEEEEAAgfwUIFglWHWdmdE9Vd1u94/uxbq05yzNOM3YGCD1xVYA+flmp1UIIIAAAggggAACCCCAAAIIIIAAAuEJFEWwOmDQcJ3S73xdO6yfNq5PPIDJYLzqhinq3PWHuvbiftr8zaaobCQBPOD84fpN//N1zcX9tPGDtbpq/BSVHXNS0gh8v/U7ndPnyLSjYqvOvYxLgYi9EWGMd0Tatr1K0xeu9Fnbct3Wb7zkeEjV8qknasz6CzQntt8qwapPToohgAACCCCAAAIIIIAAAggggAACCNQrgXodrLbao41unT5fVTt3qlnzFrrhqkFJwWr7jp1167T5+vabr1KC1VatXc79IDmUNWbCyPFTzAlxx/gR9StYddlH1U+oaiCwYrVefUbQGQQQQAABBBBAAAEEEEAAAQQQQAABF4F6Haxa/TUC1HF3zk4JVo3Vqo0aNdZ+7Q/Q2MvPcV2x2v5A27mOYNU6duNVg7TBJXS1rl8IK1aXTx2mD05PPIwqOUSN3v4/U5lXqlr9JVjlswYBBBBAAAEEEEAAAQQQQAABBBBAoL4LFG2w2rNXH53U9yw9vWCu+g28xAxW+5x+ro4+4dTo6tVvo9sCZApWjW0CDujUJeNqVaOOQghWow+kWpKY7x1tIarzmFXq6PFaMrxHynuEYLW+f2zQPwQQQAABBBBAAAEEEEAAAQQQQACBogxWjS0CJtzziObPuc+cAdkEq8ZWAUYdf3n4Pr20dFHGmVQQwWqI7wWC1RAxqQoBBBBAAAEEEEAAAQQQQAABBBBAIC8FijJYNbYAMF53jhshY+WqFay6Pbwq3YrVnsdGV7yOHXGO58ASrHoSUQABBBBAAAEEEEAAAQQQQAABBBBAAIGCEii6YNUYHeOBVc1btEwaqE8++iDxACtbEpouWL1q/BRtWLdGFQ9N9RxwglVPIgoggAACCCCAAAIIIIAAAggggAACCCBQUALOYHXVv5Z7tr9bjx6KVFdr1+4qRfoeVVqd6YyIZ6roeT3PAhGPXUzTPbzKqNi+YtXvHqvWNgDGVgLLns+8DYBxDU8ClwJeffJEcRaISNu2V2n6wpWBTw16AlsBBBWjPAIIIIAAAggggAACCCCAAAIIIIBAoQm4rVh9p/L5tN34ybEnqKQkUtzBaqYHWrnJ5VOwevqY+TmZo4N6H5GT63ARBBBAAAEEEEAAAQQQQAABBBBAAAEE6kIg3VYArz3395Tm/Kz36SopKSm8YDUwrGcSGqxGz+pYsRoMlNIIIIAAAggggAACCCCAAAIIIIAAAgjUsUCmPVaX//3heOuO/t35ikQiBKvZjBfBajZqnIMAAggggAACCCCAAAIIIIAAAggggED+Cng9vGrp3Ht1/NnDo6tUCVazG0iC1ezcOAsBBBBAAAEEEEAAAQQQQAABBBBAAIF8FfAKVo0w1cgFCVZrMIIEqzXA41QEEEAAAQQQQAABBBBAAAEEEEAAAQTyUIBg1W1QPJPQYCPpWR17rAYDpTQCCCCAAAIIIIAAAggggAACCCCAAAJ1LECwSrAa+hR89pVVGtT7iNDrpUIEEEAAAQQQQAABBBBAAAEEEEAAAQTyRYBglWA19LlIsBo6KRUigAACCCCAAAIIIIAAAggggAACCOSZAMEqwWpMYIMqRg7WzPU2kKPHa8nwHuY3Njw+TAPnro0dPE4T549S9Ejqi2A1z97lNAcBBBBAAAEEEEAAAQQQQAABBBBAIHSBehmstu/YWbdOm6/mLVrGwSpfeFp3jhuRBNizVx8NvfIGzbhrnJYtXZQ4FpHaH9hZE+55RLOmTNSy523HshiCfNpj9YRLH8miB/XjlOFn/aJ+dCTkXkyd+6+Qa6Q6BFIFunTZHxYEEEAAAQQQyFKgqsneWZ7JaQgggAACCCBQE4GG2z/PePo/V35Vk+oV6XtUaXWmGiKeqWKNrm+eHFHyRYxgNR6K2gNTv5eqx8Hqn5e861ehXpWb/bdXRLCaOqRGqDro9J/Vq7HO1BljHtDf3A63Yf5lVfPcXpSrIYAAAgggUGACn35u3Rnm3vAWjVsUWI9oLgL5K7Bl0yZ99/XX2r51S/42kpYhEBNo0qSpWrRrp5Z77olJHQls2ZH5s2LPPTvVqGUEqz74PLNllwLOsNjHZTIXiUjbtlfpjr+8VeOqCrGCZ5//PzNQa9GkpBCbH2qbq3ZXa/vOahmB1wm9jgy17nysrHnjiPZsXlKU/f1lz/+XMiS77j9IDS56v1aHqnWzEu3bOmr+XSRx50CtXpTKEUAAAQQQKGCBDz5ao2lX9XXtwbA7F6hV09YF3DuajkB+CXz49pv6w/BTdcB+e6tBgwbGSi1eCOSdgDEtjYWKn335na6/Y772K+2ad20slgZt3vZtxr+jiypYtVayfvX5p9p3/wN1141XaPjoW6O3+y9dJGNrgMuuvUWNmzTVayuWqVPpofGtACbN+KsOPuRH5rx5752VmnD1YN06fb5efHahKh6aan5/wPnDdfQJp+rSs36dNL88P6dzGKzeXqTB6j9iwWqzxjUMVjf8S70HvaT/HvxLLZv+C3UusE+SXburtaMqFqoe6zNU/fgVXTRVuv7mn+mAAutv8ya2ULXI+tv950ckjVbD2Z2lH54tvfWo9jtqsD755yxVDcq8Oiab4W7TokQd2jQwQ9UdjfkhMBtDzkEAAQQQKD6BNevfNX9oe/vjbSmdnzL3ae3RgpVKxTcr6HFtCax97T+6c+xZKmnQUE2bNFIJyWptUVNvTQRKStSgJKIGDUo06Mpp6vzj5J/valI15wYT+GbL1xn/jq63wapzj9V5D92rl5Y+Ze69+t8VL5n7rdq3DFj33tvmsSfnP2QGpVeNn6Kf9jhG9946OmmPVfveqx06HqwjexyjUUN/Z46KEb6+uvyFeNBqDVU+BauT5ruvWP3Vuffof/90edLscvuen+kX5LwgZe3XDtre516Irlht0shzNCR9penDZmvCe/YrHqo5z56s4z98WX0Gv6TXDv6lXpr2cx3kB8Rnmeduu1MDl0hnjL9Kd5Y5T7LatJfGzhqoi7NIOHdVS1WxUPXXbiHjx69oyNXL9bZ16QN76FEjTDW+P1UaG2qw+pUqrlskDT9HA35gXXCNbj3nKSV2NO6qWx/prRQKn55GqNo2tlK1MPrbTpfebvfw2dFYMXt/f3xk6l+6TVeMUcnbc/XTq2/Uv2+/3gxX//bl6ebZVVVV2rFzu7Zv36bt27aZfxpf9xsQ/Wzz+2rXskQd20VD1Qg/APploxwCCCCAAAJ6c82qjD+0tWnZzlPplSfm6Ge/GehZjgIIFLvAe/99Vbdd20/VkYiaNWuhhg39/IxYeGr1s1eFNw7ZtrgkUqKSkhI1atTADFYP/onPhVHZXrDIznvv1RU6+Mjuvnq96bsvizNYddtj1bn3qv1rQ7PfwEs09vJztPnbTSkPrzJWo/Y//zITfcf2bWbgaoSx4+6crRuvGmR+v3zsnbrhqkHm+faX5wdaDles3pYmWD3m3Hv0gi1YNb42Xvbv+ZlxQc8LWt5qg9t5zj7Y27skFqw28vxLc7VGnrhQFdpLY2YN1NAOkja8rFMGv6RDx12lOw6M/v9rnX+pF0MOVpdMulPnL5EGGNexpYnW96P9sbXLz4DEyuyulnbtiq5UPf6Y1NvDpTW67dxFUvnluib2eb18+tPSxSepx8crNORe6fqbusvgCOf1lSr+sFi67OxEsPrxCt3274N1zW/ampfY8MSjOvtfXfVoFtc1tnxo2yJ6K3pB9XdeO936p5PUIyCyvb/dfvLjlLPbzNQkR/YAACAASURBVO1ifs8IVXe3GqSSzbPNcNV4lV7zvnbu2q2dVbtVVRX989stOzT1wb/pzIHn+m7J3q0a6OC9G5rmTdt4//Dnu2IKIoAAAgggUAQC/7fqzfgPbcYKVfu2AMZWAF7B6psvLNSWzV8TrBbBXKGLNRcwgtVbr/m9+fNR42bN1ahhw5pXWsQ1NG3S0Nx2MN2fRUxTo643bBBRowZGsNpIF4wkWK0RpsvJRrD6/dZv9aOjjvOs2h6suv0dXW9XrIYZrBrKg0eMMUPXbzd9ZT4Ya/6c+8yVrCPHT0kahDvGj0gZlEILVq3Q0uhIkGA1m/OyOcdol9t5foLVBg08RmP5U+p4w9tS51/qhftsK1I3vKz7P/y5LjrgZZ16oRGsHqr+elvzYndS//iCQVrYPxoIGkGsWcaaCb1O1fpRpRmPvT9vjo558AvH3DlUDz59sqJv8690/yWzNXHtXhrzwEBdFCDhrK6Wdu+OhqrHuYaqkj5eoaGjvtT5bqGecexeqdcByzVtmdGWdho2yRaIyghJH9G0D/wes5ePdfnAHnrEGaBmalOGjz4jZGwXC1WLrb+df3R4Wpl2r41Rw3cq4itW9/3lBWrVc6x27tqlqp3V0XB1527tqKrSt1t26t5Z83XGoAs8/5IxCuy3RwMdsm8jc47tsfc+vs6hEAIIIIAAAggkBJa//nrWweq6V/9phqoEq8woBPwJGMHqzaN+p6pdu9W4SXM1bESw6k8utdRfKip07nnn6E8PP+L65/fbd2ZbddGf16hBAzVuFFHjRo00eOR0VqyGPCOsYHXb1m/10xNPy1g7werSxI3FmVasZtoKwLjl39g79dqL++nwI8s09MobNOOucWaw+stefXTGBeXmIDz24GS9ZLueNTL5FKwOve911wlzwZX36cG7LpHxp/1lfM/PKx/Os/rg1t7333zd3AqgpMRjNP71lDoZwar16nWq1l0dC0WN7xmh6UUv6XXtpT/cbwScqzWq90LN06GatfhkHWcdj523zghMZ3+hwwcN0sKy1dFz3Y71b6slt9+pwUul/uOu0qRfOHvxle6/dLZuWmtd18+oSNWSqmOhapfD0odu0lo9UP60PjzlTN1wvGMPr8/+rXE3v6IDBl+iCw+T9MY/NHDxnrpt1E+1n6T/PnKfHt8vdp7vY19r8aRnpPPPUO80Odwnzz2ma/6vS/w6fnq8b+sG6hoL+Aqtv0mOfjoryd7fgzOEqkZ1+8wr1YftTtUBXy7UPj0H6bNls3XgVWviq1SNlao7d+5KrFi9/1ENvPhSz5bsawtVW++1t2d5CiCAAAIIIIBAqsC/3ngjq2D183fe0JbvNhGsMqkQCCBgBKs3XX26tu/cpSZNmqtBw0YBzqaoXeBvf6nQueeeoz/96RHXP7d8T7Ca7Yxp1LBETRuXqEnjxrrwaoLVbB3TnWcPVr/f8o2OOv38tJcgWPUZrBoPrxowKHG7v/3hVa+/Wmk+qGq//Q/UF59+rJ07d+jPsybH91419lY1XtZeq87RyKdg9bIZ7sHquSPu05+mRENU4/+tl/U9P5M4m/OyOSddG+19cLb33dejwaqf19I77tKFzztL7qXrZpynC/Wy+g5dptc799TSqT9XJ32lB4Y/pJvXRo93fix6br+xV+o2Ixz911PqPOEd6dhT9YAWpj22dmQXWdeNn5vUhOTrXBhgxaqxivCHLreHp1h8+m9dN/FlWc+LP+aiSzXUyGKN78+WLr82GqQmf71WM4avUfepJyi6wYDx9ctqP+ZMnbJvpmNf68lbn5YGGeXcRsU4d7FktcHHwBm3oneO3YpeSP395B9/1hULvzJuytfVcUfvDtv72/Xw1Nv/3Wp45/V3VPbWyTp4lHH7fzRErTJXqRpbABhf7zL/f/N3OzV15kO6uPyqjA3Zp3UDle4Tvf2/FaGq96BRAgEEEEAAgTQCL2cRrG79aEM0UCVYZV4hEEjACFZHDDpem7ZsV8uWrdS4aZNA51M4IfCPpxbojLPO0mNz57r++eU3W+HKUqBpo0Zq3qKR2rZqpktHP8CK1Swd053mDFaNlau/Pif5uUPWuUUZrNbY2zMJTb5CuodWWaU8q8vhHqtXPPCGK88Zl/1Rj92bWJ1mfG287N/z4xr0vKDlrTa4nefsg729b/7nNTNYNfYa9f3a+LJON0JU64RjT9WaM76Mfu+gnvrHVGOrgK80a/hDuuX9vTQ6FqxelBLKSjqop0Z3WqZb0hwz6lp3510yzv39mCt1q8uKVft1BrfP3ItIROazLY3A6yc//YnvLscLvvasfjf9Cw0cd5ZO1QpdM0sa8Yfu2t8o8Inta+P/b3hZa5Ku0DZxXrpj+32thTctlgafpVPNtNb+ek9/HLZYH/z2bN12kr8n4LY1HprUNhrwFV5/Y303Lb9W/2knyGtbcnt/fYXIsUu89uqbOveU/4nf9m+uUo2tVDXDVTNk3aXNW3fq9rsn6/qJt6SdO/Zgt2U7VqoGf5NxBgIIIIAAAgmBV1ayYpX5gECuBIxg9bJBx+rzb7arVctW5h6WvLITeP6ZJzTgjDNV8difXf/87OvvsquYs9SsWRO1at5Ye7dpocuuI1gNe0qwYtUhGjEjpBBfAaoztgL4/XmXauzlZ6c8tMpqkWd1OQxWR812D1Z/N+yP+uu05Nt+3b7nRznIeUHK2q8dtL3//Xc0WN1elbkH6/76lJ7/xckaZAsu1/31YfV++AszHF18tTTqkmV6w/j/ydEVq7PLH9Kk9/fSqPvO00Hz7tKwF6TTr7tSN/08+Vov3J3+mFEy8/Hk69jb5+xRgxKpYUk0VP3ZL7IIVc0Kv9bjNz6qD069TCP2W6ErZ0ojr08Eq4mv39OUi95T2f0nKPV5epmOGfUvloacpdOSglXjnMXSpZdphM+mt2leovZtoqFq4fXXPnpG31/WgROcJskjbO/v4Uf6W6lq1fBK5X919smHm2Hqjl3WatXoytUd5jYA0f83g9W7btctd9zt+oZp17KBOrWLmhOq+vlUpAwCCCCAAAKZBbINVo1a2WOV2YVAMAEjWB028Ff6/OttatGilRo1aRysAkrHBV78x5PqN+AMza94zPXPT78iWM12urRo2kh7tGiqvdq20uV/IFjN1jHdeeyx6pCpi2C1Ves25vYAbdvtoz/eNtp1b9V8DFb/8PDKsOdjQdS34uX/msHqZ5t3Z2zvh3//k/r9+UudMrJcY35qFP1Kj17zsKauV/R7+7+iQVdWalXHMs2/7Wc6IH68nYbfda7OlvO4pI9e0aDH22r2aV85zrUdu7SLrGt3O/M8zf5t7EFY8dZa7Yhdx1w6mvpq2iii1k0jZuBl9Hf1pz73tPnPMxr+0c809eTYCtFPVmj4dav1q5vP0u+1QsOnSdfc0F3mDgTGMdvXL98/VY/sf0783Jfvf0a66EQZubLXsZd+OlxXHWH14z3decEiabj9e5mnV+tmJeY+o4XY3w1PzVXF/mcl+v+fZ3TiVOnGB6N2bi9nf//74fZA779/vrBCZ578k9gq1d3mdgA7du7W9IcXaseObdqxfZt27NiuTz/ZqJ1VO3T31HtT6m/booEOjK0ObtF2r0DXpzACCCCAAAIIuAuseHNlVnusWrW9+cJCHl7F5ELAp4ARrA4552h9/MVWNW/ZUk2aNPV5JsWcApVLn9Lv+5+hv8x7zPXPj77YDFqWAs2bNtKeLZtr371bqXwMwWqWjGlPs4LVHx0VfVx4phdbAXgJuR33XGIarFLP6nK4YnX8o28Ga3w9KV1Z+R8zaPzkm1365vtM4erX+uv4R/TAh/aOt9OFN52l3xkrKz9Zocv/8C+tPuAXemB8d7WXVd6ljL2KHn20+MKDE+e7HYvXZR3sqvGzTpQemKrxy50DET1mD+D2aFZiPp3dCBmNl9HfL7bs1nfbMofJ0ZrXaNJ5i/R0/DLtdPFtZ6v/DyR9vELD/ij9YWIsWHV+ra80b8wjmv5B7OSefbR0aJfYFxmOGfVcs1zvGCUP7KGHT/tS5015N2XGnTTico1yuTe+ZdMS7dWipHD7e6l0k9V/s9dddfPDJyllF4iYiFt/N2yq0qYtfsY3wfrkk8/rzFN+Ht9PdcbDC7VX29bq2vWH2rZjt5566q+6ftx1ru/8Ni1K1CG2Org5oWo9+XSkGwgggAAC+SDwb1uweugPkkOeYXcuUJuW7Tyb+coTc/Sz3wz0LEcBBIpdwAhWLzzzKH3w2bdq2rSFmjRhK4Bs58SKfz6r7kedoHR/Zlsv50mNGzdRu9bNdMAP2urqG2azx2rIk8IIVg8+MvW+W7fL2INVt7+j99yzU41aF+l7VGnGXSuNvR5r+1UXK1aD9MmTIIfB6k2PFWew+r//jAarxmvt51X6fPOuIEOY92Xt+10233Mvbf36i3h/N23dra07goVv+d7h5o1LZNwSb4TIxd7fj76p0jdbg43v3Ef/ru07tmv79u26+OJzdcftU82VqsbXN9z4B9fh36N5ifbfI3r7v2HOCwEEEEAAAQTCE/j3W4kVq85ap8x92lewGl5rqAmB+i1gBKsXDDhK7374uZo0baqGDRvWyw5HchHG1Eu5/OhUSUljtWzRTD8+ZD/94aZHCFbrcFjswarb39EEq26D45mEBhtRz+pyGKz+eUnqisBgvSnM0vZVnIXZA+9WG31sFgu8vv/6C/MEK0z2PrvwStDf3I+v3bzwZgwtRgABBBBAIH8FXvUIVvfec5/8bTwtQ6DABP7v+ac14PReatGiqRo0aKASlRRYD/w1t8QziPBXD6XqRsAI/Bs3babt23bqsSf+pQO7daubhnBVff71Z/HteghW/U6IkD+APKvLYbB6wqWP+FWoV+WattlL2zZFw8b6+jL6aH/R3/o10vkwvs421C9heoMAAggggEDdCfzfqszPQeiwj7E/Ey8EEAhDYNmieWrSrJ0aN2keRnXUgUCtCrRo1Vpt991Xe+7DXYO1Cp2h8g2ffZzx0qxYdePxTEKDDadndTkMVpsfd2ewxlMaAQQQQAABBBBAAAEEEEAAAQQQQAABBEIXyMkeq7fP/JsOPuRHZuMrX3had4y7XCNvuEdlx5yU1KGtW77TtcP6aeP6tSkdHTBouPqff1m8jjvHjVCrPdro1unztd/+B5rfn/fQvaqYPVVKk4ROmvHXpHbcOX6Eed6A8xN1LzfaF/u+vbzxfau8cc5tsbqMp3D/8bbRWvb8oqQ218a+sdu2V+mJZWtCnwRUiAACCCCAAAIIIIAAAggggAACtSswZcEq/f6Yrlr/ZVXtXojaEUAgZwK1Hqz+stfJarf3fvp7xSx1OPBgTZj6iGZNmaiXlj4V76QRQl51wxTzayMwdb7ad+yscXfO1g1XDTIPTbgnWse6995Wt8N/queemKeevfpo8IgxGnv5Odr4QWow2/PYPmq3z35aWPGg2h/YOV7H+vfe1vV3ztaNsbpvvOcRPXjPRPM6bfeOlu/QsbNunBL9/rKli8xQ9bOPNySC1hyuWL39L2/lbHKEeaFPv/pOnfZrre/r2UOYwjDCJgxF6kAAAQQQQAABBBBAAAEE8legbYsGmrnwNZ1/8uF6//PkYHX1+xv16edf6c21n+ZvB7JsWZcD9tKhnTuo/Q8K+1b4Fo0jatbYfRXf9zuqtWVHxufCZ6nHabUtEMa41nqwakdotceemnjPI5o/576kYLVDx4PjwWm61apH9jhGo4b8zqzOLYS1h69uwWpSO1q3MYNVox3Gtc26h0brHjk+GvBaq1aN/2+9RxvdOOVR/eXhP5phbvmYu3TjyPO1+ZtN0WpzGKzeMm9Vbc+rWqn/w0++1v90aqtvt/Fh4wTGplamHJUigAACCCCAAAIIIIAAAnkjsFfLEt1V8You/V13rf50Z1K7Xqx8VR32baOOOytr1N7GTZqpuv2vtfeeLWpUT8MGEX38xXeB6tn8/S7Xa76ycp22bNmmn3f/cY3aVFcnN24gtWleotfeXq/XVq3TO2s/0oeffGU254D92uqQzvvrx9066ceHdtSmrbu1w52hrpof6Lr7tPL/ILjPNu8OVHe+FQ5zXHMarBorVsfdNVs3XDlIGz54L+56xqDL1aFTF9fVqkYhZ5BqbAtgD1qNMknf89gU1Vixaq2APfOC6ApZK0g1tgWwB63GMWPF6vV3zNaNIwfJWIHb45jearf3vmrWvKU++egDjR7WX5u//TppntTWVgATH3s73+ajr/as+fAz/fzQ/fTllsJ+8/nqbMBC2AQEozgCCCCAAAIIIIAAAgggUGACRrB6y5wXdeVZPbXq4+Rg9Yln/6mbftNIu3ZsrVGvGjRurv/9sov226t1jepp0qhE6z/eVON6rEbMXfSKevf6ZY3aVBcnt2xSom1bv9Vzy17X/654Sxf/vkyHl/5AB+3f1mzO+x99pddXf6zpf6nUr7r/UMf3PFxNm7fWd9sLM/f4wR4lGjN5nvvqQdsATCzvp4+/Kcw+Gt0Ie1xzGqwae61++vEGc49V62VfxWrcZu/2yhSsGseMvVrfe2dlfEVruj1WrbqNvVONdhh7pjpXqLoFq0Z569Z/I8D97RkXRvdVtW8LcEPyFga1FayOn1uYweqqtR/p2CM66JMCfvPV1gc5NrUlS70IIIAAAggggAACCCCAQH4I7NWqRBMfeE6jBh6rlRt3JDXq8aee1z1nttSubZtr1NgGTVvpmY2d1CkW/D03b6qqq6N3je7evTvpv127dsn4z/i+8afxMv48e/hENWtcolXrvojXYxzLti7j3Onz/qlTex9To77l+uQmDSXt3KKnlqzQTw/dV6cc/SM1a9ZIqpZ2x27ELYlIDUoi2rJtp5544Q39++1PdfJx3aVGLbS9ALfRbd+mgcZNmacFd56blvu0kY9q/OW/18ZNhbk0N9O4xt4qigQc15wEq0Z4etv0+Vr77ltJoaoxUsYK0JP6nmXujWq8jL1SL7v2FjVu0lTWw6zOiK0qtfZfTbdite+ZF+reW0eb9Vh1fL/1O11zcT9z39VWraMPuzLaYT2IKlOwapV/31beuPb/+8Uxuia2dUD864ujWwlYr9oKVkfPeTPXnyehXO/NNRvU5+cdtf7LwnzzhYKQphJsalOXuhFAAAEEEEAAAQQQQACBuhcwbrO+6cHnNPqCX2vlhuQVq48/tUTTzm2hqu+/NBs644n3zEDUCD2Nlz0UdQtDjeNjB/dQw2bttGDtgTqk0z7mec/8eYqO+fUp8c7v3LnTDE+N/6qqqpL+NOp4/tknNPjq29WyaQO9+vbH8XqsusaMGaOvN32rjz/7UlPvnqRp06bFv37ogWnqXnZs/FpLnv67WZfx+uOfX9SpvXvV/SAEaEH7NiV68rl/qUv71jr2Z4dqpxGmRhqqQUSKGMlb7GWMU4MSKVJdpWcr39LajzbrN7/uoY2bCm9Fp9HncffMU8Wt52iry56xzRtHdMboRzV+eL+C7J8xZOnGdZ/WDZJmx5ebd/ke11oPVtPtq2q1eOQN92jDujWqmD017RR3BqnpHnQ1aeZf9eryF1TxUGpdRkhq7au67PnEyljnClUraJ1x1zhNuCe6r6p9JW1dB6t/eDhTsPpf3XH8DNnX/faZOE0jfxHg0yNtUaPup9Rxzh/Ur/3/b+88oKK6tj7+H2AoihUQaWIDsURjbLE8jRjFFnv/jKJGfSrBFkVQQWCEEDUCEon6FBI19ooYsWHsiBpFAdGAKNLsRkEQBt469zLjDDLDBeU582WftVzOnLvPPvv8zvWu5X/23afi/v5MvIdh3Zu8U6T7XU9VuYaKx135EcJ5CWdT+WhoJBEgAkSACBABIkAEiAARIAJEgAh8PAIsY9Vv0wm4OX+J62nK6YwHfz+ODRMNIX2VzgUYEpGJRYsWoagkNVIi8YXbIndIpUUolErhJ/HB/IV8UllhoRQBfj6QTG0LXWMr7EiyRWs7S+7a4a2r5cLq8d/3ywXa0tmqXXr04eyZGDrNbRVqGunibFya3I/Ml6KwGrjSH+vXr1cSVtt3fpuVejLqIOeLtaCtpzDAqZcw+JlR8JmdgSE7J6G1bMSVMDgHxHLfRD2mI2xWSb3WMvqzD/rBbcsDiGCNMUEecLJgo7IQtWgTMFv2XX0otY1EuHf/Hk5fuIw5E/vijVQEka4YYrEedETKAhyKiyEtkkIHRSjIf43QbcfQtVM72DawxfPX2nXGjHUdHXiv2YHVC0Yi/Skv/mdnZ6GprSVe5hXBqq4YLv47IJk7Fg+eaZ9wrGpf9cV6aGAihsu8JSiGCD+tkiDtGf/Dg5B9rXJhldVPZTVLF0wb9s6dK6QMABvEslinzF4iz2plAunGIAmMqhsjMe4y2IFX7PAqWb+icCqbtKxX/Nm1bo79Mdl1CTxLMmZ9grdgU7AEVg3eHmqlWLKVzeMTxNvEXTkP/9BdOHPs4DtiblVlrE5fG6fmCRCHn4dEwnqtOway52hsOEYvB9z2O+MzYY8w4b4r6C/xTirG9rLHtfvKrzy866Yq11DBoN/LvNQ61PgSzua9AqLBRIAIEAEiQASIABEgAkSACBABIvCRCLSwFGP5ppOYOepfOHsrRymK2NgYJWE1+EA63N3dIS3JWJX48sJqoUxY9fV+K6xKixCw3Bv+/27/jrB6aPMqODoN4uY6GrkXnl5eyM9/g9zXefyf3DyEhqxGt559ORuZGFqWsMp8eXp6yoXUVQESbNy4UbCw+lm7juWQf4Sz/itxGBawTjOH49qxcOBGxGPPzGMw95qDbua8TfaAAAxvXVb/BCAyGz3cHWGafRJro8wxc0JLPD4WiD/M52C4XKlVH4pdfX0cOHoe3dpYw8q8LnLe6EJsaMAJq0zrYRqR7LVxVhuAZfu+KShADXEhkpLTcTExA8P6dsedrPL0j490M6qYlq17xYZ98J09Arcz8zmrlITLGO7UFX+m5cPewgCeQbvx3dShWrc2tpay9lXfyAB6enpwsDDEt/OXcIfTh6yS4FZ6nuB9rXJhlWWkshqoiu38qSNcSQD5YVbzJ3HiqLrGMkVHObtwJjvDQ7gMV8WyAYr9ZdVYnb+Mr8VaOg5WEoCJrkq+w9dwtVc7l7K/cOoIV0KAzTvLjS9XwGq7upUqA8DmqCphdWaoemF17eBI2IS64yvuB6o4rB18FZ0OOKMdt3D2fT1OsPgcp2H3bPZUyUbEPF+El5wlZue8FN8PNS/BpGjfHo4nM2ETOhlY6Yu0sSGY2YEXb0dss8SaH/uA+yFIRUu4k4oxjvaISyvvwcLmrOgaVK1NIX5YYSLHhV9v2fGXxYePB47AyXvtStZZll3pGGS8ZHvxIdho1kOXoiECRIAIEAEiQASIABEgAkSACBABYQQcLMTwC4vG9BFdcSZRuZbq5cuxCHMWQ/r8L87Zqojn8uxS9l3x9f+ySgGwvlXTW0C3dlNsuNYArZryGavRuwLRq+9g7nPUoT3wWrYM58+dkwdsVt8GPwWvQo8vB3B9LKv1/2b/ALNaYkRfuSf3I/O1bNkywcKqzBcbu3HvWbT9rL0wUIjHXpd4tAwZhWZsxI2dWHKtJSRft+TGPzkejJ0Yixnm0WX0t4b5FaCH2xcwyT6F0KNmmNHnEf93yXghQTABMXjjPsyd8AXAMlR1DdCmSR1O6dERiRREVdZVjCKmshYVISH1GXJevcTaHafhOuWtOClkTk2wYeteuWE/ls8diTtZvLB6+fRhuE0dgRNJubCrb4DFgbvx3TeD5cKrJsQtNIbS+9qqkRl0xSwDmd/XmfOXsO3khNWK7GuVC6tCFlgVIqSQeYXaKGasljmmDIOqWFNefiFc16kXVkO+ioTNOncMtgQy9/hjxpl2CA3kRc/LgS642CUELh2zcWDOJmAhb/e2xSHkq6v4PMIZ7JHH7LfbLMXK4ebApXAM8c3EpHXu6HjBHzPSBmD/nNbcHKswmbdR024k8RmrNx+UL6xWZg0sVgmmcTHJ2jvx/2bJsQDjUhK/ok3ZfBiT9Uh1LuGghqMqXsqM34UknI3QO5bsiAARIAJEgAgQASJABIgAESACRECTCNjXF2N52ClMHdYZfyT8rRTa1StXsG7QNeTd3c/1h8YPhruHB/fqP2u+Pt5YuMiDKwPA+vx8l2HeQg/uGvsesHwZfHvHwrDREATdGgS7hnzaU/yREPTuP5T7fPjATnj7+CAvTyFj9XUeQgJXyLNamfjaZ4o/GpsbISomRe5H5svHx0curLI5f/nlF5UZqzJfbGzE8Uv4tK3Q92gTsN81Hi2CR8KeCaknQrAHozGtlxnP7OYueF1rCVeLkyr7gw5kQYT6cFo6Ggg7BdOFvC+hrZmFIRavCMNP7iORX1gMA0NDNLOpjW8XeHKviotkJ1jpcJ+406zWrPDBrfvPUCzNh3vgfni4TsDpWO06I6d1E1OEbo9G4OIJSMnmhVVWGpMJq2eTc9HY3ABuK3dh8tDPEZf8WChOjbHr3qGlfF/fFInQvKEpXBd6cQeQVWRfkzLzlNZEwqqALdYkYXXuf9QLq2v6r0dUyZpEX05DxDyZ0BgHxWvMxMkrBN92AhATjoHel7lRIlhhygZ3DLFi9pGw4T6zKwrfcRTzA4D5wW1wyXUT4CazUQ3zeiIvrCZklC+sVnwNpWMtFa+g+FXxKYvDW8ZvOarhVU5NWuFsBNysZEIEiAARIAJEgAgQASJABIgAESACGkegqTkrBfAHpgzuiFPxz5Xiu3btOjYM/wuvU3Zx/SF/9oG7x2JOSGXN13sZFrov5uqp8sKqF+a5LeauccKqxAv+A+Nh1Hgkgm46ollj/j+hf0YEwmkgf9B2xN5t8JUsx8UL5+Vz161nxR1C9WW/IVwfE1+/mrESTeob4fD5v+R+ZL4kEolcSPXzWYotW7aoFFZlvtjYfVEX0bq1wPfwcQsH58bDYfVwUwGb6QAAC7ZJREFUTgx9ejIUezASUx1N+bhv7oF3XEt8Wz+6zH6vcXwBAdbY2LP1ZqDbw1AER2RDBHP0cZ+BzvzZXipbM0sjLF31K8Y4tYdUVx+16tRC3/a2mLvIi51cxWU1cuUASjxwGcPfe3HMpHm5iIi+igUzx6G1hY76iTTsajUjMVwC9mKpyyg8eVWA3PwiHDl8CAu+GY7kJwUwMRbD1X87dkhGIPe18gFsGraUMsOJyyyS72uxWB+Duzvgu8Xe0NXRq9C+JmW8VvJPwqqA3dckYXXBphtqIr6OwL6RaLDRA8OssrHXxQf3x/+EOdzhVYrXFFxcDEe/LRbYGOIESyWb0valfW8ExrfD6S3AQm6s+vZnQirG9LJHUmZ5wmol1lDm2ioavwo+7/h+X7t3OQlnI+BmJRMiQASIABEgAkSACBABIkAEiAAR0DgCjc1YxuofcP6qPaJvPFWKL+7GTWwYcRtv0vk0qR/PduJKATDBjrXSpQBk3xWvrRyVBn0rJ4QmOsGhRFg9t/sH9B88ivNxYPdWSJb74XVevry+6uu8PASt+l4uvh7atx2jZgfBxkQfx2Lvyv2w8cyXLB5VcNt93kN+KXL/Ds4Xa9sjz6FVS/5V/vJbEiK+S4DDyqGwY8bx++B7owWWjuEKA+Bp9HrswzBMqXem7P6eJQLso7PYeMIMU8YAEasfoevcbqgr7+N9qWoOVtWw9tcItGthBdO6dVCtVk30aW8LPV1dLruRKars7X/2kdXBLSwqQkFBAY7HpCAr+wlib6Tg3xOH4FZ6bvnL1SALtu7VYYfQs4Mdxg/sgBc5Uly+nohunzWHgaEuthyKRXTsHcydNFDr1sYwl97XAd0cIDYQy/fVZf5SbjcmjxuOTz9tLXhfSVgVcBNrkrDqHq5eWP2xTyQabPLACGsAD6LgMjkTXx91RidkY/csH5zq4YmQUQqv7V8MR+8zbXFsQRuAffbMwHRufCl7pWtA+k4/7LhniRTbfsr+VPC8woTVnva4k12+sFrhNahYW8yKWdhsW7JeFv9mC4T/5AT22x27dg4dFOJXwQfXoRSPKo6l+0vxUnebCWcj4GYlEyJABIgAESACRIAIEAEiQASIABHQOAINTcWQhJ3GhAFtceK68mvU8Ym3sHF0Cgoe8fVPA47YYZHHErmQ6evthQXuSyAtlHJZrP5cxiovAjEBNkDiiaDJORCbdcWmO/1g37A+d+3YZgkGDh3Dfd63czP8/L/HpZiLcja1TCwQuNIP/QaN5PpYVutEt7WoX1uM09fS5H4UfTFxVfansJA/OV32N4tF1mS+2Pdf9p1Gcwf1YubbDUtCpFsSmgUMQlPW+eg8wlc+Rjfu+xPEBO8Hxk5BJ6jo5yoGMLtzMHFlY5IQGfwEnV27oC7zFW0C51HqY2lubYzD0bEw1i9GCztLGBnXQu06NWBczRD6enpITrzBlQMoKgakxcUoKChEXl4+iqSFSMnKx+O/8zByYE8kPnilcfehuoDYulkLDI+EU+dm+GZoJ+S+KUI1fR38Z18Moi4kYY4zX49X29bGYi5rX+vUrYGH95NhVkOM8N/2cJnIE8cNx6OXBdy+1jCxgjT/NS5d/0vlvpKwKuA21yRhdelm9cLqil6RaPiLB0YyYRVA+g4/jI9uhy0/O8HqQRRmTDyIRO6V/w7wP+GMz3EdK3qtRyTrc+qA/lEZb8cr2pe+diEcPZdkYKbCXOpQxt5Mxeie9kh5VL6wWvE1sJkV1zEN0QvbKPfBSjnWsuJXyUeZKROs3+XIC9ny/tK81MARzkbAzUomRIAIEAEiQASIABEgAkSACBABIqBxBBqYiOG76QzG922D49ceKsWXePsOwsY/gPT5Na7fZ1cduC9e+rYUwDJPLHBfyouYTFj18cR8d0/OlhNWfT0R6moI3dqfYmtyH9jb8sLq/g1eGDR8HPd597ZwuSAqy4aVZb4OGDKas2FZrTO9NsDEWBcX4tPlfhR9CRVWZb7Y2J93RKOZHSeTCmi3cdjjNpr5DUQTmXXiIfhvTuC+WfT9Bs7d6/JXVPQn7/4BSS0Xon9z3uzZ6TD8fOQRRDCD49xJ6FhSrlVVMOa1DfD0yWPs+f0MZo37AqamdVCjhjGqVzOEga4Ol7UqKi5GYTHwprAQr17nI/dlLl48f4E1W0+iW6c2aNK4EbKf83VKtam1sKnBhRv062GwjE6XUV0QsvM8Lt9IxpjBvblrCWnKh69py/pU7SsTzBuZGmHWvMWcsPr12OEwb9gMLwXuKwmrAu4ATRJWvbeqE1YFLOYDmTzY7oex0e2wbZ0TSjRctZ4vxqVijKM9Uh+XJ6x+oAC1yA2x0aLNolCJABEgAkSACBABIkAEiAARIAKVIGBVl2WsnsWY3q1w7GqWkofbyXeVhFWv7TXfKQWgWA6ACaOy7FDZ53VzqqkVVtmE5YmiVSmsNm3csBLUPt6Qlg1q4lD0JVibGqP/F61Qo0Z1VDc0gL6eDneCvA6Kwc4Wyy+UcuUVcnJycfBkHFIynqNP93a491j7apDKaLO1sxa8+QgG92iOA38kwvXrvlxf/H3lg9c+3g5VbmZV+1qvpj5ExSKcj73KlXpo4tBC8L6SsCpgLzRJWJVsuykg4qo0ycL2qT4Ivm0N1y0eGGMjbK4L11Mx2tEO959o78NF2EorbkVsKs6MRhABIkAEiAARIAJEgAgQASJABLSJgGVtPfiGn8UoxxY4eiVDKfTk1DSET3qIopw777Uknep22HO3N5o24E9n2hrsrlSntXStVpkoqyjSfucfjppGOrialCX38z6+2NjAzcfR2FZIStZ7Lf+DDjY21EMtI+Dk+Th0+MQagxw/gUnN6hDr6UAXIq6+amFRMXeg2JMXOdh7PA4xN9PQ5bNmkOpUw6u8wg8az//aWUvbWtyUa7Ycxbfj+3Cf4++9+F+H8cHnq4p9JWFVwDZpkrDqv+NjC6sCgJVhEnPjHoZ1b4r0ZySslsZDbCp3T9EoIkAEiAARIAJEgAgQASJABIiAthAwr6UHSdg5jOjpgCOxD5TCTk3LwK/T/0ZxXtp7LUdkaIPIVEc0si45wKmS3qobiHAz+dF7+5FNH7ApCrbWFpWM5uMNM6tlCLGoEFcTUpBwNxPThnVCW3tLNLaqy70ynvzgCa7eSsfaXefQqok12jjYokjHAE9faa/uIVIQwFo1rCOHfzP1mfwzO7hLm9uH3lcSVgXcDZokrAbs1E5hlT1s+nW0Rfbf2v2rjYDbpcImxKbCyGgAESACRIAIEAEiQASIABEgAkRAqwiY1dTD8vDzGNbDDr/H3FeK/X7GI2yemQMUKNderfACxfVw/IEjGliU1CCtsAN+gKFYhNv3n7y3H9n0kvW/w8ainMKmlYy1qocZG+mhYf2aSHnwEKnpj3A//TGyHz/npjWrUwMNrEzRyLoeGlmb4V7WK+TkS6s6JPL/AQh8yH0lYVXAhmiSsLpil3YKqwkpD9H1Ews8y6GHTOlbjtgI+EdIJkSACBABIkAEiAARIAJEgAgQAS0mYGKsB79fz2PIv5rg8MV7Sit5+SoHnVvbYvwnx99vhXp1cCrLCZZm/GvclW36ekBq5ov39sPmP3wmHqnpj2FoaFjZcDRinIVJNZjVNuJjUczYFAGPX+Qj4/ErjYiTgqgYgQ+xrySsCmCuScKq92/aKazez3qGNk1MSVgt434jNgL+EZIJESACRIAIEAEiQASIABEgAkRAiwmY19TDqt8uYFCXRoi8cFdpJQWFhdxJ89lP31+cY5pfuRqGAI4fyo9JrWow1NdHkba/Py6AGZn8MwmQsCpg38t9KJVhIPogjzKF4ERAXn4hXNdrp7D67MUrNLaoiWe5RQKI/7NMiM0/a79ptUSACBABIkAEiAARIAJEgAj88wjY1NXF+r0x+Lq3PS7cTP/nAaAVE4H/pwRIWBWwsZokrEac+0tAxGRCBIgAESACRIAIEAEiQASIABEgAkSACBABIkAEiEBVEvgvubomio/mQksAAAAASUVORK5CYII="/>
          <p:cNvSpPr>
            <a:spLocks noChangeAspect="1" noChangeArrowheads="1"/>
          </p:cNvSpPr>
          <p:nvPr/>
        </p:nvSpPr>
        <p:spPr bwMode="auto">
          <a:xfrm>
            <a:off x="130175" y="-2651125"/>
            <a:ext cx="10839450" cy="60102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8" name="AutoShape 8" descr="data:image/png;base64,iVBORw0KGgoAAAANSUhEUgAABVYAAAMACAYAAADPPjzCAAAAAXNSR0IArs4c6QAAIABJREFUeF7snQd8G0Xah//qzd1OsR3HTu8V0iC9ACEhpNBrgKN/Bxy9E/rR7gIc5eDg4Dh6gOSoIQFCekhPINWxneYSN7mr6/vNrFZerVXWtuzYzrv8TCzt7uzMM7OS9eidd1RzJ/TxIsymUoXbG519KkT5Iq1dXJDrtUSbbHYXnrp+QnSgUylEgAgQASJABIgAESACRIAIEAEiQASIABEgAkTgJBKoW2Y9iVdv2qVN5yf4T1SRWI0MMaKnJbEaGSIdQQSIABEgAkSACBABIkAEiAARIAJEgAgQASJABCQESKxGYTi0RHRnFKpVb58jFUZiNRIh2k8EiAARIAJEgAgQASJABIgAESACRIAIEAEiQAQCCJBYjcKAILGqAKIKoFQACjjRIUSACBABIkAEiAARIAJEgAgQASJABIgAESAC7YIAidUodBOJVQUQoyBWSyrsOFTiwglbIuo0iVCbk6HWxYDl0fW466CylUHrtCJZV47u8R6kJuqhUav5ftqIABEgAkSACBABIkAEiAARIAJEgAgQASJABIiASOCS5zaGhfHJfWMjwiKxGhFR5ANOmlj1LdvlRf36XaogFjGiV2zjqQB25lXjQF06DGlj0T2rFzJSk9Ep0QKzSQedVs2XDnO4PKizOVFircGxwjIcPXIEtoJt6KbOw6BUwKTXQq2OSCJyZ9MRRIAIEAEiQASIABEgAkSACBABIkAEiAARIAIdmgCTriRWgVaJVmxRseoFRHHq9QIerxf8X4/wrEqlhkarg8lsRnlZCWJM+gYDO6JObKNiNbugGtsqeqPrkJkYPjATfTKSkJJogVaj9reRK2WvF1Kh7HJ7UF5Rh+yjpdi1/yjy961Bb9Uu9OmsgUGvgZpCWDv0ix81jggQASJABIgAESACRIAIEAEiQASIABEgAqEIKIlUPRlidexXX/Eqb5w3L6DqoZ5vag+bzk/wn6qaO6FPfbhmkBJbw6E1V6xKxSlrQih5ajCZERsbj8TkTujUJRWpaRlIy8hCarfu/PdLzh2DWHPHEKsr9jhRlzkfE8eOwMj+qYi1GOF0ueFyeTgfZpWFjhe7X7DDrL+ZONVq1dBpNaipc2Dn/nys37If7ryvMTKlGEmxxgA529SBSOcRASJABIgAEWhLBH7YWoj3VuYFVGnh9Cycc1rXqFaTzRJ58Yv9mDU6FcN61P9RJr+I0uPE895ensN/vf7snlGtb7jC2DW3Z1vx3LVDEGvStch1d+Za8exn+/xlTxve2d9G1mdHS2ojtllaxgMX9efcWd1/2nEioM7SslukMW2wUCnDYJyiUWXGesPeUiy6fCC6d7I0KLKqzon73t2NEb0T/H3ZGmOruW0TXzOSYvSK74FgrzNmgyYkm+bWUfr6kJFijvrrWbTqR+UQASJABIhA+yLQVsUqoyiXqNGWquwa7VKsBpenXng8POCS2UDodHroDWbExsnlaSZSu2VyeZqU0jnkaD1rdI92L1ZtDhe+z05ExrgrMH1MH2R0TYDd4eRS1ev1wsNYhVXpglwVflRcrhoMOhQWV2LlxoPI2fYdRph+R2qSEXqtplUimtvXywvVlggQASJABNorAbmkO1Jcg0Uf7sHt5/cJK0Ab214lwlQq/UQRGO46TIj9dqAsomBsbF1P9vGM1bKNx3H+2HTotWqIAm7O2DS/IGL9xrZwAjwYH7mIDlb2yW5/a1w/mJxmbEb3TYrauBfHc6gvKlgdNu0vQ1qysd2MYfb68MIX+3HPgn5+WczG2be/FeDuBf34eA22Kf0yINp9z/qAxGq0qVJ5RIAIEIFTl0C4aFRx38mIWBV7RJSp4mN5BGtze65diVWn2x0gTzVaPYzG0PL0jusWYMXmwGgTpcDau1hlUvWb3K4YMuUqnDWuN4x6HWptDni9Hng9XngYiCB5ZaV8/NHDLHKVRbCqVTxdgsmgg8vj4XJ114YfMVi1ARkpJuh1JFeVji86jggQASJABNo2gVCCidU6mlGgkcQqkzP//C4Hj142EE98tAc3ntszYmTra19nY8H49KDRgG2beuNrx/ppW3a5X14xIfr8kv2494J+IaNmlYhVVhN52Y2vXfs7o7XEan6pDUXltgaRneL94HR7251YffV/h/DoZQP8447Eavsb/1RjIkAEiAARaBqBti5WWataIlJVpNWuxGplrR3Tz53vm7YfOfJ0xqisU1asfrk3DoOnX4+zx/Xm0ak2h1PIJevLJyt4VX8OgOB3D4tUZXtYyKq3PnJVrVbz/Ko6rRYrNhzA7vXfYIhmM9JSLDDoNE27E+ksIkAEiAARIAJtiEAowSSP8pJP5Q02fTzcMXKxKj4+VlIXIJ3ECMpIYlUuDYOlBJALQ2n9pNOQxbpMHJKCj345ynuHTfPPKazxT8eXHh8sCk5J22eM6IIV24uwK68CjZ0GHUxeRYpabYxYlacWCMVKHLry9kojjMOxaIl+YukYItVXGg09NCsegzPjUVRhC/jyoCUiVrvEG/H74YoGKTDE/pTXQ8nYYqwHZMTx1BryMStnwfpLfq9KUx/Ix2G4vgu2j5UvTS0RKq1EuIhVtu9/G/P9rwPi/dgpwRCQ/kKasiTUeJO3hyJW29CbDVWFCBABItABCLR1sUoRq5JBxsRqYyJQT1WxunKvE4njbsecSQM5vZqyMhS88Rwcq9+Fxq2BmrlPDYtABVRa34/KDd35N8B8zm3QGmOhVstX4arPu8oiWdUaFQx6HU8P8M2qP3B08ycYFnsYXZLMlHO1A7wwUhOIABEgAqc6AbnwECNHpflDlYqPcHJELlaZ8Ci22htMH1YqVuVSUS4e5deTS1ZpO9mXpUxSaTQqXDopg0fAyqc87z1aCYtRw/fJZU0kPmJd2AKbYr7NUO0PNR6DCclIqRCUiNVgU7vDsRLFnbSvWRk1NjeXfZFYRLufGK9I9ZWzFsWiXAK2hFhlX1CwTRptzB6LY4j9LpXakcaWyLpXakyDMSuyCHcfhhvXkfqOlc/Oj3bEqnh/jOydyFNbBPtCJNx4k7KVv36RWD3V3+Go/USACJxKBJTkP20uj7YsVinHqqx3Saz6gKgAm92Fp66f0GD85xTWYm/8ZbjkvAmIMetRXWtDwavPo/T9v8Oi1sFoB7QxHuhiAX28F7pEFfRJblgyvKixelDe5xroz10EvV7P86qG2tg+jVoFs8kAh9ONr1ZsBfb+G4O7upAYa+SLXtFGBIgAESACRKC9EpBHobF2SKPBmOh84qO9+POcXgFT7qWChZ0T6RhRXrLFq1he1GBSlZWjVKzKJZi8npHqJxWvYvSfKHZCCSSxj6WyRgkfse1Ky5ePJbnwEvezNn6x9jhuPa930NyWocSqNMKQRW9Kc2MGa4+UVc+uFr7gUrCIYiUs5GOluf2kpL7BxmYwUd1SYvXMgckB94e0zev2lIYUq+HuBbmMFO+dSPdhebWjgRhVei6T6s0Rq/JF8qRjTyz3rvl98dKXB/yvN+EYROp7cbE2yrHaXt+dqN5EgAgQgcYRaCtiVWmt65ZZlR4a8bhQ0/+jnRag3aUCoIhVNjU/uFj1eL1YcjAdMy+8AX0zk1FeWQuX2428CyfCcPwIYl0quLvbodYDKgOgMgEaI6AxAVkjNFDHeJGzRgfn/TthibFAq9XxNAJ8QTCWOoBlDmCPeXJWFZenGo0a8bEm5B0vw4oflyOr6hv0SouD2dAyqwFHvHPoACJABIgAESACUSAgj1iVT8MNFsEqFzHl1U6eH1Ua5So/pmuiiUfYsZySwXJOik1RIlZZHYPlV5UKT2m7pFOf5cik06qZ9GUyhm0iBzZtX76QlvQ6SviIbZeWHyxSNFh3hlslPlKe1UgRq8FYR2LF6hisr9nzSljII36b20+R6psYowsqEpuSY1XkVVbt4F2VFKNvMOalfSgdJ6HGprweSsaWdHxKx5QS/uJYlI9rJeeKkdzRjlgVmYnpGqSRxKHqJY63Zz/bF/RVULxnKWI1Cm8SVAQRIAJEgAj4CURT3kZTrLZWF5FYDUG6PS5e9fuRWlT1+zNmTR6Mmlo77CyvqtuL4nkDkFxjhyPBhbK/r4Ver4NWq/VHpLLo07TvRqBbTzUKdxpw/NINiE9IhMFg8ElVr5Cf1QsweevxePi/XK6qVdBrtYiLMeLH9XtR8ttbGJRUhS5JFh7RShsRIAJEgAgQgfZIIJhgkko/JdJUyTFSsXr4RI1/SrycmRKxys4JFl0oTjO/bU4fvPK/g/68luHkTChJJdaLsVj04R4YdRq/RFMiv6TRdE0Rq8HyTMpZNTVilZUjLkwmZxOJVSTRFUmwMzkXzX5qan2bIlYbe39Lx4kYkfngxf3x3oo8/6JrrS1WGX+2ycc1yyespO+aE7Eqz+Mr5ylGzy+cnsVTAojytLEiX1ouidXGjlo6nggQASJABFqLAInVKJD2r0QfpCxKBeCDEiJi9cv9yZh24f+hW+dYlFcI0apsq7x0MDo7nKiLd6DixY2Ii42D0WDgYpXP2FepYPygB9LT1CjcZ0DBFeuRkJgEo1EQq2LUKvuXCVW32wOX2wu3x8MXtdJoNDxqtai0EqtWfIuuZd+hf2YSLEaKWo3CLUFFEAEiQASIwEkgEEqsilFpbOrwC1/sxz0L+oVMBaDkGGkqgIIyGz5bczSoXG2MWJVP8RVl5txxaVi6Id+/cnmk6FB5PlZ5N8inXcuFWSQ+0raLEbGR6hRsqrq8XtHIsSpvW6R6hdsfap9cxkWzn5pa39ZMBcAkocg5NcmEgrI6f/qFcGI1XNuCjVml/MVxJO37gd1jI97nzU0FEE6simPkurOz8No32f7Xm6aMNxKrJ+GNhC5JBIgAESACjSZAYrXRyBqeQGJVAcQgYrW00oFN2rmYe84k1NkdqLM54fV6eERp7VVDkaq1odrsRvWzW5CUmAizxSyIVcGrwvVKV3TtrEFxjhYnrt2EraUafFmnQVW1UJ/CE2rU5ZfiwfFmTBuQCI9XxaNYuVyFCnq9FjFmA1au3YW67a9hcJoWnRPNlGtVQXfSIUSACBABItD2CERKBcBqLJ+OHiy/Y6Rjgi0mJV2QRiSjVKyGkoqsHvmlNozpl+SPegvVhmUbj+P8sen80ixNgXxaNXueidBgC29JpW5j287Kba4wYmXIF/BSIl5DLYL18rKDAQtrbc+2BqzSLrLSa9UNxoN08apILMQ6RqufIvWtWF9pTt/WXrxKGn3Jpq5LIzLDidVgbZMvXiUds0ruVdb2cONa3u/svoiUGzhS1LA4VkOJ1UiLV8nHVKTxJh+rlGO17b3vUI2IABEgAkQAILEahVFAYlUBxCBidUuuHYZRd+L0Qd1Raq2By+XmwlSrVaP2mqHIiLehyuBG1aNbuVg1mX1iVQUuP6ue6oxOCWpUFltQfvNanPtBDRbOTkXOwRLojWoUVwIGoxu/73Pii6uSoTPo4YEaLpeHC1YmcBPjLdi1/xhy176HnobDyEqNh16rUdAgOoQIEAEiQASIQNsiEGzxKvlq6aIYkS4+I5VDYovkZUmPCRZhJ+ZUlC+WFWpxJCm5UAslMckjlYTSc8Tric+J9QsV/cdSANTahVkx0rYEm17c2LZHEqvSa0vbILKKlF+VnRMpx6pYrth+9lhcyCoUK/Ec6X6zQRMQfRyOhXh+tPopWH3k/SXNl8v2sfHNZJtc9LXU4lWiWA3WZ5HEKqtvMNbB0ksouQ/FFADBxrWS+zxYKgAp32CvHcHKFevKxrN8MTvxy5U5Y9P8X46EG2/hxiqlAmhb7zdUGyJABIgAEagnQGI1CqOBxKoCiEHE6nf7TThtzp1ITbbwRas8LFpVpYJOq0HtDUPQM7UOpV4Pqu/fhsTERFgsZqjVarA0qCxytXrlUzDsWozynn+C+ow78dUfTny2rRLnDdDh/EE6qFVqLD4Shw17ivHR2QaYLbFQqXVwutxwe7y8DJZn9URpFbas+grJ5aswICsJMSa9ggbRIUSACBABIkAEiEC0CESaCh+t67TFciJFq7I6n8p8mtJn0RarTakDnUMEiAARIAJEgAicGgRIrEahnyOJ1cZeIlx5DcqSrbUUa24oBSMuxxTkgEbVQUkDg4jVpTnpmLHgBpj0GlTV2HguVC1bWEqnQfWf+qNfPydOOD2ovmM7EhOTeCoAJlWZfGVS1O1yoqa2Fg67AwajAXq9AXa7DXa7nS90pdUZ8PRuJ3YfLMSrE02IiYmHWqODw+XmUassPNZs1MNmd2L96pXQZH+Mob07ITnOpKRFdAwRIAJEgAgQASIQRQJKcpFG8XJtoqhgeXGDVUyc8s72SaOC20Qj2lAliFMb6gyqChEgAkSACBABItAuCKjmTujDlnoPufGFjlp4iyRWV2zOU1yDGaOy0JjjpQWfNboH2pNY/bpgOKadOw8GnRo2h5NPz2f9xcRp3QOT0DfrOIyxKlgT3PC6AK8TcDsA1cg7oB93Hyy7PgD+dS+sF70C9bgF+OqgDc+srcZd0yy4MN2AH/c6sdNlx/78ajw5TAVLTDw0Oj2PVmVpVtm1DHotz7m6fu161Gx/Haf17crzrNJGBIgAESACRIAIEAEiQASIABEgAkSACBABIkAEOjIBEquS3m1vYvXHiknoN2w0dBpmv72wO1x+2an5/q9IL/gUmf2d0KV74akGXDVAtdWA6lo7vLccQfy93WEfBThWApp38jHklSMYMTAZOw7XYPOViTjvjSO4eEFPbNh/DA/0VsNgioHLq4HN7oLb7YFepxUiXz0eHDt8CAW/PIdR/buia7KlI98z1DYiQASIABEgAkSACBABIkAEiAARIAJEgAgQASIAEqvtWKz+ap+G1B5DUVRSAZNBB6NBixizHjFmA0zOcri+fgienA1I7uaFm0WrulSAxoy4URdBM/l+OH/5EO4PnkTMtDHwXvUf/HTIif/7zwn8ZboO14xLwYe/OfHh5kL8abQOE3qaoTNa4HABVbUOLmfrbE7U2p3olBiDGms+cr5/EqMHpCI1OYZuLSJABIgAESACRIAIEAEiQASIABEgAkSACBABItChCZBYbWdi9frzhvlrnBczE1mDz0BhcQWMei1MRh1fOCrGYoDFpINO44XX7YBK5YVWpYZWq4FarYJGo4bJaOJ5VVk+VZZXVafTw2Qywel0wmG3Q6fX8zyrNbV1qK6uhVelgVelRZ3dg6oaO6rrHKi1ObhcTUmwwHoiD5s/fwxDenVC5wRKBdChXzWocUSACBABIkAEiAARIAJEgAgQASJABIgAESACFLEqHQPtIRXAXe9n+6u8a83XGDRwAA7nl8Kg0/CFpFi0apzFgNgYA8xGHbT536Fbxd8BqACtCi5jJqriFkCVfh7M1g/h/eMt2LvcCE/vy7AhbxmW7fgHJva4FrOGX4Zlvz+HTQc2wmCpgqY6DbOH/wVxhixU17l4xGoNF6sudEmyoKSoAL8fOorhYyajc1p3urWIABEgAkSACBABIkAEiAARIAJEgAgQASJABIhAhyZAEauS7m13YnXdtxg+ZBCO5pdCo1bDbNIhlonVGAPiY02Isxhh+XUcTGOuhNqUDGhjAW0yXLteR0mPN5Gw5Rxohl0K3cZ/oXjyejzwv7Nx3tk2/LLaiYdmrMeiby7CrEmdUVVVi/JKO/bmOnHV8LdgcwI1Nhdq6hxwON1I7RSL3EP7kZ1fgWGjJiKlS3rIm6a6zo5SazXqau3QadU8J6xXsnwa/9Xrhf8pL8seK/yITwr7vP7zGu4TLs8W2Qo8RyxHUr6vptI6RLrj9VoNEmJNSEmywKjXRTqc9hMBIkAEiAARIAJEgAgQASJABIgAESACRIAIdEACJFbbsVjdt+1XDOzVHaXl1Vxwxlj0XKzGxxqRGGfmkav6n0bDPPYywK2C69hm3toy9ZmwpV6E2JKlMOX/G1WJF8De/WqszlmKrUWvYGDCZTh7wJ/wY+4/sCf/F/RNT4DTBWz4owy3jnsPHuhhc3h51CoToymJFmzZ+hsq7HoMHnkGElO6BL1VaursyKuqwow+cegSo4dWE/6OUiI7JU62QWGRzg95brhCAdicHhw+YcPGA+XondEJZpO+A740UJOIABEgAkSACBABIkAEiAARIAJEgAgQASJABMIRILHajsVqcX4e4lWV0BnMKC6v5hGqsRY9EuLMSIw1CQta/TgYprEXw3V8Pw7EPwOdTsdzp7J8qkajkedYdToc0BsM/DHLr2qz2WAwGPhPXV0dnv31bCRoErH/eC1uO+NfUGlMsLm8qKy2Iy7GCItRjWXf/oDk9H7oM2gkYuISgkhOL44UlKHv4HgMidFCrVJwY0rMaATX6S8s4DilJ8mqEknIssNZ9Q+csGFXbi0y05KgYoaZNiJABIgAESACRIAIEAEiQASIABEgAkSACBCBU4ZAuxCr08+dj9S0DKRlZCK1Wyb/PSmlc9BOmjEqCys25zWpA9tbKgCXy4nju1dj2NCBOHy8DCaDlovOhDgTj1w1GrSw/NAPxtNmwZl/EHnpbyMuLo4LVCZXkfc+LKVLUZFwHpB5FVYf+hg/7/8vJvS8GNP7X8UXsPJ6PLj7yzEwueJwpMyJOye8A43ewsVqda2DpwEoKsrH9z9vxODTxiOz1wDoDcYA/l5mKr1e7Nh/HNPP7oZeUEGjjtxFYb2oAmmq4JDIlZAcIS2PadRiuwdLVh1Hn9QYxMYnNqosOpgIEAEiQASIABEgAkSACBABIkAEiAARIAInk0ChtRp5hVa4nFrUVpahhKV7NOlhsmjRPzMVCbG0OHmk/mnzYtXpdsPj8eXhZCvaa/UwGs2IjYtHYnIndOqSGiBd77huwSkjVpmwzNmzCeMG90CptQa1NicS40xcrrKFq9hiVrHfZsIweDI8pcdwuNcnSExMgtks3BjOTTfAdPqdUG2+B8X9/oOX1k/H2P6DsHr7UTw0YynMFgt0Wh1u/u9wqKvNXCTeNeFd6I0xXKyyvK6dk8z4dvlKlNaqMGTkmejUtRtU6kBryuSsx+vBzgOFmDqzG/p6AKc7UHsGlaDy3KthRrM0J6t4WGPEqpIoVenlWRNLAHzz03H0TjUhNi6xQbsj3Xy0nwgQASJABIgAESACRIAIEAEiQASIABEgAieDwI68QhwvdGD2qHgMz4pHvEGoRYUd2JFXgc9/3Yt+WWkY0pMWKA/XP21erNZLMt+SRT5b5mELHHm9AdJVp9NDbwgtXcNFurLrtLeIVVbnmqoKuEv2YGD/fjhaUMbzfcaY9LCY9Hwxq7ilSdB26Qmtx47cIasaiFXL0NOBlc/gyOkb8Nq22RjRozeqamqx63AhnE4vXC4vrAUq2Go9qNOp8Og5/4HBEAM3NOiaEgNreRne/+xb9Bo4Er0HDIclNr7BeGNi1e12YVf2CZ9Y9cLh9h0Wxn42XGIq8JxI4rTBoliNeKVqULbsCa1GhaMqYOXK4+jZxYC4+CSoNRGSxjbi+nQoESACRIAIEAEiQASIABEgAkSACBABIkAEWoIAk6pJXgfOn9gdO/YBq/YxmSpcaXgWMLl/BbKy4vHBit3Qa00YPbh3S1SjQ5TZbsRqONqigBNFmiBdAY9H2KNSqaHR6mAwmREbK490zUJqt+486vWSc8cg1txwIaKI2TODHKDiWTijuKkAm92Fu97PDijU43bjaPYOTBjWHQ4nUFZRy/OssmhVCxOrX8RDEx+POnUCYr1V0OgN8JqS4FGZoBl6EaD1wLvhLRwe+jPe2DEHA9OzUFFpR7nVicoqB6pqnDh+vBY1NS7EdDXj7sn/gkZnQafkeHRKMOOt9z9FtduAQSPGoUt6JjQabYNGszoysbr7UDGmzeyG3m4mViNpUV+UcgiEkcQnO016TLCI1mBFh65V4B6dRoVstQprVhxHz856xCYkBW17FEcAFUUEiAARIAJEgAgQASJABIgAESACRIAIEIFmEWDT/7fuK8PDF3bH0o3Aez8ACycDcyeDR60ergAWf8IEawUmj43HI//ZiOmn9UX3zknNum60Tn7/6WtCFnX1Q/9u0mWkZUrLCPW89CIdQqw2oCZ1miy9p0+xcdkaQrqazGaUl5XwaE/5FlGRnkSxyupqq6tByaHNOP+s8ThSUAq7w4lYi4G3Jea7TMDrgt6ohdpggcoYD21KNyAmEUjoD+jdqF77BUqG/YA1uR9jdc5XsDtcsDs8cLu8cLJcqnVeGLVazB49Ef3MC5GQlIgBvdLwy5oN+P7X7eg/ZBR69B0MkyU26CJOTKyyfLC/55TUi1WXklQA9cdE0rDBpvKHW8gqUnnyMcCPl5xk0Knwh0aFTT8eR49OOi5WtVpdk25gOokIEAEiQASIABEgAkSACBABIkAEiAARIAKtQWDjvmMY1ycWsMVjEReowN9vBJZtAhetc8cCk4cDcxdV4I65rEZWbMouw1ljRrRG9UJeI5xQzeo/nJ83acHtTa7jr1+8zM/N27cDTK6y6ykpt+OL1XBIfaJMOuU82OrubV2ssqn25aVFiHcXYNIZI5F9+ARvNc+1WvM19OvvgLu2FoAWapUDXksi3C49NFobXJZUWA0LoB98LWJiYuB0ulBbWwu3W5ir7/YwuermsrXW5oJWp0f/3unIzy/Eq//+Euk9+qPvoJFITO4Scio8i1Z1u1x+sdrL7YFDKlZD5lI9iIfO34Ber1+Fa9JFsXkQD8/dgF7/uArXdAuMSpV3db1sDZlUoP6URuRzZScZdSrs1GqwdfkxLlZj4hKg0/sSkjT6Nj6IN27cj9H/nI3TGn2u0hPYNdah2+MLcV5Xpee0xHGsHsvwi7/oFFzZonU6We0+WdcVwco5A73mXotnZ7bmN4wnm0Fjx29DZhhzPj67tk+EgtpyOxu2acrNd+Nm4W+ORmyt8RrViOooPHTruy/it5Gy9u74Bhd9nYKXH0nG0hZ/3VVYUTqMCBA6Hn4HAAAgAElEQVQBIkAEiAARIAJEgAi0IoElK7Lx9LW9sXgpsGojkNCVTf0H3lsFWG0VmNsf+Pvt8Zj3eAUSjHlYfNMwXLP4E9x+2UXwqhSsRN5CbRHFZ7DimVBl+5sjVlm5UrmqRKqyc05tsaqws9u6WGXNYBGhRcdy0C/FgxHDBqDgRAVPRqDXqeB22uFw2MAELJONojxW+RrGIi1NJpNvUSuWV5UtGCYcy/51uNyoszu5ZO2cFIfS0jIs/teniEtOR9/Bp6FzakZYqSgVq9NndkNPtwd2Z+SYUa9XlKhXcokqbNk+sXolFrLnZMUETP+PcImwu4PslD5l0quwQ6vBNp9YZbll9QajwhElP6w1pEVbkT+yejDJ8QZwX4tJ5ZPV7pN1XXFsnezrs3q0hTo05paU17cMXz/5Lj5IjyRX23I7W/t+awzvVjiWvb5s6xcgx4PK1laoCl2CCBABIkAEiAARIAJEgAi0FQJvLNuNT+8agnmPA3lWNg1aqBn7leVWXXxTPF+8auH9OwAjkPvxJJx+2WK89PhtJ1msvo9JC65ugPHXL4TnoyFWpXKV/a5E1JJYVTCy24NYZc1w2G0oPJqNXslunDlqGCprbHC7PdCoARVPgeCBmi1nz/PO8v/zf9lzGo0GarWGS1e2KBj7YZsgVgXJyhbGyj6Uhzc/+AqWhC58sarUbj2gN5qCpgAQ0TLpy9IBsFQATKz2cHngcHr47nBy0+vNxsPzNqD3P67EQhaxyjfhuV7ic95sPDL/G3zF9yXj7levxNX8WPb8BmAisHR1KQZffiVuPPoB/rwawMRZ2Hm7mHg5G48t+BZL2Sns+duE5yNpX5NejZ16Dbb9IESsmmPiYDCaFIymYIdIxapPhMxNwQdL9/GDpZGGBd+/h9uXlgDoL5GRkqg0f4SdUA7GAL8cB3odK8Eh36VbP3JR2ma5hBLbfgbymcQ6JhwbWMf69vWaOx7dl+6TRN4Ga3u467F9PmEWcC1wiXbsPF90mz+qbSxSuSAUo2ylEbbB2sKigs/Escfqo3JPDu9wsi98e4Qx098X0ecbQ5tKeJ9cUPAuntsE1EdyhmLAIqOl+4IxF6Jng4/pJt5KzTotGLNIbSgNiMAW+loYS8HHcrMq2ISTQ91vYnS8/P5JDnEfsOhOacR7w/uOCcslqWJUdBChKxOcTWhME06Rf2kV5LXWHzHfXtrUBAx0ChEgAkSACBABIkAEiAARkBD462e78cODQzDlAcBqZUK1gsvV4f2Br+6Lx7JfK3DHmztgtVmRwMXq+Vysvvj4bcDJjFj99n1MmhVErPqe/zXE/sZ2PitH3IJdT14eiVUFhNuLWGUylMnVE/mHYXadwLxzJnCD6nK6mEOFWsVEqiBTRanKd/BNUIni9HkmYdkzQoQroFWr8eOq9fjfig1I7pLBc6qyxaqMJktYqcrKbChW3f6IVXnuUml3eHEQj8z71idNpXuYQL2CC9RfF7+MN7tfiY/mJwG/fY+hnyTj65dGIxPZeHTBtzhw+ZX4eGw2Lv3zBvS973YsSv8Nl91WipuXzMQEAGteeRkrx92Ox0eV4j93fw/ceTmuTAsyKGSm1WRQY7dei60tIlaX4RdRkAZEdMolgVDP+ggsJq/+B1wvSq1lOOKf/t1WouoC68Gl2hYm8ZjAFLfAdkqFjSDh4E8fELzt0v6L1O76a6WxsgvO5NFt7DqvYA6fOh8gjBoIV7lsEh9Huq6CF55mHSKVp0JB4hTw8O2Rjxnf4xEH8MBja9GdTSPvuhEPPFaCC3iUsVKxKu8TMfVF8DHdrKY3+eRgfSYIYb9wDzpGI0nslk7zEa7B4e+3YPfP6dvr74P6scIEcv1Yj3QednyDB74uAU4Pcg81uX+admJAhGpABGsgm/bUpqaRoLOIABEgAkSACBABIkAEiIBAYPHSPXj/zwOx6L0KnlMVNharCtwxNwG3XxyPxHk7ffGrVkzun4D37h+Oi+/9Cvffs/CkItz50/sYNq2hWGXPi1uw/Y2ptLQspWWSWFVAuL2IVdYUJledDjvKSgphPb4f40f0wuABvbkk9biFKNGGclUUqpLForxevzA9fDQfX377M3Lzy5DWvRe69+yPlM5pESNVRbRSsTpjZjdkOplYFeoi3wIXnGJRpxvRyydRhWOz8aj/Ocl+LkOZTN2Inq9ejqvT2O+b0OuVy3FVWjYeu6Dh71emZmPRhd9hmaQS5993GxadHqFeAMx6NXYbJGLVEguDyaxgNAU7JFIUlSg0gk1NDiXQwgmvJlYzKqfJ6yuJvOUSWYjSBcTI0EjiTpqvtV4e1lc1hPQKdi1sxANvA7c90hdbAgS1UnkqvVZbEKvBcupG4qmkreHaGWZf0P5VOt0+KoMvQiEKxKqiMQowsdhwLLdGG+TXkN1vATljQ7x2MHEe9j4Ic55PuOPd95A/sj/Wfy2/n04CA4lMDUwDIB+rQV5LJF8itKk2nQSMdEkiQASIABEgAkSACBCBjkNg1bZ9mDIslUer3rHYCvYfi1idPDyBR60u/iTPL1sX3zEcWQnAx+s24NLzLoRXpVEEItxCU2xhqKZsO9dJ7U1gCcPOPL8pRQacs/On+vKHTTsf8sehLkBiVQH69iRWxeYwmVlZXoqi43nQOkoxYmAPLliNBr2CFoMvXnUgOw9rNm3HHwePISYhBWkZPdG1WxbiEpL5IlbBFvoKVng4seoXqUFzmkokqj+KNBuPLPDJVi5Phd+v8onVx5hYfcUnVkWZmpqNxy7chJ4vC5J1UZDfA6JUI+UBEMWqsbXFqkBXiNpM8aUCCCXw2rJYDSL8QkaCNkYEBht9QfiEvJYv4vc8UQiJaQCUyEZ2bRKrIRkUigsGBWMqH9OKXqJa4KAgY6VQEp2rdIyGjWpugWqHLVLaJnn0bajXjkj3QYTzrj8Tx94uxVz+BcV6pF2fgiVc1Eqj0luTgxjJL9ZLrIeS+1V+bltpU2vyo2sRASJABIgAESACRIAIdDQCx0srsGP3EfzfhUOw9IfDWMREKoBFl2Th9oszkThTEIx3XJKFhXOz8NSrv+KMcUPQI7OHYhQtLUEVV0ThgdL6SiVtqOelxZJYVQC5PYpV1iy2WJXNVouK8hIUFxyDreoEOsUZkJHaCZ1TEhETY4FBr+ME2AJT1dW1KCmzIu9oAQ4dKUB5lQ1xiSk8OrVT125ISOrEp/6rNcq+oRDRet1OXv6uQ6U8x2qWww2bU0g10GATcxHw5AS+qFMegSpG1QrRp4I8BVa/8greyLgCH81LAjb/gOGfJuN/L4xCd4gy9TJclXZIkKmLL8OVaYfw+EXi7+X44J7/YvmZV+CDuYmBVQkjV9kui0GN3406ngqgZyctzDGx0BstCkZTsEOURqyK50qn/AuyZP3p8hXf26FYFXMw8mi/Et90f1n7wu0LSj+EWA16LUHwLS1IwZHUM3gaALaFnjovE1UBdWurEavh2qNUYoeRdaEYMLEagrnQbdIx3cTbqNmnBWu/JDWCdBp5uL4OeVyzK9iEAmRtkopiX67hhq8dvvQi6C+5Dxr2ebDzeAqNLfCnAAh2PzWhEc0+RV4vocD23aZmQ6ECiAARIAJEgAgQASJABE5pAr/uPAS4tFh4TiZWbTyMpRut2LFPSAkwvH8C5o5N4BGs/1iyFia9CVOnTD2leYVrPIlVBUOjvYpVsWlMatptdaipqkCltRSV1jLUVlfy51xOB9weNz9Uo9ZAo9NBrzciJjYesQlJiItPAlvx3mi2+Be3UoAs4BCPy8EXwdp1qATTuFh1cbHKNolH9Z9T7zTZwlL1ElU4IBuP8khUJkzZ40N47AJxOn8y/vJy/fNSmbrIL1OlYhVA/mZcecdG7OFl98XfPz2L516NtJkNGi5WhcWrtLDExEFvbOlUAJIpuNIpvVyWrPUtTiVOrW8o9pggZAsPnZzFlESi4SJsfVNxx/THlE0l9QtUSdsXbl/Agl7S60mm+HJuqF9wSF5egDALVoZ08SrZlG9ZWSeXdzixK53KrWQxLvlCVLKypdPeAxiEmGrd4Bix31nf9Il067Xg/hBT3IcHGQdh+1qyoJV8fLVg7YMX3XAcBOQ1DvraIY5r8csNVnIwQSt/zam/H8R8vmJKBP/jVm+/74K8nftwhn+hqg7QppPFkq5LBIgAESACRIAIEAEi0CEI2F0ebNy5D8ePlWHW+AyeSzU+Pp63raKigkvWzzfuRZIZmDppBqBuXIBdh4CksBEkVhWAau9iVWwii2Bl0/LZAlcsD6s4RZ/lZWUbm9rPolE1Gi10egP0BiN0bMq/Wq2AUuhDpKkApjKxahfEaqiFqwKDRb18Xa1ws/NDluM7qeG5YZ5RkAZAiFjV4A+TIFazWMSqJZZH89LWsgSCL3YVvWu2dPnRqymVRASIABEgAkSACBABIkAEiAARIAJEoHkEjp8oxubf/8CW/SWwFRxDSnICvCYjenQ1YsywYeiR0Z2kagTEJFYVjMGOIlYVNLVFDpGK1Skzu6GH3YU6hxAlK9/kEazhcrCycyXLbfmLkpYRPodrmObKKiL3rRajlsRqi4yWhoUKOWVLfDtkEaNRq4NvEaVjLVV+1CpKBREBIkAEiAARIAJEgAgQASJABIgAEYg+Aa+4yLgXULhIVfQr0f5KJLGqoM9IrCqAFOYQuVhlEat19nqxGiAtgy5iFczAClo1WIBpULEaaGF5gcGDUyXPBv+VnxvDxKqZIlabNzLobCJABIgAESACRIAIEAEiQASIABEgAkSACLRfAiRWFfQdiVUFkBSK1cksFYDNKUSshhGXYnGNijj15QSQCtNQaQJCilWZbQ2VGSDGqMEes15IBZAiLF5FqQCaN07obCJABIgAESACRIAIEAEiQASIABEgAkSACLQnAiRWFfQWiVUFkCKIVbfTjQMF5ZgwpSsybIGpAIItYCUtLphcDRltKsvHGimVQCTBGiobK0sFkG3SYfe6InQyeBETF0ditXnDhM4mAkSACBABIkAEiAARIAJEgAgQASJABIhAuyJAYlVBd5FYVQApzCEOhx0FJdWITTNgcDcz4m1OOFyCsvRP5leSAkBJhKssr0C4NANh16mKELlq1KlRYtbh8AkbCvYUontaZx61ShsRIAJEgAgQASJABIgAESACRIAIEAEiQASIwKlBgMSqgn5ua2LV4XShpLwGpZW1cDqDLwKloFmtdogpRousPvHom2KAyeGCS5JfVZCrQTYFElU8KzDiVbKclcJp/T7D669EWOEqOUpr0MJq1CKvoA45e4oAGFqNKV2ICBABIkAEiAARIAJEgAgQASJABIgAESACRKB1CXROjEGn5BgYdFp+4TYvVitsXtS4TVDpzTCbLTAajTAYDPxHr9fzH51OB41Gw3/UanW9+vJ64fF44Ha74XK54HQ64XA4YLfb/T82mw11dbXwOmsRo7EjwdxQo7YlsXrLP/9AUVk1+nXRIi1RD4O+vr2tO5ToakSACBABIkAEiAARIAJNIVBd52rKaXQOESACRIAIEAEiQASIwEkmUFbtxob9leiZkYwYs7Fti9VjVjecmji/TGUSVS5V2XNarZb/MKnKflQqFbxeL/+Ri1UmV5lYlQtW9hyTrCbUoFuSYJ3FrS2J1Yue24y+ndVI72SEm7fxJI8oujwRIAJEgAgQASJABIhAowg42SKetBEBIkAEiAARIAJEgAi0OwImgxbFFQ7syLMjMz2p7YrVshoXimqFqFQmTVlUqvgv+118LEaqitGqTKqKmyhWRbkqRq6K0atMskp/xOdTY1xIjq2Xq21JrE69/xfMG9cJKjaB3uuFtbIKNbV17W4gUoXbJgGL2YTEuIa5YstpnLXNDqNatRoBujdaDTVdiAi0GQIted+7PPTNeJvp6ChUxGw0Ij624d9PFVVVqLXZonAFKoIItCwBGsMty7cjlE5jpCP0IrWBEQg1lhtDR6fXQKNW4fP1xRjeJ63titW9+XZ4tSY+vV+MSBV/l8pUUaiKkapysSqXq9IIViZSRdkqla5aODAw3ejn2pbE6pT7V+GC8SnwOD0or6hEbV0dendPhU4TsZaNGSd07ClKYG9uPswmExLj4/wEaJydooOBmh1AgO4NGhBE4NQj0JL3vZvEaocaUHty8mEyMbla//dTRVUl6ups6JWRCoOO/k7vUB3eARtDY7gDdmqUm0RjJMpAqbiTRiDYWG5sZQw6NdQ6Db7eVIqebTlidUteHQwGoz93KpOroYSqKFW7d++OIUOGoFOnTjwlQEVFBQ4cOIDff/+d51hlUlUavSqVqux38cdut2FM75g2K1YXjO8Ej8ON44VFXKrqtSpU1NKUssbeDHR8cALHi4rQOyMVdQ4PP0B8TOOMRsypToDujVN9BFD7T0UCLXXfO5zCeyxtHYdAYfEJ9OqWihrfIq3iYyZVy6opp27H6emO2xIawx23b6PVMhoj0SJJ5ZxsAvKx3Nj66JlY1WvwzaZSZKXGt92I1c25dTwNgHyqvxihKo1UnTRpEhYuXIg+ffoE5VFWVobPP/8cH3/8Mc+jygSqXLBKH7P8q2P7tF2xOn98J7jtLi5WB/VMh7WW/lhr7I1Ax4cmIB9XNM5otBABgQDdGzQSiMCpR6Cl7nuni8RqRxtNBSdO8L/Ly6qdvGnyxx2tvdSejkeAxnDH69Not4jGSLSJUnkni0Bz36P1WjVUBi2+21SKzC6xbVes/pZTy/OoimKVRaDKparZbMajjz6KadOmKeqP3Nxc3HPPPcjJyWkQvSoVqyzv6ri+9XmSIk7eCXKAChHPUlRn/0EqwGZ3gaUCmHdmiiBWC4owqHc6rDUkVhsHk44OR0A+rmic0XghAj6xKnvNpXuDRgYR6PgEWuo90emiHKsdbfQUFJ3A4N7pKK3yiVXZ447WXmpPxyNAY7jj9Wm0W0RjJNpEqbyTRUA+lhtbD51WDY1Bg283lSGzaxsWqxuzq/1iVSpVxd9NJhNef/11jBgxIiQDll9VvlmtVh7dKperolhl/zKxeka/+hxJERVpK4vVuUys2ljEaiEG9+qG8iiK1dpaG44VFIOJYaNBENsJCTEwGvQ8vQJtHZ+AfFy1xDjr+BSphR2RAN0bHbFXqU1EIDyBlrrvnW4Sqx1t7BUUFWFw724SsRr4uKO1l9rT8QjQGO54fRrtFtEYiTZRKu9kEZCP5cbWg61xpDGyiNU2LlbXH6gMEKtM6kkF6xNPPIF58+YFtF8qUuW/s8fiwlZ5eXm48MILUVtbGxC5KuZgZWJ1/IAEf9ltTaye34JiNSf3ODolxyMroytv/9If1iO1cxIyMrpAp9W0uFwtPHIUxwuP4LTRZ/LrG7RqeOtKsHLtVkycMqOx452ObwKBlvoQ2YSq0ClEoE0RoHujTXUHVYYItAqBlrrvXZQKoFX6rzUvwqYVDu4liViVPW7NutC1iEBTCNAYbgq16J6z6K8v4qG7bvfP1JWXfu8jT+LpR+8PuZ8df9Md9+PVF54MeczCm+7E268+F7aMUK2iMRLd/o5Waa+/vwIJ8Qm4aPYI3q/SBd2jdY2OVo58LDe2fVoesarFD5vL0L0tpwJYt78CbMEqebQqe3zaaafhww8/5G1nwjSYRBWfF/9l0lQ8ng20t99+G6+99po/36ooVdm/bKGrCQMT/WzbmlidcwaLWHXiWGEhhvbO8OdyijQYrNYqVFfXCYexRrFgCbFxvt8Lisowc+oorPvtD5wotWLCmMHYvGM/0rqmCOeJUcCqQComkwEJ8TH8Jm7OjVxZVYX1v67A+MlnIybGghizHltWb4TDaMDQwYMiNZH2R4GAfFw1dpxFoQpUBBFokwTo3miT3dJqlerZxYK3v9+PaSO7tdo16UInn0BL3fcuilg9+Z0b5RrknyjC0F7dUOJLBSB/HM3L5eQe5n+S+/+MV7HPQ8LjXo9fh4OpsfzDdcCmN8Jx6RO+p4SIafEzFP/XF0Tt9f3Cn/L93T9kUP9oVr/JZYVrt78tvGH+/wmfFcVWy573MwjT9n69e0Cr00UluESsP6ug8BnV91nW/9gLr0fcJ/zr8X3WFZ/3P5Y9L7QzsFx2nbGjRiiuf1PG8A8r14TsT/HjpvQA6XNTJ4xWXLcmD5ogJzanztMmjW2SkFRa/yeeexF33nID9HoDnnpxMR65904sevZFLHrgbjzy1PM8KIyNBY/XI4wP9rtvzPB9fEx5+Lj5+zOP4Pb7Hsfrf38GN91+P958+a+87tfdcjdefWERv4beYFBaNX5cU8ZIoy5ABzeaQHlFDV5//xeUWp2494bxSE5O4AGKtIUn0Nz3aK1GzSNWl3OxGtN2c6yu2VvuF6titKr4L0sBMH36dE5KeAFhLyiB/4rPyZ9nC1MxYcuiUlluVraYlVSqimJ10uBkf0+0NbF6HhOrdU4cKyjE0D7Kxerx4ycQH2dBQpzF37aSskrU1tn8j8us1Zhy5jB89f06Hrk6sG8mNmzZA7PJiKQEYUEvJlGTE+tTJTAZ6/Z4kJQUD71OkOHN2ZZ/+zPSsrpi2OCB0Gs8ePy5xbjqkguRmp7RnGLpXIUE5OOqseNM4WXoMCLQ7gjQvdHuuiyqFe7V1YK3viOxGlWo7aCwlrrvXR5KBdAOur9RVcwvLMLQPhKxKnvcqMIiHMwE3XmThghH+QQd/1wEYP+00ejerXODEn74fQ1mbygTPj/5hh87XuXx4qUP1uGOK4TZYmyXKFrZ72/+dwnmzJ4dzeo3uaxw7X7m7dV44E8ThSAQnycWRCPw3LtrcO814/nzjW37+HFjERMT22gBFayRuZJ+485a5cWyVbswZ+Iw/rs0i50gXlVclortEf71PRZduE8cL1m5BfOnnc57UCznnU+/xmkjhiuuf1PG8PKVa/CXq2f5ZTarsxjA8/F3a3HxueK4YhWub88jL72N2TNnKK5bkwdNkBObU+e5582EyWxpMXH15F9fxJ9vvBZGkwkajRZud+BaKo89/SL+csu10Gq0XEoH2x5Y9Dweu//PMBpNvBzpxsq88c/34W/PPsz3sWMaszVljLDyh2TGR7zM7sMVEY+hAxoS+PbHrbB5EnEwtxh9MjU4d8pA3q/NCXZrDc45uflY/uvvYH7utEFpGDN6CPd0rN47d2dj/dYcvm/aGX3Rv3/PqEfiysdyo9rsBbQaFbQmHZZvLkVGW45YXb2nzP9tkChUGWS2YNW2bdv4i5nb7Q6QouwNqLq6Gnv37uWdkJGRgc6dO/Pf2T4mU9mPXq/n5dx1111YvXp1gzJYxOrkIb4ITUlQZ0jYrZxjdTYTq7UsYrUAw/p09+dyijQY8gtOIDO9M2ptdp5DlW1bdh7AnLPHhTy1zmZHZXUtPG4Pl6dMouYdK8Lo4f0CzrFW1iA21gKjwQCtVvYNeaSKyfZn79jBc+BOPWcyyqxWLH7zPfz5xuuVi9XtP2HSy9n+UvtdeBHemlUfgdywOjl4buFWZD17IS5ObWRlO+Dh8nHV2HHWAZFQk4gAJ0D3xqk9EHqlWvD2d/sxdQRFrJ5KI6Gl7ns3idUON4yOFxViWJ8MlFQKi1fJH0ezwUzQzZ40xC/ZWNmCEAX2Tw8tVs9dL4hVv9b3CL//7YO1frHKh6YkyvP5N97DFZdcEs3qN7mscO0WxOqEeqkqmEvOiIvVhROE6E/x6grbPn3SBCQkJjVaQAVrZG5eHs6bNNQ/a5BVkYtVLsmFugqRt6ogkbbSCOP6SYRiRO6SH7dgwYzThTHha9vTr7yLs6ZOVFz/pozh5T8xsXqu/5rCR0yh/oJYFYQ2H3cS/tfe8ySuvewixXVr8qAJcmJz6nzTwitbVAY77HY4HHYeTcrEKfMd0s3pYPuFQLFQYtXldPIZuMx56PSBEaksYpXtF6/R2IjVpowRVv/cvXsxZ+ZY3pRPv/gZA087zd8scd/uPAVitXA7bn7wEKY8cwEuEjIXRthy8fy1W5Gl9PjtP2Hqq4d8ZSbhJqXnRapGC+5/5tWlGHfmWSiv9mDJkq/wxpOzYbHE8jHSlrc1W/Nx5ohMFBZb8cv63Zg9pS/Mllju+eT7zpvaH2ZLTFTb1Jz3aPaSplULYvXHLaXI6NyGF69a9XuJ31gzscqkKvuXLVa1ZMkSLkjZC40oV+12O5/av3TpUmT0SoTOpMGh34swZPAw3HbbbUhKSgI7hr2gsxcUi8WCjz/+GG+88YY/4lWMbmVlThnayT8O21rEKhOrrloHjhbkY3jfTMVitaCgGN3TO8Nmc/jbtv33bMyaPgY1tTb8sT8PBr3O90WvF243S4vghtNZ/02ZTqfF0fxijB7RUKyaLWaYTHromnkTH9ybg7zcnUhMSsH2Pdko2LcPjz7/nLLXhe0/YfLLwLPvTUNoXSwvKtcnVi8gsQo0GFfycbYnt1RZX9BREQkY9U37EsLmCPwjK+KFonBAU+vaM70+XzWrxqZ91ijUpnWKGNM/sO7yeyHYa3B7ap+U4hDHD1GHah7a8IP4t5tPRO06doeQ4ke6GfTBZ0zMGtUwequxFemdKkSsklhtLLn2fXyk+57eE9t3/4q1b+p7XGbX+iis40UFGN4nE8WVwt/Z8sfRJJWbdwTnTRrsj0wUpSq7Rlix6otY9fpePoWp5sDi/woRq0w8SqMj2WGPPv8P3Hz9ddGsfpPLCtfup99ejQevmyAIZlnU7fP/XoO7rx7PIykb0/bHXvgH5s46J2ryLyfvMOYwscrnwzMFqsL/Vu3kz/n7kAd2SvtBOE5MHcDh+SJX/RkcvMCSFZsxf/rpErEM3P/Xl7Fg9rmK69+UMfzjz2txx5WzeJ19zRKTSeCT79bh4pln8shb0a6K7bzu3idxzaUXKq5bkwdNkBObU+cbr76iRcVqzqFDyD5cELK5kdIrsBMjuouA0t0Y2r8nEpM7K0rL0JQxIl4ud99enD9T+IT+6XmHzmkAACAASURBVBc/YcDIermqtH+PffcFPs5PRG7aSLx+buDf6cHLyMUL121D1tMLcGEkEVu4Hbc8lIMpSo5VWuEWPm733qPYl2OFSxMLgzkVy1euxpyJyZg2fgAMBmObjlpdsS4Hwwb1xqHDhdi1axfmzhjIXw9YveX75p01CPEJiXxftLbmvkdreMSqHivaulj9ZXexP9xXFKtMrk6ZMgV/+9vf/NP5Rbl6xx134Pc/duOBv83B0IkpyC09hn37T+CLx/fAU6PFc889h7i4OB6dysQqi1hds2YNnn766YBUAuxNi5U5dVj9h7CIL06tHLE6i4nVGkGsjuib6c/lFGmQFRYKYpVFoYpbdm4+iorLOYMGU/il+Vd9f6CwPrCYjRjULzPgctaKapgslqiI1bLiYnz5zTewWq38J6NLIm685Y5IzQNgxWePrgRuvgAXNYg8zcXz1/i+reL7xMenIe/BFfjeV3q/Cy7Cm7OUvEgrqE47PUQ+ruSP9+aVYtIISstwsrp30x/5YGK1PfQBq2uPtPr7af3eUqQlatEjLfJ0oMbwrahxIS3JiBp74HSpxpQhPzY3vwL55S6cMaA+LUyke6M9tU/aXsavj31Dc3AFPfergoEB/JZuyMfAdDP6ZbXua+z+PCv2HK/F3HFpzWpjnzQL3vp2P6ZQxGqzOLa3kyPd9/Se2N56NHr1Ze9x3aVitbCABzz4xarscfSuDOTlsYjVoZIcqfWy7cCMMSFTAcwUI1ZFseqbNs7E6u2XnylETPqiHUVDd/eTL+Evf741mtVvclnh2v3Mv9bgfiZWea5ZITJVnBIvilX+XCPafv8zi3HRvPMQH62I1dzDmDNZkKiChPSlApg8lDPheVRFOmI6A3/aBlG2SlId+IQlO++LlUysjhIzIfDG3/bo87jyovmK63+8CWN4BRer57JZ/vVSnptfFT79fi0uPGe8rzfq+4Ptvu4+QaxGi21jBlVj6+ytrYJu+09469sNGHzZDbDExkclNUSwOrO63clSKwgjgktpjtZnrT/6dh0unXWmL+q5YaoIllLi02/X4iIWKey7BwLGlNeLJcvXYcHZ4n4vHl/8L5x79nRFwrgpY0TaTiZX5/rk6ieNlqtWfL5oGzIW9cDaRVZcumgE0nnhuXjxum3I9AtR8fFIHH5oJcTQgb4LLvTJWLZffD4JN4rncbFajqvemQohtlbcQpXPZK2wj0V0/bChDOwaV+V/jofZn9XjpmPln3oEHZpPv/trg+cfunZSY4YxP/adj1bDW52HWlUSYBkEr0qDbeu+xWWTdfyLMv5lGUuZyVLAuFl+XiH/bn0qTDYDXEyryVKluH1f4njgdXuh1mqgNyfggitu8Ac9NrqSkhP27stG7hEr6lwa1NTU+H/YovJjh2di/BkjsDe7EL9tP4Tu3bvz6OySkhIUFhbCUVeGWWeNw+mnDY9KWgD5WG5suzQsYtUsitU2nGP1510n/MDEBZHYv5MmTcJ9993H5ScTpUySsghWFnk6+fyBuG7RSGgMDuwryMX23IMo3KLFb28UY9CgQXj44YdRVycs3sQiVjds2MCFq5iPVXjxEQZWWxar545LhqvGiaMFBRjRr7t/ylGkwXCiqBgZLBVAXb1YFV+0xRdekYHvtdz/Rhip7HImVs3REavsWq++/hpOnDgBGBMw7+yzMHKEgoWr2NSAN4CHHh+BhhM15dMApI8bOUUgEox2vl8+ruSP9x0msXoyu7i9idWs1HqJtub3Ipw1Kg0lvmieaHGsqXMhNcmIyrroiVWTXoN1u4swYXAXfzUj3RvtqX1S9ozfRNPmaHWHv5y39/cJ4PfF2jxcMaNX1Ps/UsVZX361Jg8LxmdFOjTs/r7pFvyTidXhlAqgWSDb2cmR7nt6T2xnHRrF6rL344wukojVQvZ3eSZOVPgiVmWPo3hpHM47jFkThRyr9QszCbk1D54VWqyes86XY1WSioKd//J/1+G2y87wz1oTPg8IpuyeJ1/CHf/XNsRquHY/+85q3H/dRF9+WF+EJ49Q9eLF99firqvH8/YxiSBuodrOtCdr/ZOL38TMGdOjJv9yc/OgUrNKCblSWX025ghf4IoSWIwiFvPBitPnBRni+6zKol09Qk5dYSEj4fGE3oXwqlTgH/g1aqzfuBZzz52puP5MNDR2DK/8ZS2KCo/xRZUbuy285OSI1cbWubeqBk8YDsDt0iNv1GyUDDsLBmPDaEC1ow5QqeDRNT2qjtVNFKu+rBD1+WsBfPTtWlwqSlPpQOYjio0tLz5jQnsmE9r1m5A3WYiaWrJ8LeafVZ9T+Yb7n4LSvmjKGJGPiw0/LsfNN13Mn96R04iZbIXbces3CXjtTz2w6V9vY83p1+Pu4ayUXLz4p23IemoBLuBRqdLH8n3g5/4n7UK8xiJed/yMGcsS8d5jgqQ9/t0XWPhlGc7+P7FsJeWvRO78C/HayFzc+vAW9GDndt2OWx8ux1X/mooxQW6MtBQT/u+F+tli/7jnHOSX+BYZV3gjsbVxnvvHD5g7yoWeg8bjyXf2YfzEifj0kyX45Lkp6JJk4ikh2ExvNguZpZngQtXr4ekz2axkF5sBzlJDOB2+GeEe/9pFLL/v4cNHcKK8Gpdfdxt3Pc1NL/DDL7tw66UTUOMASiqBY6UOFBcXo7S0lKf7zM7Oxvz58zFn2kikxAH5ZUBuYQ0KCgpQVFSEn1f+gCcevD4qdZGPZYXY/YcJYlWHlVvLkNG5DYvVH7Yc43lBpNGqTKz269cPL7zwAofPBkaXLl1w6623cthzbh6OIfOMgFON4/nlyLYdRE2+DtueqeVvsq+++iqMRiM/LyYmBt999x3ee+89n5UXXnrYPmbGzxlV/8GprUWszjwjGa4qB44U5OO0fln+b8YjDYbiEyUSser/rrTBm7n0rzTJ96ZhixfEqhlGY/NSAZwoBzb8DmzNsaJ/Fzv2Ha6DQa/CgCwzeqfrMLRvmEgn9i3Tm8CDi4KL1cBpANJpAY2YIhAJcgfYLx9X8sf7j5S1i2jJDtAVQZvQ3sSqdJrkL9vzcf74LJyIslit9onVqiiK1RijBit+O4opI+qjHCPdG+2pfdLBxfhN1v8U9Vvm1T+GBPD75JdDuGH2gKj3f6SKs778748HcMmUXpEODbu/X3oMF6uThwvxEfJt284dQZ+31q8PCYi/G62YOmZys+pDJ7cOgUj3Pb0ntk4/tMWryMXqscJ8jOyX5Rer8sfRbENeXh52HLD6c3VKDUru0cbNCknvWp/iSVxQSYjqFD4bFR7Z3GbEarh286n1fAq9IITrhbMPkz+/p7i4kyBfxY1HuqpZ3jw1Ysw6JMZo4Cjbh96DxygWk5H6OCc3F3OnDA9YkOrBd49jYO/OkgW3AnPc8ipKRCy7htg9QioAIYI1J3svHl44mIs9JoZttdX4bMkX6DdsnOL6N2UMM1lTXV0FlvuzsRvL/xmthcEac20mmurqauCSpLsLd77G40TWhs/RfcvXQHomjg6dhaLTZwdE8MUf+g0pW5fD2nMkioaf3eSIOiZW/3LVub6cu/7RyaUpi08Vxap0fPOjfCkk2Jj47Pt1uOgcFoEubMIwFx6x37/8cR3mnXWG//GNDzytWKw2ZYxI2e7dthWXXjCNP/Xv/3yNEeMnKO66AJnKhOiWHljBI0IbI1bDHStWhR2zEsszTvcJV6Xlhxe68oaKcrUpUpWVtWr9Phw6XIypp6fAW1OAFz6rgMcQD71eh6EZHvzjkTkoLi5BTU01HA4hry4LTqytrUNhYYF//SGbzc6DD1naTJfLyb98EtNuWqtqMWLsVKR3z+JpGln+0+Zsy1cfwOxpo1BtBwpLqngkan5+Pv93x44d/Lp9+/bFwoUL0TlBj6NFVThy5AjYa/+xY8f4cQ/feQni4hOanRague/R7DsyXYweK7eUIaNTGxarX64+wPuMiVWenNn3YzAY8Mknn/Ap4uzNMCEhAVdccQU/dsCZqRh+kwk7Py5H/o46DH1Ah8INbmR/XAuWde3ue+9FZlYPLk4TExPx/PPPY9OmTXyAMZvPfphYZdv8SX39Y6atidVzxqXAVW1vtFgtKS5Ft9SUgFQA9S+24guvmF1c+idJ5Nun3FoNo6V5YpVJ1c/XAxUVVlQcWAunug66Tv1gVMfx/p40TI355whTZYJv8jB96VGRQ/jrpw9Ebm9HPiLSh8gDJFZPave3N7EqnSa5YvNRXDS1Nwp90TyNBfnR59tx2YUjGpzWEmI13qzF12tyMGNUfdqLSPdGsPaN7tW4D7hi4347VJ/AvyXaJ4XIxSo+b2x3RDz+b3vODOD3wfJ9uO2CYU3u/4gXDHEA68u3l+3GlWf3b2oR/Lz+6TF4M4xY3b5zB64+X9k0rhEzr8H7byxuVn3o5NYhEOm+p/fE1umHtngV9n7crXOcv2pHC4WABzFiVf44mm04fOQwZk0Y4hNuPkHomzp+4+O7EJOuLLL+x++XYtsnV+OZd37FfddOapCblNX5rsdfxO233hLN6je5rHDtfvadX9FjgBCF55uJ7peVOXvWoceAepHkPwZAzp416DFQiGbVqACzQYV4ox2luesQH6uHMT4VsfEJMJnMTa63eCITq/OmjhAig/lHLg8efDcfA/t0luTLleRXFady+9MC1MsxMRcun+rL1BITq1cP4XLYbrdhw/q1sLm8SOicpbj+TRnD7LMzWwyJRcE1dvvsm12NPcV//CXnDVeUEzTYBVid2ed/Ni1a3B5/dRUevmU8nnp9bch/nx9Tg+6/fozYTol4B2MxZOHlMLrt6Lb5a5j2b8ThyZfDmjYQap2w8FSDNHsKWvvTqnX4y1WzBA3q61u/IGW5SdmCYDPrp/FLo1J9Qx+ff78WC84+kzt2FnkuL4uL1RnC/cA2JlavvvgCRQK+KWNEvM6+bdtw6YU+qfr+1xg+XmiHsi0PL12/EssDDu6FJ9+egjFg+7Yh88n5vohV6eNw+1hh8v3iBaxY8sQSHJ7zJ9w1XGn54a4bvJXpncw4XlyrDIHsqAefW4qUlK4oLimE3eFGnSsGKp0RapUKpUV52PjxDVB5nSgpKYaNSVOHsKhZVXU1ThSf4PctE5k2m43LViZW+f3Mo1wdqKyxY+ioSejeoxeP0DabY/gXBk3ZiotLkX2kHBp9PJe4TJCyVABVVVX8h/3O0gGUlZWha9eu6NWrV0AqABatyqJs2TFqbx0unT8dI08b0eQvMFgbmvUezdZ/UgFaiwE/by1tH2I1WMc98sgjGDyYJWz3onPnzpg9ezY/TK1WYeSl6eg9JQlGdwyOHi7A2lePwl7l4sc+9dRTyMzM5IMm1mzC1RdfgnJH/UJO0mu1ZbE6aXQSnFYbCosLMbJfJvLLlH1DWFtp5WK1YSoAoeXSb239qzcGTCIIfRuVllfxG5lFrDY1RPyLjXXILnTBmrcD1sI8DB3YDZWe3rhpQSqyj5TiXx/8iDf+emXYezl/+VLctLUH3nxwGAKz6Vnx1TNf4uisa3HbMAA7V2HOP6245rG5mNflMF65ZTsy+O9NeanoWOfIx5X88bGiCopYPYld3t7EakpijJ/WT1sOY+G5g1BgDf66Gw7r2x/vwG+bt2J4/+G49YbAZPfVdU6kJhpRZVO+qBcrz6FxAyyXsw3IK7Ti7WcW+KuQZNHi4xV7Me30+nzSke6N5rQvXNub0r7GDFFW/iTbm405RdGxz+w9J4Dfh8v34P4rRzfo/1++XYpnnn4EN910OxZc9Sdedm72Ptxw0QwMPeNMPP7sPxET2zRBzcpiffn3T7bg8rMHKqp3qING9IzHP/63F2cODp6rdX/eUVx99jC8fE1D+a/kwmPuj37UsJLr0jHhCUS67+k98dQdQez9uHNS/Xtc/olCnNYvEwXlwt/l8sfRJFVw/CjOZWKV/wHvmxLu+/2mRorVrZ8sxDPvrML9107iC1kJiyrVb0ys3nzjTdGsfpPLCtduJlZ7DmALJdUXL7REhZw/BHkqykgfKv7ZJ2fPWvQYMB5qNWDQqpBo8cCWvxYqjx2jRp+OnHwroDHzqads9mRztqNH8jB3av17BKvdg+8cw6A+XerTMPgkKq+jT8CKAYdC9/hmWUoiWVm7juTuw4NXDeZiZMOG1Tw6re+AwShif+QorH+0x3BO7mH87eXXsPiFp6HWaBqIxk+WbkZyNxbB6xvKXhVYNkgmAzev/wUjxkz158plY5OnQgCwZ+vPuO2qEbDExEIvW/W+qf3DZFLXRGPATFZ5WUzEGg5uQ5ef/wutFyjoPQaxJYehsxbj9+k3ojq+M7QaLbQ6fZOFz5q1G9A5mX1hI13sRIjCZgHZhVZ52itxlNenmOiaqPVHuMrFa/1n/PrWLf/lF1x6wXzEJyTBaDSFRdjUMXJgxzZcefEMXvbb/16GoWfUS9Wio0cwZ/oIbNofZoHknaswe1sPfHNN/d/lv/37XWwYeS1uH2bFV09/iSOz2e/C5/zZb1pxHfts3/UwXr55O7rz34WmsfM+Tp2Pv5+TIBz7TSLeeiiIO/CXqbR86bUaXrepYzPYeQdyirB83RGMHhAjLObuBWqrq7BkdRVSkpPgctgxY6QZD940FUePHkN1dSUcDiGQsKqyEqVlpXC6XLA7HLDV1nKxKqQMcHHRWl3nQL/hZyKzR2+YLTHQG4z+meRNaceBw3U8sDEtxYw+XcAjVosr2VT/+lQALJCOLS7/0ksvoW+6macCOFYKHC6q4VGtLE1kRYUQeLJy5Uq89PRtMJrMTXZPzX2PZsz18Uas225FRmcLVHMn9Glwv0lhNfP9QxF3IYtN4CZGrAYroGfPnnjxxRe5sWZG+7bbbsOePXv8h+rNWmj1atRKPryzN8Jly5bxc9i2Y/l32PDVl6h0urCn1g679F24jUesimK1gP0B11+5WK2rtCI9iFgV36BtdodkJVAx6buX/xEhrEQpTJ0Rcv8I7/TxcRbOs7S8EiqdqVli9bmlVVg4yQy3sw5P/u0rvPTYxXj10yIsPK8LDh44hA/fX4I33nwk4pjicnWZkEOKbb3Pn4+/nS28cM75Z47w5OiemP6b1S9Tf3vvXTz1m+TYiFfpuAfIx5X8MX2IPLl9357F6g8bsnHTvBE4VhZarB7atws/LvsIN9/3Vz/otz/ezqUqjNyDAjYrPn/3bv/+porHp19ZyaeWsDdyaXms4JRYLd77ZifOGdfbf51I90ao9o3qWf/BW8no2ZxTHXBYU9un5FrsGC5WK59Terji4x7fNy+A37//tx2P3zCxQf+v/vp9fP39Cqz6YSkuuf4WZKRmouL4cYyecQ7+89YrgFqDx196q8lylfXls/9ei2vmNE14ig2OKFb37Q4fsWoHKmzAjrzDuOP+RXhj8UuKWdKBJ49ApPue3hNPXt+c7Cuz9+NOErFaUOT7u9wnVuWPo1nfguNHMGvCMH+eTv/HGK8XNz2xu1ERq5s/vhp/fedX3HvtRMnnAN90cwD3PPEibmozYjV0u1mO1Z4DfWLVv5CS8NmFRaz69/kmRYvMmHTtOXA8dBoV4swqqCt3oyh3Gy655CIuHnbvOQiXsTOXC00NHhH7/mheLuZPH+mLIBQk4QPvHsOg3kJkh5hPNUAAS9IA+AWrRIB7fFPEC44cxD2XD8SeP3Zh5/atvP7ss92e/YcU1z+aYzgv7wj+++GHfJHkpxY9wFPGySXop36xKkRV+kWyF9i8QRCrTF6I+5hYZTGme7f+jJsuGYg4BSJQ6X33xOIVeOXhc/yzV0Odx/pIYy1C4ptPIqa2DJ7EBPw27344zQk8SlWnq09lqPTa0uPWrd2A265kqQD8qVV9vwtfErzy0So4DL4visUvVfyMVJxXr9h9PGJVTCPBSuLjhKfLUGHpj+twvi9ilR1zy0NPc7GqhGdTx8jYfvWLwYbisjGMWN3873exnktUydk7V+G8bT3wNZOt7Pc3Az/nizKVnfvEb0Af5gSYTAWTnj9hJS8qCdeK0rVwJ+58fCsOipcYPU0om20hyw8lU1tWrL7/2QYkxhsxcVR3aLRaLvLZlyqL310Dty4NRoMeB3/fhO3L7uD+i02ndzhdcLucsForUF5eDpZDlb1G1NVUw+4QolfZsdbqOvQdNg5ZPfvyL5QMRlOTI1VFlH8crOCRqv/P3nXARXG074fe4cDesWPHrrFhiRKNij2aYkkxtqhJLEk0IeVL1MS/JGosMUpM0cSGNXaxYQcUsYKAFFFAjl6P+/9mdu9u79i73b07FMzt9xnubmfeeeedd2Z2nn3mnbp166JlQ1m5UAAENCWxViMiIjB+/Hj06dMHtb0cy4UCIOFAyUX+fv3Z25SN7+BgXExjU+do0nfsPBwRRoFV56oJrBJjTp06Ff3796exUu/du4fFixcbHLuGDx+O2bNnU9oxcaTARQvxKnkYKi1DfkkZ/s3KQQEHXK0KjNVHj1PQuVVj0YxVAqzWrU0Yq9yAb6zZlEBhcTFaNOHfOqTFZmWz3Lgdh7z8QlT3ckduXoHpwOr2HEx52QFJyZnY9Nc/WLdsDjbvvY/7t1Mhjw9B0ZP72Lx7nzFzlCWPBAvo+pXud95F5NEZqDl2k7qULstu49BMDSClXfxhfOz+LZpHnMH0puTzXrySvQ4Dwf1dSGFuPqG0L9Z9vcBq7E8Y2vE2PqK25Fz6fn8GZiG6chmrB87dxdzxXZGQXqK39P/NnAR5oRzvfPQlWrbpKkpL8laVYaxK34Y2btoK7Ni8sFw5dWS2WLf7Kl7t3VJ9T6hviKmfqArpJDKlfmLKI/L7xb0nJqmkNEtT52nZb8Ouy1gxZ1C59k+JjUL1+s1waMtq/PlPMAW7N277Fx2790NRQT6mje2HDp1fwsKvfpRUvioxacsl605g+phuRuVXZRIEViOjEBQcLLoMQ8Aqedl3sSO7w4JK5NlZQV4WHvTk2aEhWgWehKQc1WJDdduL3d0hVu6LtQtEqN/zzol03P0IV9UmewfbdMdmseY0OZ2UudXkwv5TAnSB1ZTHKeji0xgpKsaqzndzGocCq72Z0+WZOJssk1EJzPhaOrD63ebTWDS1Lz0Aid1srj4V6+OvV1YuYFVPvb/bfIYyVsnFZQ0xrFQSCoBzT0UWITskbp9D8za9aQgAmV0Wbl/8GyNeHUrP8bh16zbu3Y+FV2NfuLvLYGdvb1IzJsTFYYwKWGWZmQRYbUsZq8zhQ+w575xwAYTQwokHywKtBCgjKBrJY2OtRGbqA7z5ci3s3rUNw4Yap785fXjOvIV4qSMT2zwsIrac3Vau+Bp7Dt1gGKsqHya1Z1m6BFj1pcAqw2BlfifAoRK3w80PrBKmXi0Pe+0dnDytbaUogde5EDgd2ArrtKcosrFD/IQPkNHxZbMAUOdUwCrHiemZ7uz31dtOU2BVBTiTmML0EDOShB5uBjTzuIPRg8lhdOwbBhJ0gsQQZusTciwMIwapQgEoMfOzb0UDq+b0EZM60384c35BMT4I3I/PZvREjWquFFgk4CoZQyJuPsTGbZHo1KUd7l6PwLRRrTB5TE88fJhIMbCyslJkZGQiOzubAqsE7CQxVkmoTBKL9WlWHpq27YbGzXzMBqqSpoqITqPM2vr166N5fXfkFwPJT7LpgVTkrCTCSCVg6fXr1zFu3Dj07dsXtTwd8DA1G4mJieoYqypgNT09HV99OlXUywB9rqLry1JdivQ1exnLWK1eRYBVKwcvKIs0DERSacKiXLhwIXx9fVGvXj2sX78ef/31F689fHx86H2CgpNGWLJkCW24Rc1rwbZYCZSUISqvEPuyNCyhygys+nX3QnFmISQDqzlZqFurmjawyhm0yRuLFk3LA6t8oCpxpKjbD2BlbY2Mp1lwcXaEnZOrSYzVzXtTcf/2fcjl8bAticLqlStwLfox/ljzEwjp+/XXx2Fgb3r0n+WqQAtIXkRSUBUSFo36FnmWxZ+YZi0PrMZgw6BWWIqe6HK5DQdY1fe7mFLMk0YXWN0begsfTuyBOD3AakF+LgLnjKeFF1mVIGjTMVGKEGCwrpcjsgukA6v6Cqgrs8XaHZcw0k+zfVyob/DVr3tT42KyXYrVxFvSVz9zyCb1J/L94pgt+Oa8Pkueq2W/1X9fQNC8IXrbPz3tEc4f/B2HdgQjD27Y+M8JyhA6dvAP/LnhJwTvu2yUeqQtF605ijkTehqVX5VJCFg1RfjyoNVYNG+ORgQBTSMaY98UDVPiw4NyoLMfswODbDM+EoIfoPluSvnl85oCjpqS17y1MIc0oX5fDliVPCeaQ0tDMixza0VZuBywmpqCLoTwoAJWdb6bU4+UpIcY2qe95sAj1fZ9wj6TCKxepozVUCycQmKsqmJ4agCZBZUIWDVU72Wb2VAAxNBsXEkCUhJAKfbWWTRt3UcN4NG2YG2WcPc8WrXrDS+XUsSF70LLJnXRu1cvxMXHIyoqClFRN9F98AS4yzyNZkap2j7+QSzGDO7CIuHMn8Wbk9COxFiloKImvqqK76PeMcgKYXYNMvAr+UhCGDjaWaEoKwEO2ZfQoJ7x+qeY0YefPEnDylWr6brzk49m0RiNtraag29s7Wxx4PhdCqxSkJBtM9XLgqsEWO02gAENy1TgIQOy3g4/USGM1R8/G2IQWLUpyEHNA7/A8fxRKOTZuDfyfTgkx0F2dBvSPvo/yH0HUYDLlJARBFid88ZQxj8pEkoDpapDXKzZfhqF9q05QHN5Rq+Pxx16OJXah9QMbsbv9x6/gBGD2GciJTBriQRg1Yw+Ys4x8b8iK/1pLtb9fgE3bsdjzJBW6N6pCRrWr0UZpY/Tc3AkNBp/7TwNhSIPKClBvTrVEPT5RHRtVw+xsbFQKMrw9GkGsnNyUFpcSkNkFhYVIjs7C0+eZqNZBYCqpG0qJbBq4hzNBVbrVxVg1bHxJBQlH4KymOwB1Vxk9P1hMQAAIABJREFU0Jo2bRpGjx5N3yqeO3cO69atw927d2miatWq4fXXX6eHWxGEnlCLly9fTj+3q+aM2U1rAXmlQKEC8sJSLEp+ohZemYHVft2roSSzAOQks26tJTBWKbDqhfz88jFZyeRcWFSCliyw+lSeo3di8fRwo3a6cfsB6tWuhriHqXiSkYVatWvBxdUZdra2Ro1tBEQlwbTz713DqxPGYaCfBUQ1ypAmZtL1q3LftWKsEvBuGrCBsE91C2aBPRYL0bBYdRmrXPbqt2i+rA2WLmbYr2/tLMEPg8knJg+mAlujx+LS8RZYq2a9mljhSpR99veHymmzZgGzHUh16Q8FoI/FWzHsXrG6chmru05EYd6E7ohJ5Q/Svuf31UAJcDoshJ6ePm3el2jfRTiwfUGRAnW8HCHP08+EvX8nCs192Hh0Itq8npcjNuy5gjEDNXmE+oZQ/UQUy5tETP2MlU3yEfmDn8w1RQRv3kUPpmvZL+jPM1g5179c+69e9iliHkRh9offon7DJkhPjMbSWRNh41EPny1bj7Urv0anTp3x+nsfI/ibj9RlTVnCbKX/+e9z5cqfOUHjN6Qtl6w7inmv9zWpjhUKrC5bjUWLOcDq4+v48FfgYzZeOGWw1umM+Guq30jc8FDgbU2ccHQDjqeQGOONcOnb3diSxFRXHQ5HxXodKcOWvcx2uUHTuaxYrnn4wFEOm7XbQAr6Er2212HC7dAwPI9kGHT5Abu97sUIryPU77WBVUNzosq+ZEwejq3k69T9ePKjv3qO485/2js/9OfRzItDcZS8ZDM455rUBf5TmcXOcdxQAOQgjO4cYFX3uzkN+CgpAdfvZ7PH3WtTNOMSPRB2Q8OXFip3pexvnO+8UA3UqdKrtqVnJF+rPIxVA/UmgFGpogxKEoiSIFIscKraPk/xKcrwJBfzXytrKzjZ2aK6pzPcbTKhyH+CCePHIS09HZcvXaJAxJWr4XhrzhK4e3gKxp8UsnV8bAzGDO7KAl4MWPbJ5mS0bcEcXqViGKoBMaoq2cZNz7nShH5gGYr0VGpbK7g5AVbyKBRk3MWE8WON1t+cPkzYaYTxu/HXrViyaC5lv9k7OKhNRA52IoxVL8pYZRmp7JZ1AqReu3gSHbr1Z9m6NMKoOsbqnQoAVoUYqzYF2aiz5Rs4XDsPRWYmMl4ejfBhc2h4A+8/voNH5BkkzQ9CfvNOJoWMIKEAZr3xilZYDo3HAmu3nUa+XRuGpU7cgmWpEp8hzGYCUrf2vI0ALrBKGa/sIVZQYt/xMIwYqGJwKzFbArBqTh8R6i+W++UtQMZlBY2DWkAPnyJ9isQ/VR0qRfpdUWE+CvLzkZWZjqcJURg2bBi8vGRISUml5EJyQBRhpxaTGKsFhTQ0QGpaBhq37oImzVtRUoM5tv9ztT99IRYuLi5qxiqJsZqankN3k6vip5JwAJGRkTQUgIqxmvg4h4YxILvZkpKSqP7kMgdj1dQ5moYC8HRCWHgmqgyw6tz4bVhVb4P8qP9BWVg+qHGLFi0wefJkDB48mAbFJcg7oTN7eHjQOBGXLl2ibNYTJ5iDIVrVccXSXt5wzyuDVVYJBVdjswrwQXyquv0rM7Dq16MaSp4WIOnxI3Rr5S06FEA+y1jNyy/gHae4wKrWQxXZOsA8n7AX8+HGrTjKcCXhAEiM1ajbcWjevDGcnZ2MOgXRMnhWDgvo+pXu90QusEq2O04H1h7/AI0Nqq9vy78uyDocW1ULTS3WD7OovKUOMfCiMnDKMPv7w2pLrllAFtzWWpatLMAqecIXo2sNzuFV/xy7jjnjuyH2UR6vt3w/bwpmf7sGP3+3AI8SH8CzWk18tvJ3wY5RWFxGgdXMXP7YrbnZWQjo2wI//LIbvl3ZE4MFpBJ5v+69hvEva4I5CfUNffUb5CvtVLzjkY+1tDNUP1Nlk4KI/FeyPxG0s9QEC26/pWW/738/jR8+GKzV/skJsVi1aCbdfRJyOATL1u9CM5+2eBR+Cr9uXIbIyHj4jQzA7E+YGLAPY+/hzI5f6ec3FjO/tW8iK+eLNx5oXsSStvx8wwkseLOf1Cpopfdt4oG1Bg6vunMnilc+OTdEfak+O8rRw7cPlgWtxsRRo7Bt2x4s5gKr4AKn5HMk6n/qiyT61w9dtYDXBPw48wQSVPHEtbQg9+Lw0s9+6EpiipFt/iRmGGHCknhhG4DP6T3di6RlD3tg3fdK8GaEdWQPieCAuoz8xgjTKkc7r0mGf86Zhfq91DnxxFw7/DuMvDTkgrAscMo7/wGG8mjmRa6hjA2z85yNXamKFzfH1eTMcYnsc/kj9lBZ3e/mrF4SZay20wBxBDBkWWnxQ3uiYf2aoos7fPMsrk7eiU/f6U/zcMMKkM/08Kr3KsfhVYbqvYyNscosWlgQkq1QLI2j2odzSBKB6QAba0CeEo6Wjesh4eZhTBg3FjbW1jgfFoaEhARcuHABbbsOQPtOPWgsP1MPSoqNvY9xg7upwV2ytlq8ORntCLBK0FNyrgUL/qqYm7QKHMYiZaxS7ZWwsQJcnazgUJqKpOhDeHPSBC39w8LC0K7bQNH6m9uHmYNw8qEoVfDGWN2+9wruxmsTp8Q67vsTWos6bEmsvHcX/o7VX43FnM93IujzAMz7KkT9d80nQ/B0xecY8eQSStPT8bSWN5a0novxkwfA0dkZ1lbWqP3H17C/cQHJb30KZYd+RsekPHv+Ama9zgFWWRCdaXIl1m4/jXzbthRsVx3mVVbGgKb0r1KJttVuY+SgnjSequoFg6pvk4T7T4Rh+EAmFABJP2fpd5g4RtzhVeb2EbHtY0mnsQCJpUrAVfKaiPge92A4cq9MoYCiTAFy2FpGWipir5/GiBHDKbCZmJSERykpKCgopAdXZT7NQMqTDDRq0RFNm7dWb/83NZ400TYu7iGSHucANi7Izc1V/8vJyaEhAAhORw7KItid6iLfq1evDjc3NzRtyrC2vLy8aH8iYCrZgU7yk7wE77Mqy8PU10ehXfu2kg+MM3WOJn2OAKvnqxKwauNUHx4v/Ylix2wUxf+BkphDQFFOuf7l5OSEDh060KC4xBmI8ckWDtIA5KpfxwWvD/ZGgE8N2KUXwzqtCMgoBrJK8El0Eo5kVpFQACywmpiajO6tm4gGVgtyslCnlhcFQvmuwsJitGzWgN4iQCkz2JYHVb1kDGP1+q0HKCgsRn5+IXLyClBaypzI3aZNS9jalj/50TIgVg0L6PpVue9SgFWt2Ks98bU6rqoOS7Xc78RW+pituveqhl3Fa8ks5vhAVSKj8gCrRBthXXWB1Y9ffwn3k7UPZyKSIs6fwoXjBzDzi5W4fzcSa75hDqea/ekPaN7KMHs9v0hBQwHoY6zu+H091qxYgiEjJuDT/60V1RQNazhh9Y5LWsCgUN8gwKq++okqVE8iofqZIpvkJfIH53+hJcam73qjxCrOaBbfC66P1wZWt4Zi9cfDtNp/0/8WomnHzujYYwC2rFqOkJBgbNlzBk2atcY/q/+Hhj7N0eNlJjxEQsxdnPz7FwyY8C79O/WzH9Q6tmrkpu43txO0nw9IW37802EseMvPqDqpMgkBqxcjozB3QnnwNos8LxZmgQKshUDoHTmCggKxPmglBVbJb716dUOfPt219FNv9fdNwIf/yvB/UxpBDW4iFB+m+rJhAcqDoAxoyh7ioDqYoZZuOp58ag340mrHXiVsV3KIBNFz+t6nzKEQNEyBIbkmNcFzySzU7w0Bq3E/90X3xRcAcOc/lq3K1obZmaH7spDnpSOn9vx5AAjOuc/FhFW4UGlznJCvmNMQKUkJ8GdjjapBRJbCljBMOrB65a2d+OxdBlgljDcuGEOA1fcrCbBqqN7LNp9B09a9QY5O5zI/yVomJvoMmrZhdi2oYpmSuKROdlZQZF5HesI1uquvT5/eeBD7AA8ePMDFixdRrXYDdO49FG7uHpTFpWKFGduWsTH3MG4IE+9bRVhZ/GsS2raopX1wGAsMq9KpD63igKwEFHayt4KbXT7uX/4bjeqV19/OtRr6+48VrX9F+DBh0BGAhwv+qOxXXFyEvNwclBSX300pZGM7ewe4uLqZDHaryiEgMIk5yYRj4EbpBezTktF8xXS4xdxBLqxw+71AZPcdSUNDOJKDfWxtoSgpRo09a1BcmIenry1UH2IlVA/d++fPX8DMSa9oge/UD9iEa7efQY5NG6oiE3uXUVcVTkGhVMK3+i2MGNSLCe1B/68J7UGB1ZNheHUAC6wC+GDptxRYFXN4VUX4iFQbWdIDsfv+QvKpf1FakAcHr5pw824Ke3d3lBTmo+hpGgrSHqMoNRV1/EfDo4cf7l49hlGjRtMDqmLu30dmphwZT9ORnpmDek3boVnLtmYFVUkbhewPRW8/f7TzdkZtD+BxNhDzGDRmanJyMsuczcOZM2co0NqsWTN0796dkiJjYmIwffp09OzZk+Yn7wj48hKQ9f6dCHz75UdwcHSWxBaXiqXx+Z2dlxPCrmWiXrUqEmOVVMKuem+49AxCqawUCudUlD09B0XqNSgfP0BZejqU8nz2SYCpso29NdzrOKF+M3e0blcNfbvXQddGMjhnlcIhvRg2j4tgk1oI5eMirAhLwM+xmjAAJH/lZqxWR8nTfCQ+SkH3NtJCARgCVglIqgoFoHIcXZYq90GASaN5a0q+7T50Hi1aNqUn0Zn68GEZNJ+PBXT9qtx3rVAABpijZIG3ohUuUTarwPZ/C7Cq09jkPbQ2U1WVoHIBq0Qrw7rqAqtzJ/RAQlp51vzaLz7EyLdnon5D5tCzhe+MQGFBHpr5tMcHS1cZ7AwEGCSsxCw9oQDmTB6OPgOHYs3yJfj7aATq1Gso2LlqeNjjlz1XtIFVnTFXt28QYFVf/QQLNJBAX/36thE+YZVP7Jlo7Z0fRP7LJctMUZE374LLr2rZ74ffT9NQANz2P7FrI6rXaYQmbbritw0rEXUlCrdvnUetOvUxff5SDBo2lsomoOqJbRsxcOJ7aNRMc6AYt2CfBq64k1getCdtuXTdMXxcwYzVixfPYu7kkfhxake9tvQLDKUs3KD1QWpgVc6SdZYFckIBEAksK3Vi5ziE1Q5gTsIlgGlEY3yOEyx7lFpHm11K0hz0xAYaRoB7z1RgVQ8LlQVxVUDrCwesCvR7LWCV9xBGQy8JVa4iBKyqXkZyXUsnj6g51+zd/D8gUPwcJ/T8ZE5jJSUl4JVe7elzOBObko3BqAQevqofWD046Svm6V21TZ6wI5VlLCNSG0yiaQgzitDiiPwyJdp1IGU+v8tQvUmM1WZt+jD1Y+2hqlHMTQK6EsYqw+CzYuOSejoDxY/PQ1GYCRdnJ8pSdXd3pweokDM+atRvgBYt28PdQwZHJ7K4Vx3/Y5wNYu7fxXh/5iUaNSuARb8moV1LBlgl/1QHEanaVh0KgEVXyR8SAsDe1goeTgCyb6IsN6Gc/h4yL5Q41UCnjt1E62+MD587T14e8V8cOE+dgPtbl87Gh30joQRIzFbyV+olVWfX3Kfw/+srWCUlIK1ZO6R/sha21WrTbdgqHVRbtEsVpdRP7OzsjdQtDDMnDVX3Uaa/MjUkfr3u7zPIsmrLHl5FwiMwLFXGb5hQAJ1qROPVQb0YX2ef1FkB9MXDgRNhGDaA3cGlVOKDzxnGqihgVWBOlNoWlvTGWeDs/DfgVpADO/8JqN/Pn4L7pC9E/bgUAzq1R05sDP48chwDV/0Oj1q1kZmRhiex19Dfrx+uXQtHekYGYuMT0apTHzT0bmZ2UJXUat+RcEp4bNWqFRp4WSE1C3gQ/5CCpmRrPwkDQA7RysvLo795e3vTHWwkHAC5/9FHH6nz29lY8eaVy+Wws7PD8sAZdFcBedkh9pKKpfHJtfNyRti1p6hblYBVUhFrl4Zw7LIYVj6doHR7DHikwsr9MWzc02Dvlgln22y4OxWhhjtQz9MOdRxsUdfWFrWsbFGj1BqeBYBbtgKOGSWwf1yEOxHpWLr7Ds4lkaORtK9KDaz2rI6SjHw8fJSCHhKB1do1vbQPr+JUO7+gCD5ajFVmoGYeIlRBs5XwkrlrBXNSsVqJKAKsNm/exKRDrMR2Bku6irGArl/pftdeRAKUkbObxD3VCQdAFnkHRzLx4yiLJloEY1Wz3V9brqFFZ8XYobJKrXzAqn5L0YM9ONskd56Iwpzx3fEwTZs1n5GeisCFE1GvpiZQL9m6QoBVeaEc/7fuIGrUqqu3oPyiUtTxdERWfmm5NPdvR+FQyF8Y/9YMCvLNWfwt/Sx01XC3x6a9VzCWE2NVqG/oq59QWUL3DdVPKK+Y+0T+IKsfyyW18f1GTHZ1GkXkEq30i84P0rIfibG6/AP/cu1PGCtnt69HJmww9q3ZmDa6N1xcZVi99QCVR0DV43+tx6BJ7+sFVQ0pStoycIPpMVYFGasssKrShWGqAnJy/CL5q2KsRsYjOJgBVg1fTDiAs5BhItn+z1gDP34bgYQkGSaqt/DzAKsRjTnb/eWY9gUTi5UbMoAyTa81ZgFYXU10QViiy26c7axiparSq0INvLihAIT6vfCcyJ2/mNjje0ffxqGZzEsk5jI0x4nMI2rOldSlLYkFLKA7xwn5ijkNmpQYj1e4jFXV1nclkPjqS3pDARBg9bVXOvOqQuLYNWyoefGYnZ2D3SEhGP7qMBpf9I0PvsKHH+i8ADJnpUTIMlTv5RRY7asFMquB1ejTaNK6L6xgBWsrJWxtSFxSKzgU3sO9iGPw8+sHFxdXuvWfxvJLeYIhk5bi8rnd6NO7jyjASYT6uH/vDsb796BJVWDZwk1J6NCyFhNHlXMIGcVZSfxMFhljIgUwQBkBGVwdAdv8+3gYfbyc/o8fP8GCxZ9j1eZteLn/QNH6G+PDBKScP3kYS6lk2cIserrt0DlMGKqJ5ak6dIsAyEtX/oIB/fublXUqpg1IGlN07tenD41p6ejkRMFTLthOAU4WMScglzFAPGGsTp9IQoGxPsJymJhzzQiwehaZaMuwVNXb/9l4qyx7tVOtaIxQbfVXC2JeChAdD54Kw1CWsUraYq4EYNUYHxHbLpZ04i2wb9IgNBo3DfV6DaDxUO3s7ZESegCeD2+jvpMj/j59FjZd/dB11Ou0jxFfvX1xP/xfeQXh4eFISkzE1choBEx6H65u7lSGObb/c2uwn5BZ6tShwGrDalZ4JNcPrAYumkxfUtgQKj57XbrxRJ1fCFj97vP3RI9zKvlSsTS+1rGr5oywq1UQWFVVxtqzGWzaDYJN+1awbqCAtccT2LllwMEtG+6uBfByLUVNZyvUcbRBXTtb1LGxRU2lDaoVW8PqUSGuHE5CyP44nLn+RE2r1zVUpQdWn+bjYQoLrLKnjwp1xYLsLIgFVjUTvup0UK503Tfamnt7/j2P5i0swKpQW1Tm+7p+pfs9MTUL/ToyISNUl2a7I/MLc+hGDOeAjnfw1pZoNBcRCoAexLGFu3WSSLQAq+pJJjoFhcWKcm3A2GgvXsleh4FarVMxh1eJ8WHdE5NDTkVjxuiuSMrQ3vK14afPkC/Pxag3ZyA/Lwe2sIWTiyuWffgu5JCjczc/fPhJkN4i8wpLaSgAPmA16NvFNB9hqR7a8xdycrKw+wR/LExuAV5udvjtwDUE9G+j/lmob+irnxhbGUpjqH69WjEnxIu9zt8uH8uMyB/otFGsCNHpPgvtrWW/1dvD8O2MQeXanwhMjY/G/t9+wc0Hd9G6bQ9MX8CEJoiPuYNjf67Hy6+/D+9mPqLL1m3Lb349iTmvMdvejL18G7MxVtvxg/wXLwgzVn3nMYzV4O1BWP+jELAKpBxmwc/PCPuUua5s2YyvMBD7pzZif0nAjzNYNmlt8hP5zm7b79YEgy7L0ZAAq7WZdPSQq8tPSdQqBnCleXQvXZmkka7jwy+v4T5N2gSfr/MDtmzGNnJ4lb+M0fVRR6oX1fEymPAA/tJ81Nj2qah8Qv1e/JzIAqkkNnnHj8AcLfQOttExW2COE51HdSiWvjm3oqz035SrO8cJ+Yo5rZT0MJ4JBcCyHtWgnBJIGq4fWD0w8UtMHNpFS5WTp05h3759dOs7AZwWL1qElT+sQOfuveDo4IjzZ07gaa4C0+Z/jsUff2jOakiWZajey7cwjFVVGAAiXLVNOvbWGTRv25cyPR3syBZ6wM0mC9Fnt+Clvv64dTMShQUFNObgjahoDBg9H0pnb5w9sgbD/IdIXrDrq9i9O7cx4ZWebBxbhqdCgVWfWuoDrcj2bhWhRQWuUkDVisSEtYItYds6WMHZSo4HF4PRq5+2/jejozFz9nw0aNgYC775P4wa/qpo/Y3xYXKK/fzJQ9nDtdjwr2DIOQyw2lu9j13FlCb2mbbga0wcK44lKdlRBDKYovObE1+DMz2Iy9EoRqpQXYhu70/01zrgTO3LVsD6v88gQ9meYanSUABKKKjPaA736lL7JoZT4JRAsSzKzTLbiR8dPHkBQ/v3VKtCgVWRbWGMjwjV2XJfugX+mTAQg9f9Q0NsODk5o6wwH1E/LMKAdm0RlZSCLSdC8d76vymoSl4a2drZ4drx7RgxYiQiwsORmMQAq2Mnz4aru4ckpqdYbff+ew316tXTAlZjHsTTUCtxcXF0+z9hrJJ4qV9/9jbzkoVzwN2RU7fU+QmwypdXxVj97gsjgFWJWBpfvSljtbIDqyHn7qOMBvkxfFl5VYO1d23YNnSBXV0bONUC3DyUkDkr4a5UwiVfAasnxch9kIvEKDni7sgF5VpbWyGgT3N1wYKbPngSkDeiZr2sgMKiUvRfHAq/l2qgNCMP8Skp6NmmMR6JBFbzBYBVEnu1VXPmTXX6U20WLzfWKjNEa7YdkZpW8yQsVoAAqy0swKpZm/5ZC9P1K93vD3mA1Wet43+5PP2M1cpnFaJrTS9XtWL7z97BOyM6ISVTc8gUAVKXzJqAb9b8DWdXJn6z6tqxaTX27NgEJ2dX/LrnvN4KEmCQhALI5mGsznxjKH7+4xDNe3D3n/jfJzOxZusBdOrObBfUd8mcbfHXkUgM76MB84T6Bl/9zNEqhupnLvkD3OgZ5erLpsl8o0QrHmjCNnxxspuW/dbtvIjAdwdotT+3kOSEGFwKPYDRk+fRn+Pv38HRP9Zh8Bsz4N3cOFCVyCFtuWJrKGaMZVhCxl4dWGC1tx5g9QILrKIIhKOqFVeVsFVVh1iFRsYjZHsQNogAVo3VlT8fD1hq3gJeSGlC/d4yJ76QzS6qUrpznJCviBIqMlFiQjwi7maqI3IxbDYGSXx9zydIKIgBOeSIkOcUZUr6r5Rs+//ulBpYvXnzJk6Fnkbwli14593p8B82HDVrMqfVFRQUIDj4N3g3aYY+/QYhv7gMsxd8ii8+XSRSw4pJZqjebPXZGKtM+aqdd7Y21nBysIOHmz08rZ6gNC8V9vl34epghfZ+byE2MR2REZG4HxODJm37wNa9EdLlBUh9eAUBw4eZ7ZCkO7duwcnZScNOVQLnY2rApoQ5D4TvIqxHW1srODvYwt3FFtUdsnDv5lV44R4aVrdF15enICYxAzciI3Hv/n207tQbNeq3QEmpAsdOHsP40QGi9TfGh8+eu4B5bw6DkmXTqn0RSmw/dB4TXumlDXazgPfbCxlglYQsIHFKn+Vlis6TJ02sUJYtAVbfnUAYqyy5SfWJZaNu2HEWT8raMbGQy9jYqjQ2MnOAFXnZ0q0uAVZ7snYnmKtqgGCkHjrJYayCZayKbAtjfORZtu1/pay0O1Fwqt+IMlHJoXr3dvyKhoVP4aAsw0+7Q9DpnY/QpkdfuBA2qoMjZU+HHdqKsWPHITyCMFYf4lrkLYydMofGYDb1YD4+u4dIAFa//fzdcmMBN78YYFXqWCIVS+Oro201F1y4koE6Xk6wCujT3CB6aWIoGVG+zQdCnr6eiIws/tPrRQk1IVF1Dyf09dUw8gQh0mcMrPZ/qQZKjAFWc7JQu4b+UAC5eQVo1ZwwYDQuwWxTKc9apYG92YvrQHsPh1mAVRN8rzJkFZowLYvI59tKVRlYPRIWgzeHdcDjrBJqxPS0R9ix+SfcDY8AHIGg3w6rjRt6PATrly+lv5PLycYVa/44AhdX5iUO98orKGGA1QLmAD3V9dXC6bh3+wbmLyHMmz7YvmUtCIOVnDqv+k1fa7o52WDXsSgMeUmzXVeob+jWz1yeoq9+5pTv5/W3ucSp5fzvWCct+/26NwKfTOmtbn9DBRJQ9fDWtfB/a5ZJoCopg7Tlj3+F4e2R+mOfiqm8WGD1+t0ENgQAGwqAgqpydTgAElM1JMQCrIqxeWVII9TvLXNiZWil56PD8wRWHybEYUiv9swTOtkuzj6tk+fz+ctuwbVefS2jHP03BDd2TcXuY+GYNIwJLPL2O+9ALs/CqNFjEDB6PMt6Iy+jrNGxSw+09GmN7X9spmnvpJRg1kcL8G3g0udjbLZUQ/VeQUIBtFUdUKXh6pEQnI/jLqNdy6ZQJOxBxq39UDh6okCehrTUR2jQrDncmwzC+YgE1KzfGq16TYI8V4nCEiD85CqMGjHcbODf7ehoTBhGmIQM05BcISfCMXJAJ/WhYTQMLG1TevQQxcQIXTU/Ow0xV3Yj5vI+lDjw69+2TRuMGz8JijISa7MMH365HK+JPO2d6CI03vE1PgNSDmVCFqjxO/LBCn//ew7j/HuzNeGcCaUE3l70vIFV43R+FsBqdU839SkmGk+mXsMyUElLMP6hulSxa1WwhIoIpTmIiwtYaMM/R0JPiwa5jfGR5zpovKCFk0PhyhQKylgtTHuE2M3fo3ezxjhzPxb/3onD1OXr6RZ/J2cX9bk3FFgdN44yVknol6vXb2F8JQBWSYxVwjjVBUZVwGrr1q0pUz82LgGxsbE0XAthu2ZlZYEwVu3t7cEHzAo1vTmAVbtqLgir7MBqcnoOLt16JGR+s6I9AAAgAElEQVSPCrnfvXVd1KuhYVlVNmDVWMZqQU42atXw1BtjlQusZmRma9lWiLHqKWOYZhZgtUJc8pkKFZowLYvIZ9oc5QqrysDq8StxmDS4HdKymViohK2a8fgRFGUMIOrdrJW6vnm52UhLTea+50GNOvV4gdVcFljN0QFWTWkpFwdrhJyOxqCujdVihPqGbv1MKZ+btyLqpyu/X82d5dS1qfWOpCooHm/SSr/smK+W/f44HIUPJ/ZUt78h4T8vmYWhk2fDu7nGJyQpw0lM2nL97kt4w7+dsSJoPkFgNeIsgoNDRJfx7BmrolWzJORYQKjfW+bE/667PE9gNSE+Dv692jNgnJrRxgAthoDVXUev4fVXu9F09+/H4Pff/8Cdu3cpiDpgkD+6du2CrKdP8N2yFRg1KgBdu/fG0zwl8oqUmDl/Ln74H3P41fO6DNWbxlglwCobp5SQg0i0PkcHaxRmRKNaYSSSr/6Gpj7t4WBdgsfpWYi5exd2TrbIVtaBoloPdHn5PWQXO6OgiBzaRYDVIIweaT5g9VZ0NCYOIwxOFhRTAntOXsOI/p0ogMpEdmDOtSAhDSgHkdTDygpXT/yOW2f061/g0gYfffgx7B1dUKYoY3whcLlowIyULDTe8bU7AVZrViv/0lvIR/49cVKSbkLypNw3RednAay+PX4IWx0GoGZenDCo9b4TYRiuip/KOdRKtZuUpD94khxOxWz152PQPUvG6oUIG3XT0GBU6h08cnXsee6uHnJ/+QztHWxS2va/lFbFyL+6agncU+JRmJ+Pf6Lv4s2ffkeNeg0osMqNA0yA1XFjxyEiIhwJBFiNjMb4qR9UGGN1z6GrqF+/vmAoAH3AKje/Icbq8wRWqwRjlXSKGw/SEJOU+Uz7R/P6nmjXtIZWmZUOWO1VA4r0PMSlpOAlCaEA8kQxVplQABxCqvqNKvM7D1OV89veIxcoY9XJ0V5UAOSURzmsrdm4f+xgW6u6E6rVqP5M295SGGMBXb/S/Z5gCQXwXF2lqgGrtTihAEIjEjFuYCsaq82cV05+MY2xmlPIBpszg3BHOyscPHcXfpx4wkJ9oyrVj2siYr8+NfeYwWraIlae6Khlv39O3sGssV3M3v5CipO23LI/HOMHGB9OgJTRvrEHft53G/pCAQjpYblfNS0g1O8tc2LVbFdzaE3mY+4cJ+Qr5ihTJSM+Lg5DSIxVdnswfUZngZf5y/kZq9d3TsWuo1fxxvDuFJAtKS1DaZkVUlIf49uvAxF14zqOnQrD9WvnoVQo0LZ9ByhsPZBdUMYAq3Nn46cV35qzGpJlGao3BVbb9aV7owl7ksRTdbSzhpdzCR4/vIF7d2+jU81kyMoSkJl4GwnpJSguVSK3oBDWrnXQbvgKlLr6ICdfiRLCGFUqEXEyCGPMCKyS8AsTXyXAKhv/lTJWryFAxVhVxYVl25Js3y0uKcaliBiEXbyKjnr0t3Wvg+Z9Z2Govz8N+0CXZkpg/pfLMUnkFm8xawC+BjtDY6xKP7xq6oKvJekm2VkMZDBF5ykVHAqAgL5vjxuiBlPpLn7yloAF4/eduIDhA3uwgCt7spXO7lIGWNUfV54PWBXrJ1LHubAIG8hqe9DWUIVE0oCr5Dcm/KDqHolDv3G+9lke5mz7F03WkxuXURC6D7kxd5GpVOK2rB5GzFoIV1eGrUoOUVNd5w/9hnHjxiM8PAIPHyZQYHVCBQKruw9dpaBq6+YNUNcTeJwFxCZm0BiriYmJSEtLQ25uLhISEvAdTygAkt/HxwdtWjQEOdMq5mE6jc1K2LYkL2Gskhit5N8yHsarUFtLxdL45BFglTBWa3tW4lAAKsWT03MRk5yJzJxCwdioQsbTd5/EVPVyc0Sz+p6oW13DVFWlr2zAav/eBFjNx4OUZLzUpglSRcZYzcvOQq0aMuQXaB8co6onw1htSCfjp3KJjFUPxm4EWG3ZsqloYDU5JRsj+6kO4GA0+W3vaZAYdMP7dkbD+vWMbVZLPiMtoOtXut/jH8l5Dk4ysjBLNskWqGrAau1qmrfO52+mIKBPC8jzzQ+sklAAuWYEVu1trXD0Ugx6tdUcVCTUN6pS/biOR4DVl6rvluyLQhlWn+2qZb+QczF4d7iv2dtfSA/Sln8euYGA3txT2IVylb/fztsdP++/gz56YqxKl2jJURUsINTvLXNiVWjFitGRzMfcOU7IV8ypxYMHsRjSq4OaCEG3jbPvFj9coR9Y3XnkCt4Y3gMKJVBUXIYSBejnUgXwJD0Dnl7VkPooCSlJD7Htj9/QqHEz9OjjjzqNW2PW3BlYv+p7c1ZDsixD9SaHV5EDqhgWF2BvZwWZsxUcrfOw48BpyPOUsFfmo5XTVVSzyYSNdSmynqYjO/Mx3Gq1QJMh3yNLWROFhK3KApMRp4IwNmCE2UIBREXdwGvDejMweBmzsTvkZDhG9u/EAuMsO5FuFWTA4ftJuVi3zbD+1eq1QO1u72Fgv950vayK5EZCAbw+boxo/Y3x4dNnw4w+vEqKbpKdxUAGU3Se+vqkCo2xeuZsGKaNG6xuQxWlSfV3/4kwvMoeTEWdRMV+5tRXFzjVNQUfsCq2LaT6yPlwBtjTsFUZpioFUjl/VTqSrd2/fMoQvSyXsAXOfzkbdYsLUFBUhE0Xr+CjbUepf7q6utEDq7Li7sPduxmNsXr2QDDGjx9PY6w+TCAxVqMxYdrcCmOs7jp4hYKfHTp0QJ06dfDkyRO6lf/u3bt0O39qaioIW7VBgwZYHji93DjFzW9jY8Obl4Cqbdq04c0vZD2pWBqfPJtqzgi7XEWAVSGD8N4XREKlSRUU96xjrPauSRmrsSnJ6CURWHVxJicY8teIC6zqi6uq5qvqibG6TzKw+hAj+3XQapAf/z4NX28ZgreHYviIgRZwVZq7mpxa1690v1sWkSab2CQBVRlYvXznMVo08IRPw2om2UA389OcIhpjtajEYMhwSWXeeZiBe4mZ6ObDHORBLqG+UZXqxzUGsV97W/Mulo+nzShnv0OXHqJ761po4/1sdyNEx6fj0q3HGNrdtAd1C7AqqQu9MImF+r1lTnxhmlpyRXSBVSFfkVyAgQwPYmMxuHd7TXxVTkiAj/QAqxH/TMGuo5fxxoiXoFAQ4JEAHtrzZtwTJlQPucLDr+KLRbMwwH80xk1dgDnz3sMvP/2fOashWZahei/fHIrm7frCGlawsQHcnazg5VKKg4eO0Bix1dys4e7uAgdrJfJynsLH9jwKn9yBXJ6OGq1GoG6fT5GZb42SUnLaOg1rShmr5gRWb9y4gaKiIhQW5uJRahqycnNQXFQMRVkZFHT7vhI21tZwcLBHdU8PNG/WEtH3M3A/tcyg/lbVOkBZpzceZ8hRWFSstcNQLGAm5jmHr8EISGns4VVSdJPsLAYymKLzswBWp44ljFWWeawJmkp/O3jyArPNX3MeVbmaGsNYFdsWUse56AcPMXmI9lrfUFt2fGXqcx9nzOlrFSnr7u5geCTcRlF6Gi4/TILb4DHoPHgEBUodHJ0omHrm46l46buNsLK2xsUjf+K11ybi2tUrNBTA5fAbeG3avAoDVnceuEzZpFxg9f79+4iJiaGsVRIn1RCwys1PgFW+vKYAq1KxNL62tKnujLBLBFh1rLyHV5nkhIJIqDTpguKeNbDatyYUT6QDqzk5ucjPz6Nxd/guDzdnoxmrMpaxKhlYffAQI4d0wOm7zJsrb1kWQkND4e3jR99ikYsbd8W7VjHqVbM13ICRpzB0/QN1muYBY/Cjv0xao/+HUwtNmGQRabnMYwFHe03cISkSC4vNy/gUU7axunLZPHShFpMhprhKkaZTM20AWKhvVLX6VbSRde1Hyjt+LcVsxRaVaAAAlVAHO/75YVBnDfPYWAUswKqxlqva+YT6vWVOrNrtq9LeHHOckK+Y01IPYmOQnJJIz00gz/c5ubnqMxSUjkMRduNqueJ6tXgCvz798ObIXpSpml9YhuIyK5QqlCDDaSkbsDXy2iXcib6O3zf/jPfnf46OPQagzMYNH308/bkDHobqTSpMgAQHezt4ydzh06IlihWO2Hk2FV6Opajh6YK0nGLk5JagdjVHOJY+hnvGQaC0GO4tBiGtwBby7FyUEvou5zInsFpcXIQ8AqYW8+8e1CrYyh4pjzKx+7xh/UsLi9Csz+uo1agNrKytqA24FzntmzDYxJz6bYwPMyClcQdBiQXzzNl3iCxTdK5oYPVG1E14uTpAScB2ZRnKyspQqlDQ78oyAvqX4fDp82Y1yRC/Xqheo7YoZrNUHzEfsJqAVe8fxzFOzZk1fhZWvf8Avdb3RzeQNOFoFDgKo2tzP5vVXJVCWHFOFq59PRfNq3kiIzcP2yOi8O76v2lcVWcXVxqSMfvhA1z6ah5eCvqT9v9tG7+lB1mRlztknCgoUmLCtIqLsRodfRcbtx5AYWEhLVN1kbK54SUH9G6HV17uDXeZJxwc2FOLAfDl181LZAYM6YJeL3Utl1+oocwCrNZwRthFC7AqZGtN4wulfB7AaloeYpKS0bttE6TKRUzO5NDQsjKUlCroAwMdnHXqZVNWogZWuW+wmThAnJMHWbaqVn72y76jF9DSR3wogOjoG5g8sh+jSRGQRbcEZCEyHhjZnYnHorq+/DsLIaGR+Hh8E7RsUD5kA01HQNV1QOAGMrhaLmMsoOtXUv3MmDIteSwWqAoWsPSNqtBKFadju0ZsKID2poO0FaelRbK5LWDp9+a26Isrryr4ys2oaLw5sjeKSwFnh/ILmBuJpVjy4TTIn6bj1dFvor//GBQWK5FdqMRnn7yPX1Y/X8ZqcZE4YNLKyhq5+UrsOnUPpU7ecLJzRIE8DiUKBerWqglrRS6KU6/AtTQJshq10bHvqxRw0AUlibeqgUkHB5Odl4JkJSUUHDN0kdtP0nLwz/FbovTvNnAUjadoZ2fHUG05l7WVNd0SzI21qK9sY3z49JkwPE5NQlJqqmT7UGDV0wuOjk6S85qSwRSd1cCqGfyBrw4F+XkIv3YN0ycOp4xy8r6DrsVpYiXeW/w/LJn7frmsJJTmV6vWY9zIV2FrK669uULE+rlUH4mOfojJIzWM1fm/ZQGFcjYMAEPW2bJIc58yVnnHmQSsmh6ORl8S0FRf63PTiElvihc937wXv5qHptalKLa1x9+nTsHv0xVo2Lq9mn1KxrLQD15H5uNUDNiwE45OTiAHnHFf7JAxgTBbnZ1d6Bhh7qu0tBTEnwsL8ikOpe/Sp4eU/I5OznQMJICy2MscGAdlrF7MQC2ZhbEqyu6VjbE6gDBWjQBWKTiqJAM0J9I9xwJF+XnlgFXVjn/VWwX+w6sYIQR63X/0InwkAKs3r93A5An98NslQC7PgrxQDrkcNBTA5H7awOr8DVnw8wUCg0Lx8bT28Gmsy0KVY9fXp4B3R2EM74BLBtjjOEq19cI7X6rSMQNvwwAZNoUwTNfBM97GfF8ibxceDiefGdD2lf2e2LTUFy9y5FepE6aoTmRJZLHAC2ABS994ARrRhCq0beSOdSTGqgVYNcGKVS+rpd9XvTZ7XhpXBV+5fv0mXhveGwXFSuQVKpFXBHpQE2Wt0sCiQGpKImrUqgMlbCmLlQCrJP2XS2dg03MGVsUAk4TVl55ZjL/2X0SRa3vkl7mirEgOB+sSOJUkAqV5KCtTwL0sGW196qJ1+84gi3JysrQ1iSGgc0kBJs3he2StlZKagz/2honTv0NnODu7mgUcMcaHxYLdfLYRC+aZw65cGfl5uVAoFBTklnoRAMrJyblCgCiiC9Hr/PlzGPhSJzRrRFacVhSIVyqtEHL0FP49dZ4CqzWqe6pVJwf7nL8Ujm37jmDSmFEMQ1ki8CvWz6X6yE0uiQrA/A0J8PVppI6xGhp6GntWsSQrAARY5R9n2PW6ev2uqj73d32ftVt5xdaz5Zp94Vt9pLrCc0v/8OQhhC6ZjdRiBVJLS+HatAX6jX0TMidnFD+4A0X6E6Rdu4S0rAzIuvXFoC9WUp+ws7PXerFDwFfS7ja2tqJevEitMBnLiD8rFKVaDFVdOUQPG2sbqgf35Zak/Da2el+O6dPbHMCqtQVYleYWlQ1Y7d+vJsoIsJqYgt7tGotmrArVOleehezcfBQWFiMvv5DG6DHm8mklnrF67uoNzJ3QD1mEdFtIgFVm63/kHTkmD2mEH/cyGvj5ZCHosByRFyPpdwLA7vxhhLZ6jyPxwQZg0ef8wOelzb/izzpj8NMrMgYk3eeJTTRtAla9dxxHewzCv9MaMfd+BgI39kf9f/fgnUed6O/J/+7BcvRn8r/Al65fmdvPXmDTWar2glvA0jde8AYWqF7bhu5Yd8ACrP7XvMDS7/9rLW58fauCr0RGROHoqVMoLilBcXEJioqL6eeSklKUlGqHVyELYt1r05rny1gV0zo3H+Th18NxsFIoYKsohI2yAFbKQtgqFfB0s4V3PTd413VH7ZruFGggjC3CmCSAGR9jVUyZ5kzzPPU3xofFgN367CMWzDOnfYkswoQjNFBDLDq9OltbUwBeDAPYWL3j4+KQkpyIxORULSawi7MT2jZviks3YwAFGzOPLUR1z6d1a7h5yLS2VBurB18+qT5y8+oNTA7QAKfz1yfA17cR4lOB+NQsxN8JxamgkeqiOgZMBf84w67XOUoNnknIT+T3cDT8ehTG1NL3WbsmDWu6YPb3h9U/rlngj4dP8sxppgqVRfy2uKiQhngsKS6m4xYzljlScJLsTCY+Tv4RUJPcqyhWaoVWtIKFmwPjoMDqBQtjVXRTVTpg1a8Wyp7kmh1YJfFbyEMWCZ5uymVjYw17ezvY8rz11ZV77twZTHltJIIOJ1CmKr0K5fCWyTB3QiN1cgK8EkYrHYTj4xEYHCkRWOUOtESsoYGXcw8qsNYbF786BUwng7Yp1qn8eaVOmJW/RhYNLRYwjwUsfcM8dqyqUizAalVtOdP0tvR70+z3X8pt8ZXK0doEECZbTwsLC3gZiWTLP9kqTYBUO3t72BjBdKrImj5P/S0+XJEtK142AcRUPqzQeeFBgDPC7lOUKcB3j7wkIAxsKVuixWuGcviDEDhFSFRT/DXA6rz11+Ht0wHx8Uz4P/mdUIRwgFW/1wwBqyoAlauxdGCV5FaBq1UNVCW68zE5yUsKNeOefWmgCuSoeoFRGV4cSfG1ik4r5Ltiyreu4YKwsHTUlDlYDq8SY7DKCqzeT0hBnw7mY6zSTkriX6j2/4sxDl8aSue2FvXWlwKrASMRL2firRC2Kjm0KvQO8MXkRiBxVeVy5nfyl1wBJBzA+kjsXKPDWNUCS3UVMxJYrSXHLgKojmiM0/v0s2GNNVVlzKfrV+b2s8pYZ4tOFguIsYClb4ix0oubxgKsvrhta6hmln7/32x3Y2pt8RVjrGb+PGQ9Q7Z4E+CJf5nCbDutaNahsTV7nvpbfNjYVjNvPhVwVqZQlIvHS0Ay1QE+urF6VeCavnjB5tBSqo+QtX6APyFRaWKrymoTxiqzxo+PDIVMJgMcgeDAkQiY8myAVRW4WpWYquZoP4sMjQXMgXEQYPVCWDpqeFiAVVG+VRmBVeWTXNxJSEG/Do3xWOThVaIq+4wTnT13BsHbQ8qV6uc/D6vmMoGss7JAgVeCqzL/IimwumvNW+XyJZGt+1ca0y3+9XXu6oYC8GdDAdRHAv7vveOIH8WECdCVQb7/80iG+DodX/gwAMRkun71IvjZM3ZrS3EvqAUsfeMFbViR1SLA6s8H7qCvJcaqSIu9GMks/f7FaMdnUQuLrzwLK1vKqEgLWHy4Iq37YsiW6iNkre/n50dJUkHBkfD29gUcPRCfmkAX9pRAlRqPwHl+8PaWYcr78/Arb8gRsl4PRyO65Z9rS+7v+j6/GLa31MK8FjAHxqFirFqAVZFtYwFWRRrKjMlW73xITwic+iMJEaCKEcAUEOAjp6EA+IBVcp8Co3ueqrVpwQKmZPs/AVBVh1e9qx6YmUEYPYCjF0k+L2juMYdW+f8s1/7NjHWtbKKkTpiVTX+LPhYLVJQFLH2joixbNeRagNWq0U7m1tLS781t0RdXnsVXXty2/a/UzOLD/5WWNr6eUn2EAqs9/GiB8XLmEGpvH1+6Q1Uuj2dA1fcZUJVcU+ZZgFXjW8eSU4oFzAKs1nRB2PkM1PCwt4QCEGN8C7AqxkrmTfP1phsIDuyHkMPXOYLlzCAMIIgwVjeVZ6wap4W+N2CMNEMsWOPKq9y5xEyY4fezK3clKql2nZq7l9OsMtjyWen1NK8EXq524luHOaD4uV26drH0DWlN8az8SppW4lPr6m8BVsXb7kVK+bz6fVUbL41p8xdtjBDjK8bYyZLHYoFnZQGLDz8rS1fdcqT6CAFWfX0ZYJVchC8VuJ7Z/k+A1XlT/OBdW3Mw9LzF+oDVqmszi+aV0wLmAFatapJQABmo7m5nAVbFNHOlA1b71wKe5OJ2fAr8SCgAcrLTC3Z9uPoG5KkMU1VeyDJW1X/pr9j96wdmqnUCVr7LbC0YW5srUo6dX+3CL4kMg1X7npmKroRidP1K9/vle5mo52mLJvU0k6A5qpGVV4q6Xo7IK9I+ldYcsomMipYvpOeDZDmSM0vRrYWnOmlF2VJIF+79yqpXZWwvS98Q71nP0q8qwlf49G/TwB3rSCiADnXFG8KSsspb4Hn1eymGq4g+wC2/IuS/iGOEkK9IaVNLWosFnocFLD78PKxetcqU6iNnzp6Bt48GWKWreLmchgWY95ovZBxQldwLDJyHzWv/r2oZxaJtlbSAWbC0Gq40xmp1NwuwKsoJKiWwmvZiA6uiGsaSqEIsIDRhhkWnwb9bPaRnF5u1/LyCUtTxckR2QcUAqxUtX8gYTvY2OHsjFS+1qaFOWlG2FNKFe7+y6lUZ28vSN8R71rP0q4rwFT7929R3x7qDFmBVvBe8GCmfV7+XYr2K6APc8itC/os4Rgj5ipQ2taS1WOB5WMDiw8/D6lWrTKk+cubMGXh7awOrhmocuGweNv9sAVarlldUTW3NAaxaVXdFmAVYFe8AlQ1Y9RtQC1YvOGNVfOtYUprbAkIT5unIRxjVuzGemBlYzWWB1ZwKAlYrWr5QO7g62uDI5Yfo51tHnbSibCmkC/e+sXo9Tk3DiePnKaN8zKvDUKu2BjCWUr6+tFLaKyEpE2cvx+ON0R3NUTSVwWcXS98Qb15j/UpVQrdmMlyO0Y6vbQ5fESuXT38hYPXGjYf0VFv1VUg+6dSB/sb5lZOmb9++4g1sSfnMLCC13x86V77N6S9k1w0JZ6T6S3yDfte+t/GHKZLrJmW8lCwcQEXIN3WMkFKPZ6W/kK9I0dmS1mKB52EBiw8/D6tXrTKl+ggBVvkOqjZUawuwWrV8oqpqaw5gFYSxej4d1SyMVXFuUPmA1doUWL0Vn4z+NBSAGOZgPFa+ozq4idTbC+9+M1ri9nYiIxyNJOcTZ2dLqsphAV2/0v1+4moiJgxojlRRfie+ThWx8OGWXtHyhWrq4WyLfWdjMbBLA3XSirKlkC7c+8bq9dfve/DKsP6ws7fD1i3/YOacqVKKFUwrpb3+2hGB+FQ5pk3shtrVXQRli0nAZxdL3xBjOSaNsX4lvgRNSim+IlY+n/5t6ruxjNV6vGJu3EjA5JEdoIrOwwBmQOSdBETeicQX00eq7xEB3PuBywKx+edVYtWzpHuGFpDa7w+dzQRSQwFHGWQywNvbG76+HcAEz8mi/yUx5uKJb0RGIjIyHpHxcshJivh4/PPnfMm1q4g+UNHzp7nHiGsXz2Lblp+p2hOnzkTnHn3UVRBrHz4Z+uQaM0fobdjIUxiyJlZ9u8XosVg91FzhlrjP7uRzHHpv6o/u0H2m596T7IICGUxdP+iuYQDz2kiovqbqLySfc1+SL+i2relrNKHxTn9NKtJ/VKWa0g7lfQg9BuHIO95m8F1T9OLWjbtOr7w+bryPSOgHlqT6LaA1RlQEniPHzi934pdEooKx8vl8Wc6Zf6Q0sKH+ZZqu0rA0PTrXcLEAq1Kas7IBq/0HMMBqNAusPhEFcOk4ZeQpDF4DfE0frsRe5pg4xJZlSfe8LKDrV7rfD1+Mw5v+bfBILgbQF1+L3IIS1PF0RE6hQnwmCSkrWr6QKl4utvjnxG3492isTqrPlge3rsSwtz6C1L9COvDdl6IXN//ajb/ijdfG42bkPUReDIWsti9GjukJVxdnY9Qol0dsexUWlWDlhjM0f2FBLr5eNNIs5fPZxZi+0bWJm1H6XHmQo86nzxbmkE0K4ZNvqmwpfqVbFqm7mPJVNhJrHyly+fRvzQKr/TrwA6vX7yUgwK8DBVLJpQJOyefQi5EInDeSucdlrbKfCbC6xQKsGtVXKjqT1H5/8EwGZIiEr48vPZAjMhU0ZjyJIxcfH09jyxGwNf5OPAO8kjTx8Qi5KIc8Mh47dn8kuUpix0vJgtkMFSFfyhghz1XgRkwRou49wqzxTXmrsfKrhWowlYChH32+QnAM1RXEJ0OfXGPmCF7FjXoel9KS+p7dn+UzvallmZpfir340j6j8iX7gvmBVaHxTr8lqwKwygWeGUBmY71BOGoQXBXT9mLSCPmgOWQIlWHovvjyjfcRU/Sz5KUWSI3E7CUP4GcSyU2grSNPYXZKR6whL/e4n0U3gXhfEifSgDwTdZWGpfFrqySHV51LRzVXW8vhVWIatNIBqwMJsJqHqLhkDOwgdkt2HFa+HY5G/xvDslTJ9zj0/rUTEgN3YCN9KwG0GDOO6UgAkg/twtRdTwE0xde/Nsa5t4/jCGswTToih/29J5mcNKCRGNta0lQ+C+j6le73/Wfu4d2Rvkh6Wh5Yffml+rwVcnFxw4x5X6JX3yFwdfPgTSN14fbu6N7l5Pyy+5xegxqSr6v3sbAk8P1mSmtVd7PF74duYHjfFmoxhmxpSsmet9AAACAASURBVFlS8hqr19qNm+Dt7YsvpvfDqBlfInDeFAStD8Ebb42Hh8xdigom+cP2g9FAST6u3UiggMXMqYPQsZ0QA0FYPT67mNI3hEvUn0Jq35BaVkXIN9avpOpO0j8r/VvXc8W6g3fRz1cPsHo9ngJnqosCq+Qi273pX9WBjMxvzCWnAKw8NRJb1gUZU31Lngq2gNR+/+fRdEzpQRipMoRGEiAVmBfgjZDQSMTLmVAA3jIZ/HxlCAyOpNr7+cggc5QhODgUO3Z/LLlGhvrAtYtn8NfmtVTmpGmz0LkHE3JCnpGGbZtWYsaiZYLlPas+pjsnpmYqceyyAg8fM2ETXhtqj6b1+eeX4b1b4a9DF5h6Du2J/eduq+slVn8+GfrkGjNHlDe0HDsDTwDvq57NdVNwnrHhhfe0nuHD0WiMJzbuYpiu3Od3gPts3hRDLmSyz/+qtUAnJHym+0yfybNOUKURWzapD9+aQncNIuhyOgkM5TdsI/QEjiQ1wZZAGba/HQ76/cJTaq83U3ZgKXEZ9fqFT39iF771j9Q6CKWX4Atqfbl2MdXGjH5C453+WqjWlQPQnfqffv/UXl+S9OTiW08ycpg2BFokPsU9VgFtfxeyrUo+dx3M95t+HbTXz9x1L/T4h9T1cdXxceN9REw7WdIYtEBqBGZ/lok3f1X1G25qMWOhiH5Eyjggw5p3GuPSpl9wrvO7+KgjGZ/C0SCQr1y+eUu3r+n2N8NjhP45TKcsE3WVhqXxt4ySMFbPpVmAVbFd90UEVumkdpk8aHSEZomoOykS4JXbgcoP+todztDDoVhrW9I9bwsITZh7Tt3G7LFdkJBeUk7VmHs38cn74+Hr64vQi6E4FpaC6+Fh+GbJO3TROPbtuRgybAJvFXMLilnGapkoEzxNf4zvFjLbzz9ZsQVe1WsZzGdIfuydG9i+kVlcvvbeYjT1aQ++30QppidRHZktNoZcw6j+rdQp9Nny4NYVGPbWwnKSpP4uRl8peqnkZWdlYv/pK1g1dySuX7+OwKAQzHs/AP26d8CoqV/Cu0cAUChD2zbV0KGpjRg1yqUR6w9Ll+/Bp3OHYcXGfUiKfwovT1csXzrJqDK5mfjsYkzf6NpEHIP3yoN8vToL2cLUMoTkE8WkliHFrwqLy3AmOg+PHyThzTFM/xBTnspmfPr/sC0NRUorvDbAHU1r26ttK1Yun/7CwGokJo/sJ873ithN4RRgzYLfa/N0gFX2AZnnhSWzKAUHZBFXpOmpuKADF2gxIDniJAZztzhzXt5K08c8oIG0MpnUUvv9n/ueYNXcRvhyw3UKpBLwnAFW4yl7lSCt3t4y+PkAgcEEiJfTsAFBU7wx5f1Q7DhUfuwX0ttQH1751QIdJuf3VNyZAzvx5x8bsWH7USHxEDNGCArRSSBmjPjf1idMrkIg/k4w85mEWIAM3387Xkvi8N4t8dehS/S3SUO7Y/+5u+r7YvXnk6FPrjFzRDkbkUXheuATrWdxTSryjP17XZbwQPrSXk/2uV1nfKD9DPiafWYvl29NJjteGALitPuYsWVrtOcB2tTAsFRv4QIGTN4hs8liH3Thb8hGceoxh5FBv3eKw+zPrqIxkVFHH1BhTv1F1FeEL2gADtV6qzIDq8dxRDV/afkn167avs5fP7bNKOnHlHmALy8zpyWM1PiSYRsz/iaUhtRK+vq46vi40JwowtstSUywgOrFhGoMVImSNhbyAZ/a/ZG8dNIi0gXK8ZqeuUq7Ovp8WXe80jdG8Izr6jmsvOFIvY3V1RzAKihjNQ2eLlWIserZYyzc2vnD0b0arKysYG0FlCkBpZL8VWr9U5ZxvpPPUIL8Rn8vU6K0VIGS0hIUpcaiLCYUVg+ZN9z6rsoIrFobwVj9gfPGlbBQv1GBphEn8bJ64eOF6fTBh5lsNtQfhGNqFmocfng7HN6cN+baMpkHnY/Nd36MCcOOJauxFhCaMHccu4m5E7ojjgdYpQ+7nesiwD8AIYdDcORaCvMA3Ksu/Hr44dad+/j94BVe1cjCp66XI7ILxAGr965fwa6NqzDmvflo0aGrYHWF5H83iwHjPln7l1oW32+CBelJUFdmi/W7LmPcy23VKYRsaWxZUvJJ1SsnKxMH9l3Bqi+YLfc//rYXoaGhFEyfNyUAkfFAYGAgvP0CkZoShfEDGqBN85pSVKJphdqLpLkaFYdzF+5h3ntDcPfBE/zfryF0Af7hjFfRslldyWVyM/DZxdS+YaxCYmxhrGyxtpYqX4xfZecqcfW+AndjyiAvjMf0EQ3g5eFEi+reVBiQvhTLgNF89kl+UoatR9IpG7RXywL07lCTyhYrl0//VvVcsd4AYzXyUiQmT9AGVrOyshAcHExjaRKmYkBAAB0fAQ/IC7MYwChVjnmBgQjWYqyS+ZawYjhzNa0tOzcnquZqqS1jQvqIk5j1qBPWkgUu97M+kfTZAppnDROKJgtq7ecPk4RJyiy136/bcQ9T/GWITwXDWC0EAnrIICcM1ouRtM19e/hCJo9HcGgkfekY4MfcDw4Kxd8HjQNW9c2fxOePRzBz8aCOdUH6TUF+LpYueAsffrIKdes3ErSH2DEoJSkBB3f9TnemvDr2Tbi5648TKmaMeJxeiEu3HuP86buQy+OxcNaraNpEM7b/8uM3VPd35y7B/329AJ26M3FVwy+dxYdLGQBZaIwTkqFPrjFzRDlDp0Zg1nrgU97FKt8zt+oZ3Bz3zCGD1EhHDu+awtT+qy+/OerwLPQX7GKAoC9oWLNEGrPe4upuqo0ZHYXGO/01IeXHoQ9dWxpqF33rS6H68fiaCLNqkvDZh9ElfqTKlkI6qOZljdTy7aDSk0+WIYWrjo8b7yOSGsyS2KAFWF9s0AXBdP4wdizULYSRCxbPISDulJROOPaqHD+EN8bHomJ/i/Flc+hruq7mAFaZUABVDFj1fncTZr7SBS521iBAp7WVFaysQT8zQKsVbJgbYP4HUHiGgq7kD/NXoSxDqQIoLFXgbmoONmzfB+szmocvPh+ubMCq38DasEnLQ9SDZAz0FR8K4Idp4fD+Vme7EXkACvFE8Jdsp9RJk3xwF6bs8sQ3m9mJUut+HHhlWobCKm0BXb/S/b7t8HXMGdsNMan8DLuA3k0peBASEoKQc7GICr+Ild/OoovH4ZNmYODQsbz2KShSoI6XI+R55ZmwfBmCv2Hi0E1ZslKUvYXkBy15m8qZ982vanl8vxkq7Oe/y4cimDmBCVlQz8sRm/ZdxUT/DmoR+mwZunM1/MbOKVeU1N9VAsylV15uFnaEnMGW7yardSOMVbLFVSYjB7T4UpCIbMkPDg6CzGcKPMoKMP+9buXqYkgnkliovUiadb+dRsAQX9SpzYSXWPz9dhRmlaBpXWfMmTlG0C+k2sWYvuHXtpqgHnwJQm9mqH/WZwtzyNZna1Nli/H3oAM5zJb4QjnkqfFAIQNCBX3zpiSb6dqHyiUX2WIfTwBNIluaXD79BYHVi5Hw6+GNkO0hmPL+FHh4eCAhIYGOfXAEjbnp6+eHoGWBlHVHdCL9xLdHAAKDghC8nhsKgJlfyRbIuLoDsXYYC1ARQDPFE413PeDM5yStZmvisXdJSB5NfrINVjPHM+lajOkiQoZOM5CF/34Z1r7bGJd++QVnu5DFqBw7vwhHgy91t4eR308AM/Rvcdans/cYT2zgbG9eOyxTUz92yzNjD7H11q7Ht7+eLudfn76tn2kstd8H7UyErywevr7ekMlIXFU5jaNKxknCWCVsywB/GfwKQyCXMbFWSQxWeY8pCHo/BMEHyo/9poyXq5d9Ct+uvWidI6+cx5zF3+LCyQPYvnUDfgzeL6qviRmPiaAdW9dh7YolVObkGQsxddYivfLFjBGqzAVFpdj09wkkJ2Ri2dLX1DK3rF1OP5NyIi6fw87f19PvY998Hx27acIFGdJfSIY+uXz6C/lKeWMYeo7Wvcf9bo575pBBasSR80jfmsLU9YK+/Oaow7PQX0w3k+ILKnmGfEJMmeXTSPdhri5x6CNyvWh4fclXPx1fqy21fjz2JXPap5l4i1dnKTY25Idi9aw6Pm68j4i1hSWdOAuQ56wdiA9gXwzoxWgk+KcWLsRoQZ73llxoymJBYjQT48vGjt2c8s2gqzQsjb/uZTVccLGqAastP96D2X2b4nzMI9x9lEmBUrCAqZIwUpXMP/Vv9HuZ+nfd+y3q1UDH5vWwbOdlKPbMNugllQ5YHVQHNmm5DLBKYqzmiDlEKA4/TGWB1To6TnmlMY6915gyUF7+KRPTCfiqTiPHzs/ZxVEdXRnk3g6c6j5Os+gT098saSq1BXT9Svf7nwcjMHNMV8Q+yuOtx1i/lhRYJQwtEm+QHNhBFo1+QwIwdfZncHHjj49GtgMTYDUzV9ifE2OicfrAVvR8eRyatukiyp5C8tcsm07lzF68QS2P7zdDhbVvIsPs7w9r8i/wx40HTFxFUrfgA+F4fZiG0i1kS1EVE5HIXHqtCf4Xe1ZpQFVV0YSVR5iqXFC1RbtpeFJSRgGzHxa/Uk5LQzqRxELtJc/Kx5p1p+FEMNXiHMDeDZnyPBRmpVFgd9k3M1C9uuFTlaXaxdS+IaKpeJMI2cJYuap8FSFfjL9n5xTjwo1kXLlyh7bZxzOHoXZNZnwY5Msf2uN45ONy1eXTPzUjD5t+OUNZop4ezhg5rDPatqgvWi6f/q3qsozVjvwxVkMvREIeGYrIO8zYR4DTUPKdAGqRkZTJ7Rfgh8BlQQhZH0x1I2xvCi57+yJ4gw6wSufsTohfJ8fEr5iwPZc27kLi8E6I/1Qzn1/a+AvOdmVBTq35+jjixmrmZ5Juaz3mO13U7oR6vueXUd6zSLolZHuYWm4cfvhco586x6MIzFoHfMrqrSvJkM5k+6jmmQT4Zgv7YlfnGUZsvXXLruvpVG6cTsks0NuNpPb7NdsfwVsmR3wh6F/v2t5063/IYRIKQA7vVBmC3g+FrIcfPOIDaWiArFQgcLscIZFTsClkhlnHSwKm7v5zI5U5+vX3KMj6+dw3MPqNGWrAVWgMETtG7PpjA9b98DkVN2rSu5i1kGGU8l1ixgghvcTeF6u/WHkkHZ/+Qr7CJ5/2xUtNEMzTV7h9lj6j7/Fk0+k+j3O/6zybaz3bc9MZkkHGGs14Ibrs1JN4mXdNoWcNItrg+vMbpafWeoYju8L0F1dR/b6gb71lqD3FlambyhgfZmQQXeLQh3e85ms/7vpSTP1UZfCsZUVVlc/fuXOkGB3EpCHKGLM+rjo+bryPiGooSyLRFmD8LH4Us1vYuLFQpzDy7PbpA/TnYEHMc5+XDj5kSEl9vix2/jE0h3HKNYOu0rA0/jqXVXfBxfNpkDnbVJ3Dq1otCMGcfk2x5extfFS6CDaluZraWdmAoa/aADZ2gDX5Zw/YOAA2jrCydQRsndjvDii1dcNnNzvi9QGdsGznJRTvrprA6vWYZLzc0URglU6EKqYLE+CeslrpQweHAUOAV7qo01lUUae+ygYTb8ougESPCJITZmbk4GZYHBS5ZWjRoybqNjZtu69kBf4DGXT9Svc7AQPnv9YT95M5fZBjl5Fdm1GWDgFK9l6JQdS1i1gy7w2a4oOFyzFwOD+TML9IQUMBiGGsTn6ZAVN/O3ZVdIsIyR/ZpxmVtfdsjFom329CBbZq5EYX7WsW+ON2guZk94Y1nPDz7svlgFU+W57atQb9x8yG1L+GdDOHXnnZGVix+l8EBQagg3cjwAHgA1UXf/gx1h8qpQfyNG3ohQ/efIlXNX06kcRC7fVXyBWk52RiZP/2yC8ohC1s4eTsgO+D/qaAVUefFpg3SzsGH58SUuxiTN/o1666kMvQ+6ej0vWmE7KFqWUIySeKSS1Dir8XFJUg9PQ93Lh/A4tmTaR20Fcen5349P95awRKrdIw+uUuqF/bS21bsXL59BcEVk+FIsDfFwF+TCiURo0a4bfffvt/9s4DPqoq++O/mUx6m9A7ARKalABSpEhERYoFG7pW3NW1rrC79rb+1bWvArqKursCdmxBpCjFUA09IE0gECAkISHJpE6f+X/ufTOTKW9m3kxmkiln1ixTbjn3e8998+5vzjuPR+8vXrSY3wmeCavzX11suZkVMGdWLubNX4z5LGJVVFi9Hj1XWITTLpaI0T/D7odSu+9qyyiveNgSveAgRHoSUdy1Ye+SQhnwtiEIs2dHYu1VlsvDrBG11ioehVV/bBbfFFtvqMm6FR+3+LKyiqvsOO1JVGW1fV33b39WgsLC/OaOLTct429Yblq2+PlcFOfl8sjlwnIlCo+ARzk//yqwZIX4OWlLjpf2FA7v24H357+EhR//gL07t+DrT4QfE2+8/V6MGO16U0gpx2Nr+/V1tViz/At8/cki3PXA45g+S1jPYg9fjhHO9cXs9jQWKcc4d3a6a1fMfm++4q4P4YcOdrNY4eHww4X1XBz2G1vPoijsz80vcj63d/xRpvmHkhqnAAz7dSq1b097Cn8FMUbEkzDrr51We5w3+2J7IpH9j1vPbtkHbn1BdL8VeGHVXx+WLqyK7y8dfJalwPHwg5rjj3tSeUv4nvPKGBC3MxD74/Dxcf99ROpcUTm3BBx8VLjxHv8hmj+kHgs9H8+cj0H83Aos+K4IYKkH3Pxg3mxzS4VVp3Xm8B3mSKaltvqmpYnPSlgKq4MfW46HJvfFxxsP4TEdu0yKCalyQM5EVSakKoAYQUyVxSRwQZX/xSYKoqpVWJUzsTUOj27viTsuG43Xv/kV6u9cL7uyRxeKEauKygYUWoTVSkkRq+F/kCo7VYUje86w0B4UH2F30i3EXU/OC/+BhdgInP3K+fWnK/fioRvG4lSleITP1aP6QZmphKpYhR92C3er5e91USIWSfjvys2iI2YbHxYBUuslFcDuLb9gwT8ewS33/w3TbrhVMj1v7TMb2cNqs9Vu5/ekdDiwZwqOnHEUnjumx+F/P+zCbXYRq95YSunLlzKBsKuishLvLlrDxVV2eatzpOqTf38UXbt1wXNvbOYC52P3XIwelkv1xWwVs4mV8zRfao0e/1j4LZ5/6FokJcU7NPvp15vw85qNSEyMxwfvSstVKJVLS9eGL3NlX9ab7/rbrrVeMNpvTX9vLfsHWiJWc91ErP7ySz7m3inkHrY+lnywBIu/XMxzTOfl5wn5NG+eg9zcWTztAYtsYZeKz180H0tEhNXeL1+PG7EXD6xQ4unue/BFt+uFvHp37QH/zBJ5JTy379m+DHvf02vnz0Q8au8GXPZ9BpbYnVAX8B9ahQ3wOJcqntp095kvNkptw/3q6JqRiDIPkarWmsFY92mV72D45FnA7/N5CgwWsTpvfjH++K/dHpezP8dL5wb/9/azyB42DpMunYmFrzyFEWOENAF7d2zFw0++LNq/r2vsrusuxsLFK5CaJqRpEXu05BghZrensbiz/60V9WDXNfzxqlS3drprV8x+b77S0mM11ScCwSZAPhxswuHffqB8pLFRhx37S3k6qGKVCh0UMbg490Kkpwq59ulBBIJNIBBamjEcI1YHP5aHhyZn4X/5B3DtqD7ookxjV/3DyG9OJeM3pWI5VPmNrCCzpQVg+msMy7gqYzevEm54laLQ4+XvtuGOy8fgja+3Qf39wx7nLRSF1djKBuw9fhZTR/RBJAqrqspSVJcctc1LrLIfjhUUAQmZKCxkd4fNR0LGEby+SLiTOz0CR8DZr5xff756H+6/fgxOV1pCb+y63rtrC557+HbkDMxEfmEhNu+pgfU9Jij8Yd6jmHG1+B3bm7QGdM1IQG2Twe1gKstL8bdbZvLPX/rwS/TOGiB54N7af/Lum3Hg0Ha8vPALDL1wHH7bVYCnHv4DMnsOwjtfrZLcj7uCHdPisPjHXbhlenOOVXcs1y9bgEtnz3Vpytf3pRjti13W9irOVeKdD1ZhzpxcsIyB1pyqTz3yOBdV2eMvLyzHmGE9cfuskVLMcCnjbr5qVA34esUOHDv8O9LTa/HM40/Y6m76tRAffbREyF8JIFGmwdtvPIfkJN9P0sS4+LM2Jg3O8Gv8mw/V2Oq5YxGItlknYu23tG1f/Mq5LzZ2Kf1bGUnl40u7YvYP6JaCD1b+DnfC6gaLsHrq3Ck+d+yYx9YGSwPAM2sqIYip7K7mLKqf5dW0HEaZsLrUSVh9wxJxemNXFb5+bj1+6dEXT/15BHrgJBw/E1LyvOcQNWpfhlnD2rArt3cDLl1Yg/u4IOv0mZjHlu3FA5bLw6wCLhNWn/61naUN10olK7/Fndv7cjG2h8PH7vpzttn+tZfx2Np3LufX8nOo5M+699arzNiE4/++gOfe5RGrxcDcp95BhyzxiFFv7Xn7frPWP3P8CN5763m88t6X/C22zlYVFPPnM8Zlwv64Y9+n1PZZnQWvPIkZs25B9qChHs325Rjh3NANlw3Dx98JP9Ledd0kfLNuP8Tes9ZzZ3/ZeeDzDbV8HV6U1YCLhrRHRlqCQ3fu2vXnO8LbPNLnRKCtCXg73rW1fdR/2xMIhI8wUXX7/lLMvcmyJ9IC+46cwuI1hbhy6ih0au/+x662J0AWRAqBQGhpho4p2L61AukJYZgK4L/5B3DD6L7omJ4miKhcTBX+WB5VvQnQGc38T280o6q6DnlrdrBbXGHs6CFI79QBPRPqsTT/N9x++Ri8uWwrNMs9Rz2GmrA6+bKuiItgYVVdcwZlxUX8Rjhs48kiHVkeOpUmE4UFSpuoets9N2LYqFF2a5ttqNahOcMlMOAG581mMA8FnjZ0zra534wKFrLyQq4i10gg+zG0/iZy2c+/4Z5rLkRJldYF5oRB4jktk1PSMPepV3DxpTPd3iW4UWPgqQDcCau3Ts8RnbzPVjPRwvvDW/tlpafw30WvYvWKL2yNTb/qD/jTfU+gazfvd032ZkG71Fh8tnoPZk9t3mx6YumtvUB97q9d585V4IX5n2POzbP4DXiefvRxdOvWHDL39Zr9GD6wK/pndvTLVHfz1aTWoqq6Fkajkf20hsxezZJNY5MaleerAKMR7FN2Q8OOHTsiOdn7HeadjRTj4u1kMljz6c13/QJsVykY7fvrV/6MpbXslyKsqoSUyvxhFU35TbTYG5ZLwvn7tt+lBHGVpc1wL6yycMINeKB0pEU8dTruc9FzF37nvfbDP/n3hsh3g325i/phmiX1DxdKRdtwnA0ulNpdrjzt4XvwKJhAK1we5iqgAs51bN/Jkmx2HIMg5Np9r0tqwx+Pcqzj77rX/74YTE1nEcnsXGbkzPsQw1JTAWCfTb4m1zFidbEK9/zDLoWAD6ZLXQNvvzAX3XoPwE13PsBbn//yExhpucnTnh1bMO8p8R+rpbZfdvYUWDqA/oOGebW+JceI6y4diiXfC8LqnddOwnfrf4PYe1YjnO1/+rV84QcONh3sB5ByduM8IS/yv1+Z42C7u3b9+Y7wCoUKEIE2JuDteNfG5lH3IUCgpT4iJqrWaoD0BGDjkVPIzy/EddeywA03D/7DsHBFJHsI5xU1dj84hwAkMiEsCARCWNV3TMGOrRVIS5CHT47VgZYcq//5ZT9mj8lG+7QUm6BqMAJaoxlag0VQNQn/skjVr5dvxFXTxkEeI8dXeZswfUYuuluE1VsvG4O3vtoMzYq/eZz8kBNWL++KuIrIi1g1GTSoP/4NjOrzyByYw3OOscsnC4uLkalU8ssp2f1Ays+Vw1VUZVMYeJHRt6OCN2FVyOfEN7H8SwGWDbBvvTiWDvyYvX1hfrvhEO6aOQKlNd5vMuXLyNjGh6UCqPMQsepLe85lg92+N9uUSQp8tW4frp8y2FbUHcufv3gbU//wV5cmfX3fm03scyl2Hf31eylNuS3T/6Jrfa7vPF8XDXB/SamUxn/9vVZKMVsZMS7+rI3xEu3e5sE+b77b0j68tc+g+NqHFL+ywnZum7GwvueJi7W+O/tb0q6Y/VKEVZYKoNbym5NVQC1kG4WCQrz9ePNnzHb7z59/9XknYdUnd/W5sPtoUp+bivgK/qx73eGPkZOb03xzKhUw59ViPLZEiGaWGRtxbulg7gPWiNW/PvMuOmZP8ounlDXMGn7gthl47b3PbT9w7tm+GV8teY/3ycTWkWPF+5favi/G+3KMYO3+551XePN3/+VJzP/n4xgxRrB1747NmPf0a6LveTtGlJ6vx7vvrONpa9opk3HDrLHIGdTba1/uvju9+YovfKgsEWgLAuTDbUE9vPpsiY+Ii6rCVQPsh63evdPx1/9bgj/eNUscitv9c+D3w+E1K2StPwSiVlgd8EgeHs7NwkcbCnHzuP5QpqRCbzRBZwD0JiFSlUWosudMVGViqyIG+OKbDZg5dQzW/rIH5ZW1+MMtM9Ejvh5L8vfj1svG4q2vNkH74989zkWoCau5l3fjEat7jpVg6sg+OF+v98eXQqKOWa+CqfY3oKkMqoazyBmXg/R0Ierx1Cl2x2QVcnNzsfjLPORkZnJxdfyYqZh+m1huzZN4fc5uZL5yA2Y75JpjrbHP1lqiWdvhPlsZoQ7GA2tK+mHpC0p8bn29rRoDbpyNO88uw1PbmLJwOTbwBNEqLHtuGRadFhCyMu/PrLFr3/qeffSms23s9QlcvHgUTru0xerZl7c8vzEDi74WfqHz3KfdWG02O4/T+dLMZndw9ivn1z9s/B23XDEM52oD63eNar0grKpZrGHgH57aH5ft/ZKTgmPNN6Lyx7rUxBjk/XIAV09uTl8QLJa+2CfFriNbv8WM66Tns7Xvf9V3n2HgBPEblnmy03m+xkqYI0/tbfdx/sS4ROPa8MWX7MtK8St/23auF4xjh5j9/bsm44NVv+OSEY4XtlvtWb/hF8y5+RowIZU97CNT8/ILMf8Jy2eWaFUhilWozYTVTz5cECgkou2UrPwGd3xtvUGO/fdgULsN+8b9Wfcy7xSP9wAAIABJREFUQyPKlgjXmxSrlMg/Avxt4SqkNf3M/YJFsbK/ebNUSEchz7H6/GLg5hdX+MUrGGvA3pBgtO/rMeKjhUL+13sefgq7t2/Glx//m7+++a4HMWrsJNH3rGNwZ/+Cj7bDID+P2TPGoWfX9rYhe+uLFfTnO8KvyaVKRKAVCXg73rWiKdRViBLw10eYqFqw76zD5f+1GkdR9f8+WI7CgkK8+IJrcImw/14H3O9un2+vAYjthcX278177mYtwHGP/OJHrleSPHuPh4jaEJ03MsuVQCC0NF2H5PCLWO3/9zw8fEkWPlq3F7PH9UdyUgoXTw1uRFUmsMbKgSWfr0FaajJyJ+Zgw+a9uOTySchMFITVW1jE6pcboVv5qEdfI2E1eEsxtfR7lnoOvTMz+R3GHR5aFfYVFiMvT8XvpswiV9mllOzfdxYuETHKXjwVPp429894bARQ8OGHWNKdCaBKYO96TPm+HZbyvG9CnZNcHLUeXC2vR57E/U/uRB/WRpe9uP/Jaty5+FKnS/OtAil735uw23zA5xvc7UzItT94u2vLMi6rSMrsXwC8zG1x7ZONddNoNm77LyDncbqfU29fmCu3HcdNU4agss59LlR/PKbBIqzWB0lYDXb73sacHC/Hiq2HMHN8lq2oO5arPn0DM257FL7+680Gsc+l2HVoy9ctElYHT7zRZ9Oc52t0VrLPbdhX2Hm80af6YlxobUhHKMWvPLU2JisZOyTOmS9rW2q7YvZLEVbZj4D+PoItrPprV7TXC9S6729YC3RRNkexlgNzFgO5A1XIP6LE/U9/jIyu/f3C7csa8KeDYLTf0mOEL+NoLfu9+Uqzza7nq8IP5uLplHwZq7SyYj/2O4sS7Md/53Neaa23bilXloCnH46kn6sHdBz83N16+bLVPk+2WHuXUiZwlkr34cD1SS2FFwF/fESqqMr2+Xlr8rFo/itITnJK41W2F/e/Dzztkred8XNcJ+J7YXvOzntuey3AcT46KxPw0BvNiQbffXQaztlyPbXm3Ln73mDBXdbjtUhglmjAWRDtFj3WuevP3+Obv/Uc7QiksJoaH0apALL/9j3mTsnGh2v34PoxWUhOSvcoqrLo1Ri5DCtXbsKMqWNhlsmxYs2vmHzpBGSnNHJh9Q+XjcHbn+dDt9rznaNDTVidPLUb4isbsOtoCaaxiNWGwEYOBnGpuTSdULMZsabjUHbJRHpnywmlVsWjeGpVViEVWPxlMRdXi4uLUVyuwmsL3kNSkrPQchKv37kbma86/5Ll/L79a6mfOZXb43SCxPt017/lgH+nNWKWve6Hl5dYTli9tiXVRrF+LOLySE+2OU6Ls185v/55ezGumzwQ1Q2BjSytb9LxHKv1GlNQXDDY7XszOiFWhjUFRzF1bKataLBYerPF/nMpdv22cZkvTbqUHTp5ts/1nedrZB/f86Tad7rnZJNPNohxobUhHaEUv5LemueSwVjbYvb372KJWB0pHrEaqPFQO6FFIGDr3tCIM/8dzQfHo1iLgfueWYyO3f0TU+0pBWMNBLv9SDxGePOVZqbSz8mCsxo8nVcGp8fgtyqVqbdzdbF9RAutZ4LQE0W4xOv+RKwfqeNqoY2W6tJ9ODD9USvhR8BXH1Gr9di2p8RrpKpVVJ37wJ9w4QiRPN1sHb0HPP2i2FWXznt7+z23dS8MwOueW3w+OqcL4ioXVVlC2DZ5SDkWeNI4WsFot8c6d31LGVPwjouB0NJ4xOqWCoSVsNrvb99h3pT++PCn3bhhXDbiE9JEL//naQF4SgBhEmoqq7Fl214oYhXIyRmMpHbtMSRdEFZvnjIGb32+AYafmu8qLTZ1oSmsNmLX0TOYNrJvwIXVFz/8xQXDs3++JGirMbbhADTndiBzYCbSlUqboMoOsCzvFbvpA7tjbl4++B2W735gLoaPsL9pldW0ExZh9UanVADO79u/lvqZXbkyFvGagaUvjkQPeGrLHpkb29gB3mtbUm1k/Ull4H46nf3K+XX+njO4anw2VE2BF1ZZKoCGIAqrwWzf2wKJU8iwflcRckf2tBUNFktvtth/Hqp2MaEg1OaL1oZ0z2pNvwqGr4jZT8Kq9PmPpJJtte59YRiMNWDffzDaj8RjhDdfaWbq7lzNeh5nl7rqVes5rVDHdrnqi0p8bn0tlrrq3r5sF4RlzzqlrrqyBq/b/dA/4MbR6PP1TtuNX3nkLC/DBEbWt8XWG9th0dfH+RCEMhmW4bDPBXuFtoos9ZpHK31fIWav0E/Jj19bUplkNQcmOCwSZ6bu2nIdz7S59+KxkWLn0M1j4+nAOFM/xlW2B/c/UYM7rQEVvAm7tjm7y3HJ9rUovtZii21/IMyzMBdO9exs8sRHOn+47C0jZa/py/HUrzn2t4MA1fNljlvapfTjnNDT+q0nMHfWcNuVqbW1rpf/N4uqd4uLqrY1Y78W7EciYT8uac/tnk7n9HicsybRbylEv+pL2eNby4xC8RPN4nLzMVvsmOb83cL0DeHhs1+JHuusg3Xft7fjm8PxcnwWpm077vSdZf0+8s3mQBzfdB2SLMKqLHxuXtV73rf466UD8OFPO3DthVlQxMgBM/8P1v8XXgvvWB8xMhnkcjl/aTKZYDKxm1wZ8cWWg7juktFY8Ok6mNc97dG9Q1FYTahsxM6jZzA9CMJqp/R4l5D3iiAfSBortkFdWYDMTHaXViFi1SqqqlTFXFxdnAfc/cwHyBwwyM18uT9R/fWDD3gqgEXsRHDPelzyfQY+cRFGrScsTieT9ieW7HnZelyysw9+YSdYrK0F1bjfuYxLjlf3wqr3tnwRVoUTyQ1jLWO1kfJ0Eu+I09mvnF9v2V+K7B4Z6N+jnV9fC+4qVddruZCm1Tuu4UB1Euz2vdl5tKQax0pqMHFYN1vRYLH0Zov956FqVyjOF60N6Z7Vmn4VDF8Rsz+7SzI+ZDlWKWJVuiNEQMm2Wve+oAvGGrDvPxjtR+IxwpuvNDMVNpir7SBPt4h7ns9X1+LEjdbzO6EN/nrUSdz3xE70ZW103YP7LCLeRQ5OxMqfxKQll+Iilx/hvZ1nrsXq8ZfbnfeCi5usfXt7mbh3+9ewnBM3d+7fvsLZXqvt7laGN7HafuzuxuPYBhvb5tFM6GTn1uuABxwDN3wZl8CmGtZ5Fkbh2B8vc3YU58yev4TLsMhB5BZ4u9pkz8qVjy92SvdhX45QLbOpZT21rLYv7FrWU8tqt6advvrIrt0nkJubyff2ygQgPSEd7Hay6fEAy6lqFVXnPeBJVBX48DWyvZ9lD2/PzH4tudkLsz27z/v3ls1LYGu7+95wJyq7HhPdHz/sv1taduwWP9Z5OnY1i+Xujrns/adg+Q4SOXbac/ZlLQRCS2PC6vYtFUiJCyNhtdtfvsHfLh2ATQdP4tDpcpjNgqrK/uViqvU5e59JrZZ/3Tl0326dMKhfT7zzyVooNj7n0e9DUlg934idv5/B9FGBj1hlMDqlCeIqC3mvqLPc4jiwRweX1s4VfoczxwuRm8tSAgiRqlZRdf6XKtzyp2cwfrqnS4pP4PU7diPzNeeIVcvJyx3Wk9h2uN9WxrmO/WtPzy1tTcjC9K3Vtj75wt8KDJgtImyK2sb6EGvLXd/WsTSP06XPsj247/Gd+J0TzsLLSy0n0W7ZOE6Fs1+J+VnBwYoge0NkNj/ugk4uAwsFlq1l1/laDTqkJ4TN5DpzobXh29S1ll/5ZpX00s72Z3dOxoerSViVTjAySrbVug+346U/sx1pxwgpviJwcne+KvWc1LkND+eMu1kAgBBpynKPCue/nvrx1LYvnzl6hOR9hai9NVj2zDK839N+Y+3scSJMfR67M0cR8dvpgjnJ47LN+1qs7jUan7xkuerN/tycnb//G3jmpT7Y9sw64EHnubLbM1iGz4XaUd75SLVTug/7s+L99ImWd9WiFqSya1EnAajcWnb66iPf/LgHOQNZGjQVlEolMpVKKLukY/5iO1H1Qe+iqhURF+6WWW/Ead1z1zhqAG73wt723AGYiKA1IeV7w5t+IHZM86Sf+KsJWY5VDsc6b327O76J2RcYmwOhpbFUANs3nwsvYbXj/V/hr5cPhtZogtZgQgxkkFkUT4u0ytRU9p/wx/7HRVfAZBFdTfxzIVWARm+EWQa8u3QNkre96HEJhJqwevHUbkgMsrDKgLADdGuJqtYJOF24CjvWrcGsaeyyfyFSVZqoGrSjWNQ17OsXZtQBogFHLQFaG1E79XzgJKxG5/zTuo/Oefdn1NJ9RcoG2RcR081mutRyhZaLiNf6wqqkfQUTQtkVZWKiozVabVk7S8CAF2HVbVtSxWvPG3f73n3bLwkiKL/kf5RzH+yzdcC1/bDheyawOouvnm0SBCd3fKTt66T7sD8rxLWOb+wC06c/rZCdzdR89ZEqVT2+/2YtkADkDMyxNKTi90zJy8vDPB9EVX/mLnLqSPne8CasigWgeT/W+ef/no511lnxZK9YGU/vOc60FJsDIaxqWY7VcBNWM+79kgurGqMZBqMZcpihN5sRK5fxaFWtyYQ4uYyLqkx4Zc9NMENnNEHB3zdDazRDIROEVpVGD5kZeG/paqTt+GdYCavs5lVMWN3+ewlmjOqDqjC+eZUY+BM7v8P6n/KQqVQhL7+YR6pO8BipGjmHzFAYibNfRaqfhQJrsiG8CNDaCK/5ImuJQCAI0LoPBMXoaEO6r5zAa5ZIxZucUkexq5AWd5+ND1jqqt3rkft9Bj61CGyOdezbcPO8dD1yd/VBPktdxdpiqateuxE3dXXu39NrT5/V4KtnlmHDODt7bX34MefMRlF7rW2x/oRITmduLArYgY/btli5tTgxW7CZiZG3FfQTYew0Nj+GI15FaJcJq4+PcvUDZs9nZ9vhRPeRgg84jMubTZ74SBuAdB+W1h6VijwC/viIRqPBmTMlyFv+A5Cg5GkBFs+f5xHOwZK6yIPXohG5+96Q8F3Av2fcHT/cfx+1yFxLf8KxTkrf7sqIvR8YmwOhcWjCUVhNu+cLLqyyCNTlu4vQqDPi9vH98d0u4fltF/XH97uL0KAz4LZx2cjbc5I/v3VsFn4oLEZVow53XJSNnw6cwbl6Da4Y2gsNOhM+WLIS6bteCS9h9YpuSKxssgirmahqMLTM70Ow9tHCX7D6my/Qvkt73PaQ5/kJQfPD2iThINPsV86vw3pwZDwRaAEBWhstgEdViUCYEqB1H6YT1wZmS/eVk3jtjp3IfG22iEDIPvvJkn+VXbpvLeNcx/61p+eWtmypq4T2fv1gEZ7kqatu4gKe42uVnX2e+gVQtgf3Pr5DSD/l1IfvU2A3doe27N+/Avn39hFpWsxOsbEL5TABWL2VXU7sgbH92JCFV5ZexvPK+vxwaIdxah6D8zxg9zqLAO5m3kVtksJHmtXSfVhae1Qq8giQj7TVnLr73nB3/Hc9zjscr23HNE/fRz6O1cOxTlLfbo+5rsc4l2Onj6ay4i3WOGSApj27edU5pCgQPjevSr3nczx06WDIzGZ88PMeGJsa8dC1F+P9n3bB2NSEh2ZNxPs/74FJ3YQHr5mIRWv38jIPzpqIRT/vRYNKhb/dkIsl+QdQXVWFW6aO44LsoiUrodz9algJqxdf0Q1J55uw/XAJZlyYiarGyBNW/VgbVCVABJz9ivwsQGCpmbAnQGsj7KeQBkAEfCZA695nZFFbIdp9pWTFMtxWkIVP/9l8V+modQY/B97WDKPdh/2ctqiqRj4SVdMd0YMNhMYRlsJqyt2f4/5LBqFea4TaYILMbILBBMTHCJf5s0v+4xQylnmV517tnBLHHaFOa0R6fAzPuapSG5Aaz7KzAqdrtTylwAdLfgxLYTX5fBMKDpdgJgmrEb3g22Jwzn5FftYWs0B9hiIBWhuhOCtkExEILoGgrXuvCfyDOy5qPfAECg6VYObo5oAH59eB77HtW2RC4K1fWW8k0w4PvCEWhdv2doa+BTX46qmv8N7ptmUYjT4c+r4RWhaSj4TWfJA1/hNo0Xc0u4wegDocI1aT/vQZ/pQ7CFWNelzZJwHqpiZ8dVyPOcPS+fNvT+hx2xDh+ZYKYHdRKRr1Rtw0Ogur9gupAG4dl411B4VUAJcN6c0jVj8MS2G1O5KrmlBw6Axmju5DEav+ryeqKULA2a/Iz8hNiIBAgNYGeQIRiD4CtO6jb879HTH5ir/kqF6oECAfDpWZCF07yEdCd27IMt8ItFjjkAHqdon85lXJ4ZQKIPGPn2HOxQNxvkGHi5QalFc3oqAhBbN6mfnzveoUTO8uPC+Pa4eV2w/BqG7CfVdPxH/WCakA5l6fi083CqkAbp56ERp0RnwUpsJqSrUa2w6expWj+6C6yeibF1FpIuCBgLNfkZ+RuxABgQCtDfIEIhB9BGjdR9+c+zti8hV/yVG9UCFAPhwqMxG6dpCPhO7ckGW+EQiExtHULkEQVmPM4ZNjNeGuT3H7xIE416DHWZUWcpkJcsgglwMKGSBnf5BBEQNkJMUhMyMeMpmMpwJQJsg55RqNEWlx7LkMJXVa6I2msBVWU1VqbD1wGleRsOrbCqLSXglwvxrTLNg7v/baABUgAhFKgNZGhE4sDYsIeCBA657cQyoB8hWppKhcqBIgHw7VmQkdu8hHQmcuyJKWEQiExtGQkYhdm8uRFE7CavycT3DLpEEor9Xi9gtS+CX/7+xT47GL2vPn/zmgxl/GCM/Xlppx6FQZTwVw/YVZ+Pk3IRXAH8ZlY8TRhwBDIzZkfoRqjQH/XbIiDHOsdkdajQZbDpzCiKweaNCYWuZVVJsI2BE4VlKKq8b0RY0lEpr8jNyDCAgEaG2QJxCB6CNA6z765tzfEZOv+EuO6oUKAfLhUJmJ0LWDfCR054Ys842Asy/7VlsoXZ+REH7CatydS3HTxEEoq9NhRmcdv+T/x8ok3D1Axp+vr07CrVnC85OyDGzYc5inArjnqon4eL2QCuDR2VMw+MCfUFNVisNjV6C0XhemwmoPpKvU2HLwFHIye/CUBvQgAoEicLy0DFdd2Bc1asGvyM8CRZbaCXcCtDbCfQbJfiLgOwFa974zi9Ya5CvROvORM27y4ciZy2CNhHwkWGSp3dYm4OzL/vRfpxSE1cRwiliNvWMpbpwwCKX1WhRX6SCDmacAiJHLwC7uZykBYgAoYuTokByD7I5JiJEBdVoTOiTFgN18VSYDhu29AapzJ3Bkys6wFVYnTesBpUqDTQdOIyezGxr1FLHqz0KgOuIEjp0txzWjM1GjFvyK/Iw8hQgIBGhtkCcQgegjQOs++ubc3xGTr/hLjuqFCgHy4VCZidC1g3wkdOeGLPONgLMv+1ZbKF2XHo/dm8uRIA+jHKuK25fgugmDUVqnxQPDU/kl/y9sb8Irl3Tgz1/f3YR/TBKef1dswpmycp4KYOaIfth06BRPBXDH+AEYuHkCVBXFOHrlaS7ShmMqACasZtRqsem3U8jp0x0NWhJW/VkI0VLns1XrRYd664xLRd9nv95cPboPVJYUE+Rn0eIp0TdOWhvRN+c0YiJA6558QCoB8hWppKhcpBCgPUCkzGTwxkE+Ejy21HLrEnD2ZX96r01jwmpZeAmrMbd9jOsnDkFJjRY39NTzS/4/O5uIvw+V8+fflCfhocFCKoB9hgzs+u0IjOpG3DJ9ApZtLOSpAO69NheDfuyFGlUNjt2gQi3PsfpD+OVYZcJqnRYb9zNhtSsadWZ//KB16xTtwzM/ltv67Dp+Ah4c3YhvFhSh0x3jcXHGOXyzoBwXzB2OQR4tY+WsdVpjCK3dX+DH9OnKDVg0b5ZLw1uO1Yl2xn+9GdMsrIaVnwUen58tMr8pRKFdbcHnU1rQXmv6vZ9mhlk1WhthNmE1J/DvpeUYyr8zrLbbH6Olfo+0xbjD/7ukLagFo8/IXfeW750BOXhpWmcLukD6XSDbCsbMBr7NyPWVwLNqUYsOe4RUTLXtC7yd90SfT7aIs4TKUbkHEN2jujtfdz7n8OajEqCHWZGo9BG/5sh1L5hz5RW4oZ9zY+7OY52Pb6F8jusXoDav5OzL/hikShWE1fhwiliV3/o/XDdhCE7V6nCiWscv85fLLGkAWEoA9lxmhiIGSIlXoFOKgr+nM5qQHCuHXAYYjCakJyh4GgGV1gi5GVjySXgKq+3qddi4rxhDe3dFkz7EhdWifXh2JXDrw8Mx0MFjz+GbhUXodLv9JtmbS/tTx1ubnj5v7f5aYqt43c9WCcLq5qPiQqpzraLSclw9pg9qtYJfhY2fBR5dC1oMtN8Eur0WDC2CqtLaCK/JPL9zG/Krk1HRrh8esP1IES5rI1zsDC+f8MfayF33go9VdACGTLeeVwXS7wLZlj8z1/p1ItdXWp+l2x5rTuC9T8oxxGUvIMXfpJQJobGGgSlRtwdwu0d1N1n2Phed/hd1PuL3upXqH+7KSa3vt4FRX9HZl/0BUpMah92bwkxYxXVvY/jI0YiPlUFvEIbNcqby/KpMVJVbn1vyrVpzr3LRVSgriLFCOZaWtLFJi+VfLEP6b+955Mjys/paQMazugbwIQM0WgMueSIfF0/rgXaNemzcW4yhmV3QZAhlYbUBmz7dD8wYj4vbOfM4h2/mW37payfyfHwy1m4TolyHs194stgzSznRz6yfF2Ifr5WKy9mv3rxfZsdWrD0v2MCiBx8Yw36NFNrDAGBfVRfMva0vOvD3LG0M6ILhvzcKUbUu9gdwfoPY1Gc/WoTV43Vw99y++6KSc7h6bB/UWiKhw8PPggjQr6bt/VnM78V81NW3BT9tbPZHB9/1yzCqZEeA1kY4uQM7hheh021dcODTRuTyY7XddwI/Rjuvu+Zjedfx2ei0rdxyLHe31py+E36v598VU6q24rPfAQzIwYvT7SIBbd8T1vdpDYeDR0Xuurf435VdcKAAmG07nxE7zxJfO/xcyK3f+3D+ZVsrYudY4eAlgo2R6yshNAfVJ/De0npMmWcffGF3Hs7Pe3Iw5GghKsZZ9gLH9+HZglTMvS0Z+bZ9hNMewO54fX7HNizYVg+gC2516CeEOISIKdG1B/C0R3XnT+72rkC0+Fl0+UhLFqbEvaCD1mCt0w8VS617RatuwfaDTt/ndnpIs7bh6LuO578tGU/k1XX2ZX9GWJMcKwirsjDKsYoLroKp7ySY41JhNhlhMppgNhptfyb23MRemwD+3CT8mc0A+xN5yHR1SKjcg/jyAo8cvUqkIgWCKayyHKsdGg3YsPckcjK7hvbNq9gv0auA2bdaN8H2qN1dTiGEzu9jJ0Xscjb2a+KPwK1z2UmXp8+AI2t+wob2E4RoJlaPnXi59C2E0g+xa6+CCViWCCiXNn5sFARa26Wn/iy7tqvzmSUVwGbLpf/stfXBI1mdUgIcO3sO13JhVSgVFn7Wdnjd9GzxU7tP+Y8D/Tz5qDe/j77LjYI9rbQ2gk04gO2z75LtyXhgWmd+nD+Qbb2cyv1lefbHchbtumAbLMdyb2utEPw7IasC7y09hk5s7bazbP7594awjgUbGrDpM8uPhzyljafvLlrDAfQIv5uK3HXfvBY6bbf6p6fLVp0/8+b33s+/3K0J+3MsvyeuDSpGrq+0AUwPXQrH53ohiMJ2mazjZbC8TFU/vi9gz5dhGB5wSCnm6bhsPecPrXGHojVRtQfwuEf15E/2aewcU9oJe8vIfkSVj7RoKp33gl0sWobIXtCmNfj2nS2ulTi273j+26IBRVxlZ1/2Z4DVyYowFFZ9GalXJdSXxuA99rS1hdXpPdDRIqwO79U5tCNWWU68VcBNPgur9htQXw4y7uoBKNpvl+c1xU0OJ7F8JuG9Gf505S88FcCWY7Xc8dlre2HV+r71vWOlFZg1tg/q9BZhdc9JhLyf+bakW6G0u7xfnvzLl89aYQhR0AWtjfCZ5MNrfsbB7KnCppsdy491tuSR9PQDXUu/Rzy1vc8hh3LOlcw2WsPh4FEhs+4DfrGR0yWqnzci95Zk5NtSLjlfVujuklYp77OZdi7ntCZmWtaEzymfQseLPl1lOX86ajl/WuV0/mR533b+VGY5f7L7YXp4zxA/Tw8Z3Myf9qGwQxbm3WK5eszed9h+YjVw0y2dcejzfQBPdyHFBxux6fOt+Ln9cLx0hfWKg5AZdMgZciyafNjmU26Cf5g/2s1Qjssxzd7/osfPospHWrRCpV7i7+93rn06RU8pKiilgLtpdPZlf6a7KkkQVuNkJshmTcr2eGrHLqEP9iMY0Z2BtNkrgjYQVjs1GbF+zwkM7dUZ6pBOBeApsXwwN8SWk37rja6q9+PZghRL9KpUodapjTCNWLVfC5/ZiarsfSFiVdgwWB/HSytw7di+NmE1PPwskCs+EG2RsBoIiq3ZBq2N1qTta19sPe2zpHix1mW//A+zXMXgLnokmMKq2A9uJKz6OrNtXT6y1r1rhN8ydGlOgcEjqqWsiUCcm1ln1tM5YFvPvm/9R5av+Db21ivdiE2fbUXFOLEfqthn+4BxllQXPGDD0/m8o9VC1FaK5Xuj9UYUbj1F1x5A6h7VfhY9+1w0+Fl0+UhLVnBL94JSv7Od9YrICxJrySx4quvsy/70cz4xhoRVX8CFprBqwvo9RVxYbbJEFvoyptYsy75kFh7rgof5L9COX07fLixCR56w/hwcnxfi3EXC5fmO9Vk5d58Bh3/6Cb+0a04F8Nz2VKHfon147ngXvMB+rWbPVzbiMpd+mW0N/JftA9l2bdjKtia14PV1cf80h8Y3Od3UqqiMpQJgwqrg+eHiZ8Ej5k/L9v7sWN+tj8K5jvOasK4Vf+yhOlII0NqQQqkNytgfvy3ds3V0KOsKXN/P3TrxdCyXutYktm1DIrXdNmBIXbolEDnrXtz/ztluZiWsicqxbN2wyG9350Lu/N7T+ZfTenO7JsLbESPHV0J1Hux91PVIbtvAAAAgAElEQVQ8iu0HNlYn45ztBob2Zdz5oHWs7PP9lkjXUB1/29sVbXsA93tUKcc0sXP9yPezaPMR/1elu72g1PNTX84pPRwLHb7r/R9NJNZ09mV/xliZKMceFrEKiliVxC8UhdXOajMXvIb07Ah1iAurDDL/Be/XBhvvrlw0beB3sO1kETidnws3UWB1UnC57W6hQji7+GeseeFSIuHmVc71LO/zJNENIv1azON3KD2OMvbSoawkdwn7QkXllZg1ti/q7YTVcPGz0IHv6bILTz7q7rIO4MhPP/Mb6AhrJzl0hhpFltDaaJvJZr5/IMuSBsBqQtF+PHu8M168Am6+RwC4PZa39JJop7bZDVEetkTPOlz27NgPreG28Z+W9ho+617ke4etk5UNzedQ/LVwU1DH8xsplyJ6Of+yX29u10RLZyO064ePr4QQRwe/YX45HC9aLtl3OWY6+7NDOgpPx2Xr+X9z2yFEIKRMiUYfFt+jJjueQ4ge01xTUfD9p50Ph9TkBsiYaPQR/9DZ7/eEFmx7OInnp47HQHe6iVX/sNtDRrmWIXW+nH1Zaj37chUJMuzZXI5Ys5FSAUgBGHLC6rQe6KI1Y93uIlzQoyPUBimjCKcy7qP9wmkU4WrrifJKHrFabxA8P3L9LFxniOxuKwK0NtqKfMv7dR+V0vK2qYXIJkDrPrLnN5CjI18JJE3Xtug4Hly+rHXy4eAzDvceyEfCawbpuOl+vpx92Z+ZrYiXYefGMsTLDCSsSgEYasLq+Gk90F1nxtqdRRjSK0KF1QVF6HgHSxEgZYaoTCAJFJVW4rqLmoXVyPWzQFKjtqKBAK2N8JplfjK5zXqlRAouo++U8JrAELGW1n2ITEQYmEG+EqxJEnKvrjtPx/FgEba2Sz4cbMLh3z75SOjPIZ3/SpsjZ1+WVsuxVEWcDFvXlyI9jlIBSOIXasLqmCt6IFNnxpHTFThTUY++XR0zl0oaFBUiAiIEDp2sRHavNFzYryMaLBGrR06Rn5GzEAFaG+QDRCD6CNC6j74593fE5Cv+kqN6oUKAfDhUZiJ07SAfCd25Ict8IyDmy761IJQui5Nh08rT6JiuoIhVKQBDSVjNfWIDxlzRC1kawCQHDnNxtU7KMKgMEfBKoGcnJqp2gN4kg9bU7PmCuEp+5hUgFYhYArQ2InZqaWBEwC0BWvfkHFIJkK9IJUXlQpUA+XCozkzo2EU+EjpzQZa0jIA7X/apVTNwKg7YufoEMtISSFiVAi+UhNWpT/yEnEsykWoE2kOOWLlgXVKsScpQqAwR8ErAYJJBZxT3evIzr/ioQAQToLURwZNLQyMCbgjQuifXkEqAfEUqKSoXqgTIh0N1ZkLHLvKR0JkLsqRlBDz5spSWz5iMaDAYcfjX00hJSSZhVQq0UBJWr3nuJ8gUQJ8R3aBISoDZIqxKGQeVIQJEgAgQASJABIgAESACRIAIEAEiQASIABEgAkTAPwK6ynoc2XUaiQmJiE9MImFVCsZQElav+79foFE38j+9TgOTiSJVpcwhlSECRIAIEAEiQASIQKgQMJvNoWIK2UEEiAARIAJEgAgQASLgA4Gk5FQkJCYjPjEZCkUsCatS2IWSsHrjy1tgNBhg0GthNBphJmFVyhRSGSJABIgAESACRIAIhAwBElZDZirIECJABIgAESACRIAI+EQgLj4Bitg4xCgUkMnkJKxKoRdKwupNr/4KmM0wmYxgJ+UU7yBlBqkMESACRIAIEAEiQARCiABFrIbQZJApRIAIEAEiQASIABGQTkAeEwO5TA7IZJCxv1mTsj1qczKvqqL0zt2VlCHAnbR2cyL9BWNMGq0BlzyyCrX1DS2HTi0QASJABIgAESACRIAIEAEiQASIABEgAkSACBABIuATgfTUFHTu2I7XIWFVAjqvOm0rCqsj712GKydmo11yrATLqQgRIAJEgAgQASJABIgAESACRIAIEAEiQASIABEgAoEisPSnQ7CKqySsSqAaSsLqc5/s5aLqobNNEiyP7CLahtqIGGBCXIxf4zDHpfhVjyoRASJABIgAESACRIAIEAEiQASIABEgAkSACPhPYNeBYky5sB9FrEpBGErC6vzvDpCoapk0JqxOHtFTyhRGXJntB0tBwmrETSsNiAgQASJABIgAESACRIAIEAEiQASIABEIAwJMWL1pykASVqXMFQmrUii1fhkSVilitfW9jnokAkSACBABIkAEiAARIAJEgAgQASJABKKdQEQJq4OGjUJDoxqNTbXQNNahqb4+oPMbSsLq2yxitYTSALAJ1jVGd8SqKZaE1YAudGqMCBABIkAEiAARIAJEgAgQASJABIgAESACEgjsPhghEasde3TDrDkPY9+Rw+jVtTfOnD6OlKRYNNbWQduog1mmQ21VOeprqlB7/jz0Wp0EPI5FQl1YNZ+35OjUWOzWACr2XKMS/mUP+/csry+5zfNl9OYGMYFaZWsrPiUFScoMn3l6q1Bfdx7H9//K+4FSiS4dO6Fr7wEu1UhYlSas1mtkaKiTIUkByBOAmBgzEmPNkMm9zYTvn8thQlKMETEwAmYjGo0KGBCLoHRmZ97x0iZkdUvy3WCqQQSIABEgAkSACBABIkAEiAARIAJEgAgQAR8JRIyw2ueSazHt4qnYffQQOqRloOjkKWT364czZ0+iT8+eOH78GLIy+6KmpgapaYlQNzSgru48TIZGNNXXwqDX4vThI9A2uY8CDT1htdFhus0lCiiV6SgsBObOde8JtVpgzpyNUELFC137yESPbmNuaMA1k3uLllny1UbMX7wYjz/yDJKUSh/dz3Px77/5FEOGXYTs/v2g1+lxYMdP6NH/QmzZtA7X3nCbrbKusS6qc6yaYpO9cj9WEoOG8lrUM+1dAygUMiQnm5GeAPTsnYIY/+6bJdqvHGYkGGuh0ephMJh4mdg4BYwGI2QJaTArErza62+B46Vq3DS+PXYXUzS3vwypHhEgAkSACBABIkAEiAARIAJEgAgQASIgjcDug6fCP8eqLDUDj739CWKbNDhVWY26ujqYZTIYTCY01ddBLpehsbEOyvR0VFdXoXOnLqiqrEDHDu1Rp6qByWSCXF+Hwj0b0FR2FjqtUZRe2AirBbWY+3i66BiYqApNLWbNKYSqeDEyB87CXV6F1RJcM3m4aHsLvtqInEwl5j0/3ydx1dxwBijf6Npm+kDIOl4o2lfl2XL8uHod/+yuu0lYZRzYzavEhNXv1x3AZeOykJqSgM27KnBepUOjQYbKkhoAKqhNMUjvNBQT+wMxhnoMGdZV2hFDQqlEI/uhwoCyc1Wob1BDESOHIk6B9spUxMYogCQlZLEJiIEJJUVH0LXfYAmtSitCwqo0TlSKCBABIkAEiAARIAJEgAgQASJABIgAEWg5gYgQVvvPvB2vPPYMDAAMBgPUGi2adDrUa/SoqKlBdVU1qmpUqKqrh9xsQn1jE9JSU2AwmpAYK+eRdQpjE1KVHXFozTsoOV4EE+Jd6IaSsPrWtyzHqmPEqqpIgcwu6cjPP4V//MM1wtQqqrK0ALPuy8esgTkoPJKPOU9f6dmTqkpwzRVuhNUly7H4yzxb/edffFOaVxZ9ipyBSigzhSjXdBY9qwGWr1EBXbOBdmNd2ln8309t7835U7Owqm8SiVgtWoAZIx7BLluNu/FF3fu4VJp1AS61Bn9P+yey927Gff0C2zQTVo0Kx4hVo8mMFasPonOv9kiOT0R1ZQOKVYBKJTBOb2eCSaZF/dlzUGbmYnR2PS7oHzhhNclUi8rKapSWVyEtPRVGkxw6TRP/AaNntw6ATAZ5ohIyXSPKyivQo/8QmOF1dUkCV1QmRKzuOulbxOo9j3/s0v5Hr90lqU8qRASIABEgAkSACBABIkAEiAARIAJEgAhEJ4E9h8I8YlXWvive/V8ekuOToIWZR6fKIQfkMhjMgAky6MyAWq9HrVqHmiY1qurq0KjWoFqlQkNDA6rLypDerj06deuDYx//FZUn90Mvc80Z6lX6ESkgC5BgZHNPGaDRGsCE1YNOwmrtQQUyM9ORt+YU3n7FUVi1F1WZvjZnXj5yB2aiuLgQd3oRVmurSnCns7CqrcXGwkIUHinmgh2TR/PyCzH3aWnCquzgp8idxWopbaIqH6OqEEsKMnleWP5gOWH5vyr0vvQZ0VVqcBZWf74fnW5AGwqpzmYGV1g1OAmrrPfl60uABCWUCUqcrTej8qAQHTx2Yh+MG94dDU0avPvffKT3GorRvTJw4YjA5SWVq6txvvI8KqrqkT10GGIUsag9X4GqsrPQG/To2b0Tj2I1GU2obWhC576Bi1g9YRFWd/oorPaSn3LxrdMm8fQX0flVQaMmAkSACBABIkAEiAARIAJEgAgQASJABJwJ7A1nYdUsA0bf/igevv1OlNfWIS4uHmYzoDMYoTeZYDKbwTI86k1mGExm6Ewm1BuMUBvNlj8T1AYj6vUGyE1G9GlQYevHj6Hy1CHoZO1cvCW0hNXfcPCMY1Re7Z4GZA7sjby8fXj77eYIU2dRVaVRWYTVHKjKC3HnU54jVmtLS3DnNXYRq9paLM8vhDIByByYwznlF+QjPz8fM254FLFxrtG+zjBlhz5F7jQlz/HJb07FHqpiAOzP9bEgT4neU9wIq2r7iNXjWHTpXcCHnqJDmdB5FT5h3cxZgYqF0wBYxM9XhuC5J//DDbjwlcNY9WCWxRj3dTAH+OTgDShYPxM/XzoIz+0UqjTX909YfeiNVS4g3n10hsN7LGLVEOOaY3XJqhIuWiuV7A8oK1yHcZNzkNm9OQ/ugv8dQFxqBkYPycCFg8SF1S9WbHWx4Q9XTfB4JJVrBGFV1aBD30FDbGXVjfWoLDuLXp3TYDAYodHqUFffhG7ZQ922l1BlgWlXQtN+tNvyJ8qFiNWdJ3yLWKWvBiJABIgAESACRIAIEAEiQASIABEgAkSACPhKYO/hMI5YTeo/EgsXfoyKmvNoMiigiI9DvEKBOIUcJi6kmqE1GNCo06NJZ4TGYIDOaESDzoAmvRFaowlakwm1egNyOmWgW30NPl34MFQlh6FD6AurB5yE1dPbGpCT0xuLv9yHj98XhFAxUZUJmbPmsVQAmVxYveOF5svqxRyorvQA7rxmsu2jjds3cjF08mThPdYHSy+Ql7ccTQ2NGDjmCq9+WHfoU8xiwqql5MYCIUKVtcMflojV5tfC28JrFXrZiaxGe2GVpQD4M/Du+rno68aK9Q/HYtWVevxrqr0IaxFOrUKrU9SrpzqHHQRYa6esveWYwdMP+Cessnjrh95YYxvFu48yAVjuMComrOpFhNWl35WgWKNEplKJzC6MmwpThqciJdlsq7+QCasdMnHRQDmG9xcXVicOTHWxYcuRes/z23QeDXX1KKuoRvawUbaychiRZKxDbV0DF1UbGjU8PUBXD8Lq5H4y7Nixw9bGmDFjsLGoeQzOhpy0CKs7fBRW733CNRXAB69SKgCvC5kKEAEiQASIABEgAkSACBABIkAEiAARiGIChWErrCpiMW3eK5g5fjwqa1WISUqF1iyHzmi5C7lMxqNXmXhqhAl6k/Bco2cCqxH1Oh0adQb+nIk8UzM7o+lsKZb/9xGoig9BK+/g4hYhFbH6zW/47bRjjtUz+Y1cWGUSZd6X+6Cy5C1lYmTzcxUXJ7moyt5XFeIvz9/qcQnUFx/EnTc1C6sLlizBrGmz0LtzukW4FQTPwiOn8NM383HZbU97XVL1hf8WhNUEJU4VF6OwWIlrxlku/xerbRFa9xUWY9WJizBgyh9tpUzaekwe0VN47SSsnvj3JIx7sgDAOLzAc5zaRZ5aWrj9GyayOouf9q+l1gHABVkh4tWxT39zrAriqpioynpgwqpO5iqKvvPlWcEEDZtvIbcqNMV49glhrlV1GnzyXRGUXTIxZoARA/qkuZ2zSYPTbDZsPlTndW519VXQN9Wi4rwKvQawVAAKXqfy1GEYDcKN4XR6A1+f7NF7kBD17O6Rmy3n4ioTVfOPCevb3aO4QsMjVrcfd1wb3ozOjD2NaY9usBVb88YUFOt7eatGnxMBIkAEiAARIAJEgAgQASJABIgAESACUUxg3++ncdOUgZDNmpTtPgwM/H4zQX/4ko+044VTcP/Dz+Js+Rl+g56MDl1gio1Fo1YPtcHADY6NkSNGJofWaECT1gC1nv3phUhWoxFqgwkNOj3kegP+OGoAduzcg/WfPI3aM4egkXVyGa9XBK2ZY1VEWP1tjSCssgfLo6pS1QoRnhZhzSqwsX+t76s0xV6F1TPFBzHXXlj9YAlmzZoFpTJdyIHKBdpanm917cqFuO5Pr3n1FZuwyvKBFoBfrj45k6UBsBNXLdGprI9alQqqchXe2dYNw65+ESkdmkUvB2FVNDrUWSQVEzm9CasS6jBR9bWBKODRslL69IrJUoCJiY6Rqtaa7oRVl5bZ6rbzz+Mnz2H1vhSwe4ddleuaSsC5PhNXpYiqvJ7ZhNrSIn4Tufj0Tsjo0LyWZDD7daMqJq56E1VZ1/4Kq6yuVVwlUVWqX1I5IkAEiAARIAJEgAgQASJABIgAESAC0U0gPIXVpFRMe+Af6NqlK+rr66BQxKJbZhYSYuN4LtV6dpmxlgmoRq4lxciZKCXjYqrWZBaiVA1GHt1a36TG2E7pyOneCes2bsWu716E6vQRqENdWP36N+x3ilg9sPwscnKG24TO/ILnHb07AfxmRipVriWSkYmuhXjolQc9roKS37di7p3X2MosX76c3xgpZ9xkLqwWWwTc/C/nI0PZAz16ZyA982KPbTZsZxGrggBsi1ZlLxIs0ZWstkaFWlu0pQrz16gg63wNLpjmmGvVrLOLWAXAo1S/YzlPrekA7EVOdvn/IPxwnX3+VNaZJ2FVYh0mrP54jZCzlUeuHrCLkvU3YtXzAYoJq1r4fuOpL344DmP6IAztfBbDB7r+iNDSw2JDdTk0DTVQa43omd2cZ7Wl7Xqrf6pSiFgtOOZbxKq13T5xp3FSR5Gq3jjT50SACBABIkAEiAARIAJEgAgQASJABIgAsP9oGEastp94NaZecxNU5ythNpogT0hEx+59ER8fiwRFDL/EuMlgQL3OwC//ZzeygskMM8u7ajRAy29uZeb5VfVqNWYP6Yf0eAV+XLsRR1a/gaozh6E2h3bE6r++dk0FsIUJqwOH2yJVCwufR96X85GTm4vFi/KABGD+ovkoLrRces0vry/2WVg9deoU8vLy+GXk7I+LowV5KC4uxJxxSi66VqVP8iiucmE1F8g/IuQAHd6l2JZX1RphK4iqgtBaXFyM+flKTHzweyg79HBYu87CKvuwOQWAUNThRlQsXcCIR7CLf3I3vhDNg+oktEquY70p1t24ffEBZNvSD4SGsNqkBU6VNmL3USViG0/hpuu6Be04eO7kIR69mpDWHinp7RAT6/2mZi01pqXCakv7p/pEgAgQASJABIgAESACRIAIEAEiQASIQPQQCDthVZbRGRPmPAoZy5yqN8JsMiAxLQM9+w2G3mzi4mmsjN32B1DrjfzGVSxS1cC0VUtKAwPM0JuB6roGjO+kRHbHdjCoG7H5110oWjsf588cgNrc2cULQikVwL++3o/9pxyj8rYuK+XCKosgZYJk4ZH5KC4vRO64WZh33xyLsLoY+flKsHvDM1lVqSnGg2894NHjzx7d1hyxqgVqNbUoLi9Gfn4+Cgstl++rVMjposKsHKD3wEwsKVBC3vd6JHYYINr22U3vIXccUFxuya2qahZWuaDK1FqeZkAFlUqFvCNKHFJdjBsfftO1PX1Dc47V6Fm7fKQsYlVjTpQ86nPnjVh3KBGq8mJcNkqOAf26SK7ra0Gj0YCqkuOAyYjUDt2QmJrhaxM+lz99XssjVn892uBzXapABIgAESACRIAIEAEiQASIABEgAkSACBABXwj8duxM+ORYNcuArpffgu7ZQ6BurIdCHgOTyYC0Dp3RtXd/FpTKxVO5TAZFjJy/ZhGrTXqWd9UIvcEIo9EIk9kMvdGEGIMBM7J7oF1aKurOV2DT9l04/csiVBYXogmuglPIC6tLS5HJbkqlUmFxQSFQPh/zXxXSAbAUADxi9dXnUayaJfiIBlCiEA++9ZRHn7EKqwuWLHdbjgl1qoLFmJMDKLso+d/za4AJd3woWufsppeR2SUTmcpioHi+rQzPsKpRCjlgmfhreV54BMi6+nUMyMl1bY+EVclr/kylHGVVKgzrk4SEeOGmUsF+qOureTqOuGQm5wf3QcJqcPlS60SACBABIkAEiAARIAJEgAgQASJABIhAM4GwElZjumeh59SboWuqg0IWAzmLTDXo0alnFnr07c/zqxqZaMoEVLMJMnbDHjNgMJl41KrGKHzOIlYbNDpM7KxETtf2qNcbUVV6FgcOHUHR2ndQV3oYjWEorFadVqMg/yQXVvkl9NYHi/q0e87vEM8fwvtPSxBWF3+Z53XdKKFCZkIx5gxUYnGhCqNu/ge69J8gWo8Jq8Id6y13rmdBqjw6lQWrWu5kb32PC8DAG6uOittAwqrXuYmWAiSsRstM0ziJABEgAkSACBABIkAEiAARIAJEgAi0PYHwEVZj46CcchPMLOpNp0FMTAy/MZXRoEWvASPQpXtvfrMqs9kMs5klCgAXUZmwajabYDCDR6nqDQYeyaow6DCtT3coYhXokJaEE0eP4rffj+Fg3qtQq4qhkXV3mZ1Qilh9UyQVQNu7E1B1dCu+mv9XXHX/6+g5VCS6NAhGyqJcWFX7kAogCPhDrsnx/VOwjVIBhNy8kEFEgAgQASJABIgAESACRIAIEAEiQAQijcCBcEkFoMi8AMbBE2FsqkOsIgZyuVyISAUwdMylSElPF3KsmoWoVKPJBJPRxP+VQcYv/2d/gAwqrRbjOysxuU93VDZpkZ6gQOG+31BcUoLdXzwPY2MZNDEhLqwuc82xGmnOKXU8MkN051hVm6TnWJXKlMoRASJABIgAESACRIAIEAEiQASIABEgAkSACHgmcOB4GORYlSWmQD/2GtRotSxNKI9WlQt5ABCXkIRRk6ZBLo+xRKuyiFWA5WNlUatMTGXRqixMVQYzz8Eao9dhRt/uiIuNgcZgQpeUeOzdux9lFWUoWPoMFKZaNMm6upALqYhVElZt80PCKgmrdKAnAkSACBABIkAEiAARIAJEgAgQASJABIhAaxMIfWGVqZkDx+NEag/EahuhiFFAFiNHjBww63RI69IDo0dfzPOommUymJh4yjMACHeykvEoVTNkMhnMckCrM2J4+1Rc2q8nGvUGHt0aZ9Ri6869qKwswa5Pn0W8woQmdAppYfWJj7aiVCVvbX8Jyf6YsBoJj4S4GL+GQRGrfmGjSkSACBABIkAEiAARIAJEgAgQASJABIgAEfCbABNV01NTMG10D8hmTcq2XFgv3p7Ma7im33bYKrJL9p0fsvQOKB8+HdWqWsTBIHwskyNGxoRVDTpnDcWQC4ZDZ2DxqexCf4DZytpiUassEQAfGBdYgUSYcF3/3kiIi0WdRssF13i9GnsPHEFFyWEczHsZCYmxqNN1sLTWbJFXBCIFxMbUIlIyQKM14JJHVqG2PjIExRbxoMpEgAgQASJABIgAESACRIAIEAEiQASIABEgAkSglQlYRdXKOn3oCqumCdfhTFovyBrOw8wiTNnNp4x6mIwGGI1GDB4xAV07dYbOxMJTLSIqE12ZLGoGWAyggsus4GWGdkjHtOxe0BgM0BiMSIlXoKaiHLsOF+Hc79txcv1CJKakoUadzuJcHaYklITVm18rQI92seiYFtvKbkPdEQEiQASIABEgAkSACBABIkAEiAARIAJEgAgQASLARNWS6hAWVjvf+Syq2vdBfdU5aOpV0Gs10OqaYGxshCI+EYOGjITRxFKomqAAIGciqlwGBVdBZTzPqoH/awbLRHn3iGwkKhRo0uuh1hmQGh8LVdkZHCwuw9nCdVDt/xKKhBRU1CWFtLDa47o3yXuJABEgAkSACBABIkAEiAARIAJEgAgQASJABIgAEWhjAiGbCiC+fRekZA1HUp8LoE3vBK0iARqZHJXVNYiLT0TPTl14FKvRoIfeYORRrCzPKngEK4tYlSGW5WM1A6O6tsf0/r1hMJtgMJqgNRjRPkGBX3ftQrlKjTMF3yGmYjP0ZgVKquK4TGv/CKWIVSasvv/3WW3sNtQ9ERAIlFfXY+mavVBr9Rg1oBuye3Tk7w/oxVJq0MMTgfv/lUdrmVyECBABIkAEiAARIAJEgAgQASJABIhAGxJge/OWPEJWWHUQNpNSkdCpB1K690Vcx17ofdHlqGzUolpngInduMpsgsxogsmgh8lggNlkhNFgRKPRgPT4eNw7cgCU8XGoU2v4za50RhPSFcDOXTvRaIzByfzFyDD8DrVRht+LTYiLdbzMnoTVlrgY1Y1UAj/tOIoNe07gyvGDMGZQT4dhyr0umkilIn1cDy/4gYRV6bioJBEgAkSACBABIkAEiAARIAJEgAgQgYATYMLqwrlX+9Uu29eHhbDqILLGJeGJf36AuA5dUG0E1HIFiqpqUaxqQB0TVyGDwWTmwqpJr0NORiIu79uDi68xcnBRlWs+6kb88msBv/z/5Np30a99A06da8DB4xqkJCYKd8OyPLxqRK148yqKWPXL16lSgAm8vWwLZJDjpkuHITUpwaV1OSmrXon//d0VJKx6pUQFiAARIAJEgAgQASJABIgAESACRIAIBI8AE1b/9dBVfnXA9vVhJ6yykbIbVLXvlo2Ro8dDqzPj8qtvQEb3Hiirb8LJKhVO1jaiXGuAQa/DH/r3QPvkRNQ2NfE0AA1aAxIVchjrKrFl936kK9vhp//8E6nxjahr0EMOBRRMgbV7kLDql39RpQglwCJVD52sxJ0zx7gdYYzXRRN5cM5XVkKlUiErOxK+hpYAACAASURBVFvS4J5YtJKEVUmkqBARIAJEgAgQASJABIgAESACRIAIEIHgEGDC6qv3zfSrcbavD0th1X60JrMZiWkdoNEaMGzUBEy+fDp6ZPaDMSYe5thYmOUxaFBrucjKxB6TGWgXH4PDRw6juKKKv/fJ60+hfbIcsYoYxCocRVXWl1eNiCJW/XJAqhR+BFhO1be+2op7r52AlMR4ElYtBF575WWUl5bxG+j16dMHf5n3V6+T++xHq0hY9UqJChABIkAEiAARIAJEgAgQASJABIgAEQgeASasvnjPDL86YPv6sBdWXUYuk6FJa0DvrKEYOHQkuvbIRP8LctC5Zy80GYyorm1AHAzYf/gg9m7fhn0bfkB6rB6eLl0mYdUv/6JKEUaA3STu7WVbMTSrO4b16+5xdNGUCeD7b7/Gpvxf8Nz/vYT/fLgIHTp0wF13/9nr7L/w8RoSVr1SogJEgAgQASJABIgAESACRIAIEAEiQASCR4AJq8/dNU20g27tE1FapXbbOdvXR56wyoZrp4TqjUDHrj2gNcgxdPR4zJh5A+p1Orz58tPQnDuJRMf7VInCImE1eA7sruXV98ow40Pgz6vM+GC6YynrZ/bvOpezlhk//xi2zs0Siq6+FzLWqOXh8FnrDzHsejx65jw+W7cPd80Y72K7VluHg4UH0NTUALVah8y+fdGvf38oFIqwG6evBv/jqUeQlJSCx5953qeqryz9iYRVn4hRYSJABIgAESACRIAIEAEiQASIABEgAoElwITVJ++4wqXR3p2SbO+dqmgS7ZTt6yNeWHUYuTwGOoMZWp0RyfEySI2qI2E1sE7rvbXVuFf2EvBn4EM8A7OTsspE05cG2wmmzg0yAZVX/xAHZlvLCW0OPrYVXGc9vgATspdhtvW1d6OivsQ3+b9BZ5Rj9KBMBxZ6rRaVpUXQqLVoUqvR1KSGWqOFIjYOF02cDEWshF8vwpDu+wv/hZLTxTbLY2Ji8MJr8yWP5M3P15KwKpkWFSQCRIAIEAEiQASIABEgAkSACBABIhB4AkxYfeSWyx0azuqWwl8fL22A/XPn3tm+PrqEVT/5k7DqJzh/q3FhdDCOLQHuzD6EZ8wfwD5o1bOwehwLJmTj0DPHMPilbCyzCqtcSLVvy0lo9dfWKKr39rItGD4gE53bpTuMWtZwDhqdFo2NTFTVOIirnbv1RPagIRFL6cfvl2FXwRZcfOkVmDLVt2TXC75aR8JqxHoGDYwIEAEiQASIABEgAkSACBABIkAEwoEAE1bn3nSZzdRBPVP588Nn6j2+xz5k+3oSViXMMgmrEiAFsEizcAouktrEUUsfnoTV4wsmIPsQi3LNdqkrpAf4M1aZH8VRkXYDOISQb0omc+/VZrNZ1P5n/vMzrhifg9SkBIfPlTEN0KgFQdVZXIU8FsNGTwh5Hv4a+N/33kT52RL8/blXkRCfgJrqKtTV1qB3nyyoqqvQ2FCP7r0cI3ytfb337QYSVv0FT/WIABEgAkSACBABIkAEiAARIAJEgAgEgAATVh+4fopoS8P6pGP/yVq3vbB9PQmrEiaBhFUJkAJVxOkSfS6ULpuNY1vnwpIpFa45VplY+gGmO0SlCpGrYqIsT7M6fr5Dm4EyP5zaERNX3YmqbFyPL1qDKyeOQmJCnMMwe6UboNHqeAoAZ3HVYJKh35DR4YTFJ1vffvFxnvLgL0+8iI///Trq62oxYvQEsLQA+/fuQGpaGm69e65omx/l/ULCqk+0qTARIAJEgAgQASJABIgAESACRIAIEIHAEmDC6j2zLnFpdFSW0vbe7uMqt/t6ElYlzAcJqxIgBaiIi5AqkgtVPGLVmgLAerMrZ2GVXfo/A7DcDIv3Mw+YH+U5Vu3FVU+iKpve1z/fhCFZfZGRJuQasT4GdpPDoDPwvKrO4qosIR3pnXoGyDtCq5namvP438KX0b1XP8y+60FUV57D9s3rcOS33UhISsb9j77o0eDFK/JJWA2tKSVriAARIAJEgAgQASJABIgAESACRCDKCDBhdc5VuQ6jHjcgg78u+L0G9s+d0bB9PQmrEhyGhFUJkAJSRBBD521zbWz8/OabVYkLq4JwyoJRXR7j52PV7GWY4RD5Kh7RGpBhhFkjTFz1JqqyIf135S4o4pLRp1tnhxHGy4CBPeOg0+ocxNUGtQGylG6QyWPCjIg0c7f9sgp7tm3AhRMvw7jJ03il7z55D6WnT6DvgCGYdPk1SE0XDsZij89WbyJhVRpqKkUEiAARIAJEgAgQASJABIgAESACRCAoBJiweuv0i21tT7qgPX+++WCVx/fYh2xfT8KqhGkhYVUCpEAUYTetmnHAJYpUiC4dIlzuD/BUAC8NbhZaxbt2Ek552yxg1XIjLB4JOw9DLBGsgTA/0tvYdaQEKwuKMGHkBS5DTYoHLugSz1MCqLVaVNSZ0GCMh0wmj1gsP3z2Ps6Xl+CPf/8nPl/0CmJj4zF4xDjs2boeWk0T4hOTcPtDz7od/7KfN5OwGrHeQQMjAkSACBABIkAEiAARIAJEgAgQgXAgwITV2VMn+WUq29eTsCoBHQmrEiAFoAjPnYpVMH/A5FP7h+Nl/H4JqxZBludXtTzso2ADYH7EN6HW6vHC4g3IGTQAaSnJHscb43XRhC+uj//1JCbPvAnbfv4eA3PG4cKLp6Ohrhopae18GtT3G7aSsOoTMSpMBIgAESACRIAIEAEiQASIABEgAkQgsASYsHrtFP9uus329SSsSpgPrxqRSAEZvNaS0LNdERmg0RrQ47o3SYzxjRyVDiABFrW6bONhjB8+BDFy99GocnmA/T+AY2hpUxtXfAKtRoP2XXtg1ETnHwGkt/7jxm20lqXjopJEgAgQASJABIgAESACRIAIEAEiQAQCToAJq1dOHu9Xu2xfT8KqBHReJSISViVQpCKRQoDlWj1fb0J2715uhxTBumrApvGnrQUkrAaMJjVEBIgAESACRIAIEAEiQASIABEgAkTAdwJMWL1iwjjfKwJg+3oSViWgI2FVAiQqEjUE6ho1+Ocn+ejQviN6de0mOm4SVr27w4aC7SSsesdEJYgAESACRIAIEAEiQASIABEgAkSACASNABNWp4wb61f7bF9PwqoEdCSsSoBERaKKABNXl/60F6cqGpGdmYnEhESH8UdyjtVATfTmXTtJWA0UTGqHCBABIkAEiAARIAJEgAgQASJABIiAHwSYsDrpwtF+1ATYvp6EVQnoSFiVAImKRCWBXw+exrf5B5CW1g4ZSiWSk1I4BxJWvbtDwd5dJKx6x0QliAARIAJEgAgQASJABIgAESACRIAIBI0AE1Zb8iBhVQK9UBNWJZhMRYgAEQgDAu//fVYYWEkmEgEiQASIABEgAkSACBABIkAEiAARiEwCK/apcab4ODQ6A2rrNWjU6PhAmRYok7E/4fb07Cbd7LlcLheem80wmgwUsSrFLUJNWCUxRsqsURkiENoE2K9itJZDe47IOiJABIgAESACRIAIEAEiQASIABGIbAIkrIrNr1cl1Den8NqcSAFBzw7gQwZotAb0uO5N/Ptv1wSwYWqKCBCBtiDw4FvLSVhtC/DUJxEgAkSACBABIkAEiAARIAJEgAgQAQsBb8Jq/cmDSO87hCJWW+IxXiXSVhZW3/0rCastmU+qSwRCgcBDb5OwGgrzQDYQASJABIgAESACRIAIEAEiQASIQPQS8CSsNhQftIHJyBpKqQD8dZNQE1YXzrva36FQPSJABEKEwMPzf6CI1RCZCzKDCBABIkAEiAARIAJEgAgQASJABKKTgDthtdFOVLWSaZc9jHKs+uMmoSasLphLwqo/80h1iEAoEZi7gITVUJoPsoUIEAEiQASIABEgAkSACBABIkAEoo+AmLAqJqpayXQYkEM3r/LVTUJNWH374at8HQKVJwJEIMQI/HXhCopYDbE5IXOIABEgAkSACBABIkAEiAARIAJEILoIOAurFUf2egXQadAIyMxmGE0GyGZNyjZ7qiHzqip67c9rgWDc6Mlrpz4U8IqglXOsvvUXElZ9mD4qSgRCksDf3iFhNSQnhowiAkSACBABIkAEiAARIAJEgAgQgagh4O3mVTKZoFrK5bLwzLE69bKhuDCnN2JiYgCY8f/snQe4E2X2xt9JbqVdEWmCdBQLKAIiIEhREVdXsYB/rKiAKC6oqKuru7jroqCuYAEpdsoiKC42RECQKlWkKf0ilyJKu5dbk5n/MzNJ7mQySSbJpL95nl1ukq+c8ztncnNfz5xPkqD+T/lZfS7/n/q6BKf8M4Ct2w7gm4WbLUmERBNWXx1GYdWSwHIREogjgcffpLAaR/zcmgRIgARIgARIgARIgARIgARIgASQ0sLqJW0a4c57rsGZDWrhDOdY4KQEnCyH1HmvYeiLj86F6DgGUQJ+XPEjps1YiT+OF0WcJokmrL788PUR+8QFSIAE4kvgibe+YCuA+IaAu5MACZAACZAACZAACZAACZAACaQ5gZQWVu+7qysu73UZsnOzUP2PFxVRFackSNfu84T98K5v8Hv+ajjKT3sqWEXRXc0qQZTU/0kilH+dThEOhxMOp9NT5SqJ6piyknL8sH4v9uz9zSutEk1YHfsQhdU0v+7pfgoQeHIChdUUCCNdIAESIAESIAESIAESIAESIAESSGICKS2sPjmiD86/rA1sdpthiESHE/nb96BBq7Yoeuo/KC0pQ0lxGS7+ZovPeEksx/H976O4OAu/7d+K5q1qQ1Fb5cYBkghJElFYWIFlS/fgk7lrE1pYfWnon5I4ZWk6CZCATOCvE79kxSpTgQRIgARIgARIgARIgARIgARIgATiSCBlhdX77u6GFs3rQxI1laVKO9XK3qryz1XOqI28s2w48dQMlBSVorS4FB2X7fKE5I8D67F34yw4nQ61/6qrOlX/ryiLq6IEh1PEl/M34fDhE541Eq1i9cUHKazG8Zrj1iRgCYGn36awaglILkICJEACJEACJEACJEACJEACJEACYRJIWWH1hb/fijot2kKSTgKQK0t9H5LkhOg8DbGiCHJFqlJ9qjyUE63ke/9xON+B5m0vwrB9A7HjJLD9FHDqdt1aUjlKf5ukiLa/HS7ED8t3YtacVQkrrP57yHVhpgunkQAJJAqBv036ihWriRIM2kECJEACJEACJEACJEACJEACJJCWBPTC6m8/bwzKoc75bSHI7UZFB4SburZ0q5GGE4Wg5ZpB9ws6QIDvJqOf74/qZ52J8qLj6h37nmpVVTiV5Dv4PdWrlVWsaj9VCfYMtZ9qtVpno2Hzemi5ZAD2HSsDDv4C6Zk2XjZJsrB6ZIJSHSs6nfhuwQ68/9GyhBVWXxhMYTVoUnEACSQ4gWcnU1hN8BDRPBIgARIgARIgARIgARIgARIggRQnYFSxenrfVr9en3XeJbDZhMQXVl/65+2oeXYr5DXoDknIklVUl1OualRVXnX1SFVUVqWyVX1NhLP8BPZs/BQNWpyN6nlVlB6qkOS2App/lTYDTlePVdfPohOLvtmND6YtT1hh9V+DKKym+HVN99KAwHNTKKymQZjpIgmQAAmQAAmQAAmQAAmQAAmQQAIT8NcKwEhcPbNlG9hstuQQVsf863Y0ajcYmVmHAPFogBBoBFelglUWTkXA3gDlZcC+nxaipOgERFdvVVFUe6nKPVX1r8kVsNVrZKKgoBAfTV+RsMLq8w/0SeCUpGkkQAJmCPxj6tdsBWAGFMeQAAmQAAmQAAmQAAmQAAmQAAmQQJQIBOqxWqSpXK3ZojUEQUgeYXWsLKx2+AsybGv8oNN0MNAKqnLVqltctdWBYK8NCTalWhWSw1WhKv9boVawivK/Ds+/hSd+x7KFKzBt5sqEFVZH3U9hNUrXE5clgZgRGPUOhdWYweZGJEACJEACJEACJEACJEACJEACJGBAINjhVYV7tyKv2UVqlWpqCasyDbk6tbJK1S2o+t727wRct/0rt/4rP8tiqiy2yuKquyWAE/bsZljw+VJ8OD1xWwH8/b5reTGQAAkkOYF/vjufFatJHkOaTwIkQAIkQAIkQAIkQAIkQAIkkNwEggmrspgqnwyVdMLqmH/2R6PL/oJM21pdhCRItvoQnIchwaHe9q+Iq5W9UuXX5Oce4dQjplb2UfV63yW0yoKrLacxFnz5A6YlsLD63EAKq8l92dJ6EgD+9R6FVeYBCZAACZAACZAACZAACZAACZAACcSTQMoKqy893x+NOw5Dpm29i29lL1XRdh4Ex3bNYVRuYVV7OJW/KlXX4VVuMdVTsepQKllt2Q2x4KuNmJ7ArQDimXDcmwRIgARIgARIgARIgARIgARIgARIgARIgARIABBu6tpS06zUF4kg17tG+aEW1Xo/XhzVD00ul4XVDQBcJsqVqRAh2s+DrWKrp5eqUn2a2Roo2xBWlaq2etWWVQ/ffL0NM2et8hgUFIHBACOfIsIoAKVlDjS8+RXePhwRSE4mARIgARIgARIgARIgARIgARIgARIgARIggcgIDH31s8QVVkf/4zY0lYVVu0tYdfdSlYXVjPYQylerwqpceZrVGijdoLYD8OmlqmkJ4KdKVSus2rPqYP78Xfjvx6sTWlj9+VBpZNHnbBIgARIgARIgARIgARIgARIgARIgARIgARIggbAIjJ8xP3GF1X///TY0u/whZNo3KlWqklAXkpCnVK9KtrMglG8DHAcg5XSBdPo7V1sArbDqEl2VW/3lXqzuQ6rUW/69e7BWHmRlyzoL33yTj1mz11BYDSutOIkESIAESIAESIAESIAESIAESIAESIAESIAEUptAQgur/3ruVrTo9CAybBsh2eqiDOdg3o69WHawFno3r43Pd/yOsb1a4IlFu5TKVUmpaJVgFwCHJMHpFOEURYiSBFGUIMpjXP86RQmSKKJ6RjF61t6JG+pvQybKlYOwbJlnYP63BzF7zrqEFVZTOy3pHQmQAAmQAAmQAAmQAAmQAAmQAAmQAAmQAAkkPoGE7bH6z2dvQctOgxVhVczsgC/3HUWz+uejemYGzrTbAAjYV1KBQxUOiBIgyW1YBcBe2ZEVkiBBkJSXvbq4yn1j5SWqZUgo+KMcBbu+xIC6S5X+rLaM6pi/6HfM+cR9aJb3XMOQxrDH6s3Pzo5JVt1xzcUx2Yeb+BKYvmATyD92mUHesWNt9U7pHrt099/qfOJ65ggw78xxSsZRjG0yRi25bWbOJXf8UsH6dM9B+p/ef3eXTeqE7KuGpsKlHJYPZQsnInuIerbSovUHMG+Z3IY0vEfCCqvPP3MzWnQZhExhA8SMCzHnt0boUicbolNAwxw7RABOSYJDAiqcQLkkoVyUUO4ESkUJpU4JJcq/IsqcQJnynoQK0VXRCqBCcqJzfTtmrj2CkWf8CwKcsNlz8fWiQnw6N3GF1Y5tWoQXbROzdh7NxLFD23H7Va1NjOaQaBD478LN5B8NsH7WJO8YwrZ4q3SPXbr7b3E6cTmTBJh3JkEl4TDGNgmDluQmM+eSPIApYH665yD9T++/ux1TuiCr56AUuJLDc6F88RRkDFqhTF6y8aAirE58/KaQF0vow6v+8XRfnNvlfmRgPcrQAEuLO6BVjQzkQkCtbJty2/+pCgk/HT2NIoeIcocTgk3wVKdmZdhRWOFElawMiIIdTgg4UCL/v1yBKpe3qpWol9SxYdHWPzAw53lUtZUCtizM/64Ucz/b6AFqUJDqDTvGFauysLplX0nIATczIbtqDUVY7dfzIjPDOSYKBD5evIX8o8DV35LkHUPYFm+V7rFLd/8tTicuZ5IA884kqCQcxtgmYdCS3GTmXJIHMAXMT/ccpP/p/Xe3+M4VyOoxMAWu5PBcKP/uPdjuX65M/n7TIY+wGupB8QndY/W5v96EVl3uhV3agBIHMHlvd1xcOxdZ9gw0rJ6l3P5fWObA0l9P4lSpE6VO+UAquZeqjEXtDSDI9/xD/hfIstlRo2oWzqpeFbYMO4qdqrjapo4NX28+ivuzR6GqvRSCkIGvlzjw2f9+TGth9dbuF4aXnZwVMYE5S7aC/CPGaHoB8jaNKuEGpnvs0t3/hEvINDGIeZe6gWZsUze2ieoZcy5RI5M+dqV7DtL/NP+7+72uyOx+d/pc8DpPK5Z8CAxcpry6fPNhH2FVFkz9PeTKVrcAm9DC6rNP3ohWV9wFu6gKq3/feDk6N87DH8UiLjqrKtYeKkTHBjVwsqwcv54sRobcdhXyAVaypqqKpmphqvqzfIjV78VOHCmsgGTLQL2a1VC3ZlW0qWvH55t+wwPZf0eVjDJl7PylNvxvXnoLqzd3uyBtL7B4O/7p99tA/rGLAnnHjrXVO6V77NLdf6vzieuZI8C8M8cpGUcxtskYteS2mTmX3PFLBevTPQfpf3r/3W37oBsyuw1IhUs5LB8qvp8B8Z7vlbkrtx7xEVZb1c8JuG5SCKvPPPFnXHDFANidG1DsEPDX9R3RsWEedvxRgcsaVMeSfSfQKC8DHepXw4Kdv+OX3wsV8VR0yn1XnRCdIhySCFGUIIqi8l7LWlXRvPaZ2H2sTGkDkJ2RgRvb1sainScwKPs5VM0oVcB9vTQD8z7f5IGYyq0AGtfORv5RVVCWH+5WADd1PT+s5OSkyAl8tmw7yD9yjmZXIG+zpBJvXLrHLt39T7yMTA+LmHepG2fGNnVjm6ieMecSNTLpY1e65yD9T++/uzM+vBIZXfunzwWv89SxbBYcdy9VXl297bfUFFb/+vgNuLBrP9gdqrD61Mau6FC/Orb8VopODfPw7e5jaHd2DlbmH8ObnX6BrWQTJFEEJBGS5IAkOgH5X0l+zak8v3HFAAxs3xzrDhR7kHZomItvdh/BS01eR9WMcqXC9eulmWkhrJ5zVhbaNauGz9Yc8xFW/9ylVRJdYAcwfcQD2Pt/8/FsR43ZP7yMLjMb4b/j+uOcJPJm3oqfkQz8f53zEG6f1hRjP3sCXbz4+olHgsYgWXgHw6fEY/mV3vl+YBYGDnsPzZ/2vjYMxwbbIAHfj0vs5M+VF+Gd9wrnpbjqzQm4o2HsQMXF/9i5Z/FO6ufShMajsOLRyz1rr3jtWjwJ79cs3jjllkuHvFN/v+3xid25d07Fe7fG8CKPcfakQ2wjRap8ZiwF+uh+r2rXNTMmUjtSZT5zLrRI+s8t1++4fdr1ehl8Rw9tv3QYHcscDPrZcOBjDBz2Lna4wTe9D/99rV9U/45NDP+N8jfw56xVuRlL/2WbQ7uGgWh/78ia1h0ZV9xiFc6g63w/7UsMXwfccP+f8E/dWenu97SLGI0LukkIAxzLP0H5nUuUGWt+PpqawupTj16PC7veDLtjI4odwFMbu6Njg+r4+Wg5WtethlX5J9C+YRV8u+s3jL94HnJtJS4xVe61qgqpiqDqFlYlETcsH4AHLz8PP+w7rVSsyiJqu3Oq4J21v2Bauw9cwqpcsZr6wmrDWplo26SKQuHz9Sc96eeuWL2+03khpGS8hx7AjMcGYd/tX+OZyzS2rHkZXf/bGDP+E91fSFZ7/8WqX5Ac/Fdj9M3PA3814P4S8NKnesHValLWrJc8vIP4e/Bj3KeIe29hwNmusfI18NJi4Mp/YNlwjZg0vg/eOWcK3r05uQWC+MRO/byZ2NjNVH2+8IrY84yP/9Zcd3FZRbke9mGo+xoxumbiYlhybZqWeZcmuZKWsQ3p8pO/93wEXAl8jbu8fq9WLmNmTEibpvRg5lwo4Q2UW/rvIvrvKqHsk15jY5eDcvymuT4/7vT9/FC+o+TjoTffxP+5vsf/+ukwjMJf8U4Uv6/H1n9/n58G36Vdf8O0vDO6369j5798XQW/hn30jChfjjkzeiCj801R3sW9/BH8/bGdQDvgc7TExjvqeu37/fT5mFCvK/7bq2qM7AEcKz9D6YDvlP3W7fhdEVbDfQg3dW3pakhqvIRy/lOUH4JL5tRu88jQa9C+V19kZwk47RDx6IoG6NawGrYeKUPTmjnYeuQ05GrTr3b+hgkd1yDXXgLJWQFJKockOgBR/ld+LlevVgBiBa5dejOGdTwPq/cWKTvKrVjbN66Cqet+wfT2qrAqSYLSCuDzL1K3FUCDmhlo0yjXg/vrTYWen93C6nUdz41y1K1c/gBmPj4Y+/7vKzzdXrPuuldw5cxGmPZqcgmrX/2wA8nCf+Ub1+Fp/B1LH6kU7YxeszLaVq+VTLwD+65eB4uumIypfVXBVI7Fu+gJLAXumzMSnZVXV+PFW6ehyeuVX9ysZhqr9eIWu4Mf44G/vI/mf/0Kd/46DHdOb4IXPXxj5T0QN/9j56LlO2k/n5Lts8pyGGEumH555/vZGia6hJ+WfrENMSTu75WPA8//Zb/m96rBd89AY0LcNpWHM+dCiG7A/PP9nPp17jDcubxb0v0dFAIRS4bGLAfXvoIrZzXGtMeAf/4lHwO9vjfK383/CTz1FZ7uYIlbpheJmf8h5q/igDznJUT1O3bM/Hf7I2sThr8f/OgZpiMZ3sAq/+0Je6frw5sc6qwtW3Dp/KqYezfw1zGnMfTVi9BNs8b30xdiYr3OmNlLLf6LxcO56gsU375Y2WrNrzb8um8XSssdOFlYitOl8t3sUHRDWRMVBFW1tNkE5Webzab+LElwig4krLB6Va8LccF5DSDYBJSKmZgq/h+uaVYLGwtK0aBGNvKPl6BDg1x88vNB3CfOQJZU5umlKsl9VSUJnn8l9fCql8ruwGNXtMLqvaeVA65kYbVDk6qYuOYXDHbOQDZUeEWFpfh++S+eWAbVlg0GGInFESWHAJSWOXDzs7PRsU0LbNlXEtZy9c+w46IG2V5zv91a2RrBLaxe26FlWOvHZ1IB/vvEYOzr/yX+6iWsvooesxrhw5dvi+otFFb7PH/tTiQN/3WvosdY4N8fP+4S7X7AS/3+CTypi4XVkCxcL6l4B/H7188eHFeIqgAAIABJREFUwd0H7sR3w+SeGHIspqHJuDuxb4QmJj4xsxBmjJeKZ+wU1iuAFvl70DxO+R5P/2Mcauu2Ozgbg0bsx8BxjfDeiO/Ra9wbuN1d4W3dLim9UrrlnXqtd0u67xLhJGG6xTZURivf/BPeazgZU26C8r1zURf55wZey5gZE+q+qTyeOWc+uoFzS/1bqDIn9c/N75NuI2OVg3L83m84GZNdnx+Lu8g/uz4/Ds7G4BH7ca/n76nYRSGW/vv//PSXr9H/uzJW/ssRNXMN++gZUU6Fah/3gv3yPlHeRV3++xnfYWLdyzCzF/DBq2sw/xL558rq1Mr3Y1ex6lz9NYr6LVLsW1dgT01hVRtdMTMXp28dh2d7NsW2I2WokmlHcYUT59fJxVNfbEf9r0bC5qg8gMmgAFZZbv0Vz+PdAR2x45BcmSo3AgAuapCLwR9vRKtlf4fdoR5epX+kirBaL8+G8+tn+vj33c++h1dd3b55TC4wazY5gFlPDkV+v8/xpJew+hqu+vgcvD/2ViTTDc/frtuN5OH/A8b2fwF4wsV+XfIxTy7eQa4Ymf/LwL9mPYpOB+fgwXHAs2Nvxa9v3oAPGk7E2zc1xIHP/oJ7D9yBhYr4mtyP+MZOzf0Fje+J22dMfP1P3txZ9eYNeG4ZgK7PpsR1EOtIpFXeyZ+jj36PHq+9jv5pIMCnVWxDvXB0uaD8Ll3Zzfvz38yYUPdN8fHMOZMBDppb6t9CU/K16zXFoDT57DJJ0XBYTHLw4BwMfXQZerw2Hv3OBg78bzjuXdG18vND+/09EmfCmBsr/7W/S30/P9X8/a6z+rdK5UP3d2YY/gWbEhP/ZSPCuoZ7qn/TBXMigvfzZl8N22VXR7CCyalH92PAy0fR+4l2uKc2kL94PW7eVBufPtoIjV1LLJu5DCM2aterjXFjW6GryS3CGSau+RYnb/tWmbrxYGbqC6uyoyfb3o7CRl0hQVSqT50iIIoO5OWvQO2tn3hz9KOE/trsOhyuexlEm7e4WPfIGjTZ9T+/sUgFYbVOdQHn1bMb+rhsp8PzurtitdelzcLJzTjNKcDHTw1F/m3z8IROWL1mdiO8O+aWpBJWF23Yg2TiL385uK9gABY81BGrJvwZHzaYiIk3eldwxCkxTG2bbLwDO/UDXv6/fwOPz8P/FVTGBeteg3otXI6VRteKKVKJNyiesZNz/R/ogauXfafw9vrsiRGqePofIxejs82hTzD0sf24e2Z0v6xGx/j4r5o+ead+t5D/0Eum32mRZEj6xDZ0Ssp3nZXdKr9TKp8j36PHf8ajX311PTNjQt85tWcw58zFN3huGXxeyd/9Xt2HBzQ5am639BoVixw8MG8E7lvZFe++5Pqb9NAneOixZej+n3Hq54cSK+D5OHwviYn/QT8//f2+rfy7Jlrfs2Phv7nfD370jChfjjU/uQa2Dj2jvAuQ/92PuHnTWfh0RENVSD16AANe+R29R16iCK3yY9l/V2Ji3Uswo0fsWgGIaxfj+C0LlP03Hc5KD2E1pGgHVUJDWs1fAWzlIgneCqB2NaBFbf9QVu2tbLPrFlZ7XNI0NEhxHV2A2U8/hCWdJuCtP1cKevIvsQdWdcXUF5NLWP3ux71IKv6HPsHDI5eh+ysDkD9yBhq/Mg63uf7IiGtamNw86XgH8euHiTfiwwYTcHfBQ1jW4X8YqfzHhjV45Y4ZaPxoVyx57VfcPX0Ekr9eFYhb7Dw5Pw63FYzDta8Bz8eBadz8N3ltJewwJX6pcx3EmnO65F2yfoeIJB/SJbahM1K/Z76z33dm8/7u755mxoS+c6rPYM6ZibCZ3DL6W0j+7vdv4FH3d0Eze6XfmOjnoP/4teg/AW8qf7vGL1bx9F//+an/Wx7rov8dO/r+y9eU+Ws4/5bYXq+15vaG0F7b6TQanwEl+HDcZrx+2Hft83q3xvQe6tk/y2atwdt1Kp9HwxL9mtK67/FH32+Ulzf/lk1h1Qc6hVUPkrOqSmhWK3BartlfCcwtrF7ZpkksctmyPQo+fxSDPm6Cf3w03CUYrcV/7vo3MOIzPNbOsm1istDSn/YhufgfxJxnHsJSNMVudMWU0TcjeepVgeTjHSQN14/HdZ/sQ/Nfm+BOz/WgiVGjAfjqwRh3xo/SlROf2LlYdpqAN26Q7w1Wn7/b6G8x5xof/6MUzFgue+hTPPLkr5rrI5abJ/9eaZF3So4sw5VjX8OtSfQfCiPNrrSIbTiQ5N+r4/bhPl0+eH33NDMmnL1TfA5zzkSATeWW/ruJ3APPOG9N7JhWQ6Keg6biB6ifJ/D6nJFfewlPuL5vRicsieG/Qf4qv4c/BPq5v28nqf+y2aZyQGWw/5bYahe1/3cthEu7RAeue9Vte9F+Wgn+8ugFuNtVnSq/tX/JNty8IBevjW6q3O6/7OP1eLvOhZjePSe69mhWlzaswNEb5yuvbP09h8IqhVXj3DszV0STmmLQxNxwMMMzxi2sdr3I3e0i6PSEGVDwxWMYMnuvx55mt72F169PvqZoy7bkI9n4u9n3GjEXj7ZNmJQwZUgy8g7s2Fq8ds9oLDrnLkx6oVLkTuYY+fM3HrFTOTbGcx+4/yMOgEOf4i9//QhNY5z/8fDf1EWV6IOUeP2KO7QxTHSbE8i+dMg7/fcJD/7Oz+CLIanxH6aMUiodYhvOpfTDpL74F4xir/6+xYi56Lwm+Jhk+34UDqtQ5zDnghMzk3+Ptj2IOc8+jPd/9V4vGb+XBydi7Yho56C5+Kk++fzuaXQ3Jv2rb1QLVhLDf6P8bYp7X/pP1P/jZrT9l+NqLgeMr+Fo6xl1P+8DoW1072Nc9vEmPIomWNcvT3fxnsSov+0D7rwYo86XhdVNeLvOebEVVjf+gCM3fK3Ytf1YbkBhtezwQeTWbwCbTYAgCLDZbOrPSptSB4SburasvA/c4HNKsLj60+ijUAh+s31on6AW2xx0uQRsBVAzx4lzalT2Tg0E8Kffsn2E1S4XNgqNOUdbRmDF1v0gf8twBl2IvIMiStgB6R67dPc/YRMzxQ1j3qVugBnb1I1tonrGnEvUyKSPXemeg/Q/vf/urv/FdcAl2kNq0ufaVzz9cR0OXf+V8uMvx6v4FVaP79rqAVOnVWsKq+GmSTIKq+H66q5Y7XT+OeEuwXkREli1/VeQf4QQQ5hO3iHASrCh6R67dPc/wdIxbcxh3qVuqBnb1I1tonrGnEvUyKSPXemeg/Q/vf/ubvDVn4A2l6TPBa/39KcfUXDdl8qrO09WNRRWC35c4cOnWYdurFgNJ2vSUVjteF7DcFBxjgUEfvjlAMjfApAmlyBvk6AScFi6xy7d/U/AlEwLk5h3qRtmxjZ1Y5uonjHnEjUy6WNXuucg/U/vv7vPmX89pNat0+eC13kqbN6MX6/9Qnl1d2E1H2F1xzL1PaPHxVf1ZSuAUDMn0YTVM+ufH6oLIY0/dmg7OrRMpuOHQnIv4Qev3VlA/jGMEnnHELbFW6V77NLdf4vTicuZJMC8MwkqCYcxtkkYtCQ3mTmX5AFMAfPTPQfpf3r/3d14wQ2QLoqutpTIHxPClu3Iv+ZzxcS9p6t7CavLP30nqOlX3HI/e6wGpaQZkGjCaii2cywJkAAJkAAJkAAJkAAJkAAJkAAJkAAJkAAJuAncuvfBtIcxp+nbCoOzzm4V8PAq+cAqWRfk4VURpEwiCatvz9sSgSfmpi5Ysx0D+yTZ0e7mXEuKUbsOnkoKO2kkCSQCgRZn10gEM2gDCZAACZAACZAACZAACZAACZBAEhL4fFNJZMJqj0sbSdHwO6gYqd00pMFWWxt88+AjfG0SwpkUxLWyCidmLtppNQCf9SisRh1xwA0orMaXP3dPLgIUVpMrXrSWBEiABEiABEiABEiABEiABBKJQMTCave2jaRBDz1quU+SpNdrK5+73xNF/2Nkg3zWcK2pfV2CuoZ2O1nTdI9xv+9xUDNQv77vWG8svj6p7yv7uewIBtJQbw2iwipFxwLw4btTMHMxhdVgjJP9fQqryR5B2h9LAhRWY0mbe5EACZAACZAACZAACZAACZBAahGwRFh98JGRWLdqSdzIWF/dGYVy0QB0QrE/XMvOu+hSvDdlIoXVuGVp7DamsBo71twp+QlQWE3+GNIDEiABEiABEiABEiABEiABEogXAcuE1TUrFhv6EIpo6L1AuBJibFGG71+lncZVqNb6cX6b9nhvMoVVa6km5moUVhMzLrQqMQlQWE3MuNAqEiABEiABEiABEiABEiABEkgGApYIq0OGPY61K7+z1N/QBMvEFmFD80XF6NejMF1t1bod3p/yNitWLc3SxFyMwmpixoVWJSYBCquJGRdaRQIkQAIkQAIkQAIkQAIkQALJQIDCagyilAjCKitWYxDoBNmCwmqCBIJmJAUBCqtJESYaSQIkQAIkQAIkQAIkQAIkQAIJSYDCagzCQmE1BpC5hYcAhVUmAwmYJ0Bh1TwrjiQBEiABEiABEiABEiABEiABEvAmYImwOnjY41hncSuAUAIVjnDpXj9bFHHu6RKcU1KGuhUVqOFwIkeUIEkSSm02HM3KxMkMO/ZXycHOKrkos9lCMc3U2FDsD7MTAC64uAPenTyBrQBMRSS5B1FYTe740frYEqCwGlve3I0ESIAESIAESIAESIAESIAEUolA2gqrsoDa7mQRWheeRo4oQpKjKkkQIMD1zLDP6ZZqVbGyVh5OZmRYlgcxEVYvuQzvTnqLwqplUUvchSisJm5saFniEaCwmngxoUUkQAIkQAIkQAIkQAIkQAIkkCwE0k5YlStUuxw7hfaniiBKEhRF1VUGKv8jqgqrIrBKkGBzCa3yc3Ww+s/KWmdg5Zl5lsSZwqolGLmIiwCFVaYCCZgnQGHVPCuOJAESIAESIAESIAESIAESIAES8CZgmbC61k8rgHBvXY9GoPIcTtx+8DfkORyKOCpXpsr2qSKqSzHVbCzrror9AiCKElQBVFDaBMjjT9kzMKdRPZzMtK561b19KGKrGVYXXdIR70x6kxWrZmAl+RgKq0keQJofUwIUVmOKm5uRAAmQAAmQAAmQAAmQAAmQQEoRSBthtU55BW48dBRnyKKq7qFUrnoEVlVsdYuqsvjqVbXqGutSWXHCZscnjetbLq5SWE2p6yymzlBYjSlubpbkBCisJnkAaT4JkAAJkAAJkAAJkAAJkAAJxJFAWgircqVqv4IjyKuocN3377ql33Xrv3wclVqDqlajCm5V0y2iVjYBUBRXeaT8P1lwlX+SD7f6pPHZOJmZaVkorRZWW7e9HFPffoMVq5ZFKHEXSkxhdQ/e+3NbjF7fAc8sX4iBTePFz23HvZhaMB5XxssM7pswBCisJkwoaAgJkAAJkAAJkAAJkAAJkAAJJB2BlBdW5Z6qd+UfQg2lUlXtnep+qCKqqzrV1UJV7rGqvuYSWBVxVZ3jbh3geUWSICoCK3AqMwPTm52DMpv8LPJHPITVA3OH4p4Ze1zG98ILs59EJ9ezQO/pvV2wZjsG9mkbOQSuEBYBY2HVLShql4ylyOlHWN37Fvpd8Qw2Gnpqxr5QhdJQx4cVAk4Kk8C+KVfh6lFrgXaj8e28h9HEtY7ndfe6d8zBzrFXe3ZZ+mQeHpjuflqZN8HmyTMorIYZLE4jARIgARIgARIgARIgARIgARKANcLqw49h7aolhjjj3WO1+9FjaHfilObWflUIddesKgKqy3K3SOoWVeUWAUr1qnLGlbtdgDpYU8yqPJdF101n5uH7erUtSavYC6urMGbkftzxSn80BLDqjd54FqOw6BFZWg30nq+7FFYtSYGwF/ERVhcPR8u73gegq9JURM0deDgmlZvBK1bdIljbURvx8aBmJv0PVSgNdbxJMzgsQgI64V8rrLry150XbhG1/0cn8UJPQH1uUIEcZJ7bYAqrEYaO00mABEiABEiABEiABEiABEggjQmktLBamiugtXQM12864TqESoAoirC5VEvlln6XeJp9SXvkduuBnCt6IKP+2ap4WrwDOL0DYsFkoPwgRBGQC1IlUa5qVYVWucJVfthtahuBMbMa4Fhh5IdZWS6sXtoJUye+broVgFKhuqI7PnAJrdprJNB78jgKq/H9RPEWVr/Fsw1uxSy9qKo30VU5ilGjce6oZyrHe0RZdUKl6Kmuu2PUHPT5/FaMXq++7xa7lCfaue3uRX+8j1kBWgH4F1bdPriNdlckGlThugU5v3ZTWI1vdvrZXcm/uejzUV98fdcz2KgRVvV54X6u5FpTteIZBmJ8wHk9K+2gsJqQGUGjSIAESIAESIAESIAESIAESCApCFgirA566FGsW73U0OF4Vqz+coGAU2eKmDJtP6qWOl1dVNVqVVkElQVWoVp15N03FNX63aHYf+iEhB1H5LYBAs7Os6FlPfXWfunwTIgFkyA5TikirShKqsgqtw5w92oVgOXbauDzVbUiDr7Vwmqbdp0wZYJZYXUVxtw2CnsGvINJfeX6Ve0j0HvqOAqrEYc/ogW8hFW3wKi7ddpnA80t+R5xVH5tODBWuSVbL0hWip3qeL2A63ruI3T6v73fWFjVr6uvfDUQSgPaTWE1ouSK9mR3Hnq1AtDk2qjR2DFKI7y6q1LbdcDG9WtV6zxzA8zT+EFhNdpB5fokQAIkQAIkQAIkQAIkQAIkkLoEUlZYdWQAy7upsu4NP53E/ct+V36Wb+mX+6wqwmr16qjz5rvIankeNuxzYPKSMmzId1T2CRCA+nk2PHptDrq3yoRU/AvEbQ8AzsLKQ7DcDVflfqsSUFohYOzHTVBSFlmv1bgIq2vHotfYRWq2d3O3AXAlf6D3dNcHhdX4fmAYCaueSlOfnqauW6gNBS1vP9Rbrt3CqE44hfuWbNf7e9X2A5UVrmG2AtDdzi1b5C3AwnUolv/DqLztprAa3+wMsrvfPPSuWnaL//6qUvWV1bNc23pVVLteo7Ca0BlB40iABEiABEiABEiABEiABEggoQlYJ6yuMq5Y1ZwVFRKISCtdD9cHtrVSq0ll7XPcxwfQ9GiZS1xVX685/ElU73+nIqhOWVJaaV/leVWe1wZ3z8Gg7tmQDk2DmP+ytktrpcjqqmSds6wu1u+qofE3Um8qlwpXcG3TrjOmTBgfWiuAGU29DrByW6EeZGX8njyGwmpIqW75YHMVq7pKULegFfBQINlUc8Jqj4XqIUSRCquGVaxeYquxsOp9mJHWbgqrlieclQsaCavuqmulEvVcTFVaW6htJx7YrcszbR5f+4XaW9hgntyb1f2gsGplALkWCZAACZAACZAACZAACZAACaQXAUuE1QeGjsD61d8bkwtTUwxzmseG7a0kHKon90NVD6C66GAJXvjsoOcQqsz6DdHg0/lY8nMFRs487SW4amRMV42rKsROGlgN7ZpkwLHlXgiF61zVr75ur99RAx8vr5dQwuolHa7ApDdfMy2somAWhoxYgp7jJqJ/A52Pgd6jsBr3TxBzPVaDC6tevSw9hwSZE1YHxqBiVa0+9BVKA9tNYTXuCRrIAANh1bviWNO7V/6PAC7x1Kci+445mIpbNRXWunljr6awmtCJQONIgARIgARIgARIgARIgARIIDkIpKywuv5iESfOcNerysEQ8MJnBWh9sETpi3rWcy+g2p9uwvWvncLB46JeS1WVVPnhOpxKft6+SQYmD6wG58EPIOWP8SrG9fRcFYHDx7Mx7n9Nk0tYlcXSTxth0iOdFLu9qlIDvWeQ56xYje/F7y2sagQlw76VulYAmopVVaAEnlm+EAObuoVYk8Iq1EOFPIcQeQ6TCrPHqsd2X2FUL7wFtpvCanyzM8juBsKqXij3qmK+6muvPIOSs2u9qln9tQ1wW8KK1YTOCBpHAiRAAiRAAiRAAiRAAiRAAglNwBJh9f6hw7Fh9TJjR8MsPQ1zmseG7zo74cyoNEkWU+sWOjBu9gHkljrRcNon2FutJW6fKPdL1T/caqr+dQFfPlYDZ+ceQsU6zb2kEpSDrOSHPLOk3Ibnp7fSTI7Um8qlwm0F0Payrnj7jf8EqFg9gFkj78fkfPdezTDYU60a6D1fehRW43vN+wirijnePSo9FrqFVMNWALq+lnfci1nTt3oLrRqx1m9lobxZu9GYesNcPOARan0ZGR9eBcBfX1j3Etr3dbd9y0P6e9lNYTW+2elnd58Yu8Yp+dnc1Ue3cm5liwnNfzhwvV3ZR9Udaz/zXC9TWE3IjKBRJEACJEACJEACJEACJEACJJAUBFJWWP32CodadSoXo7p1TQG4fc1x3L72GJqt2Ybvtlfg0RlFxoGSFUxZjXU/XE/H3VENPVplwrnyXOUALGVpRe10NWZVDrGS8PQHrTXrJoOwal2+Uli1jmU4KxkLq+GsxDkkkPoEKKymfozpIQmQAAmQAAmQAAmQAAmQAAlEi4BFwuoIbEiwHqsLulSogqcol5O6VFFBQNVSJ6ZM34/Wy7Zg8fZyjJih9lfVPjQyqacTgKKfAnhtQDX0PD8TzhUtFAFVHmCzC5Uiq2uhp95vk2DCaje8/car5nusRpBxFFYjgGfBVAqrFkDkEmlDgMJq2oSajpIACZAACZAACZAACZAACZCA5QRSVlhddFk5HHYXL1lYdVeUihJ67ijCf0bMwG859dH71RMhQZ39cB7Oq/ELxB+vVwpa5apVtQ2AALnPqrxPSUUG/jkz0SpWKayGFOgkHkxhNYmDR9NjToDCasyRc0MSIAESIAESIAESIAESIAESSBkC1girDw7Hhh8Sq8fqyosdOFXF6QqUoJabyrfuCwIkUcKklvfiiiv7YeA7hVi7t8KjuwaKbIMz7PhmZB7E3+bA+ctIRUSVi2LVG/1lYVWEzSZg16FqmLLgXM1SbAWQMldMEjhCYTUJgkQTE4YAhdWECQUNIQESIAESIAESIAESIAESIIGkI5CywupPzStQUFtusOp+qKKq6JQg2IAO9dvggz+NUUTVe6cWuutZIXl+cmmxrhYA8utv3Fkdvc7PgnNdZ0glBxRhVa5adR8o5W61um5XLcxe2TQhhdWBL82LSZIO7NM2JvtwE18CFFaZFSRgngCFVfOsOJIESIAESIAESIAESIAESIAESMCbgCXC6n1D/oKNa5Ybsw2zWDPMaR4bCmo7samZWokqC6nyQzmLSum5qj5/+vIHcXfrm/DW4mK8ubCkUknVeyIAw3pWwcO9cnF8/zuonv8P17lWasWq++FuODB7RTOs332WZpVIvdHsEeZSl3bshomvs8cqPwBIgARIgARIgARIgARIgARIgARIgARIgARIwAoCKSusVmRI+K51GSoyZTVVJ34qCitQPasaPrphLFqd1RwLt5XjxS+LUXDc3T5AnXNZs0wM65mr/FtwfAeqbO2L6uJx14KVFavqkmpV7POz2qOkPIPCqhUZyjVIgARIgARIgARIgARIgARIgARIgARIgARIIAEJWCKsDhw8DD+uW2noXpgFlpag2tKoAvl1K5Sb++WHq82quykqIAI1sqthWIc7cU/rvsqY7QedKDihiqvn189Ag5pqeesHm+dC3Pcy7s7b62oXoF3T1WZAFLFhT23MXnVexPZrK2EjXgwAK1atoMg1SIAESIAESIAESIAESIAESIAESIAESIAESEAlYImweu+gh7Fp/SpDpvEUVkuygUWtTyt2yeKq2xavGlZR6ZSKhnn18Ei7u3D+Wc2V/8mPA4VHsHDvCizcuwoHfl+DhS22a9RU16quw7DcQujYzzrgWFFOxPlltbDa7vIrMWH8K5i5eGfEtgVbYMGa7WCP1WCU+D4JkAAJkAAJkAAJkAAJkAAJkAAJkAAJkEAyE0hpYVUOzJaGZdhbt8ITI/WwKQGS/IOssMoFqcoZV65TqLSnUWki+++z83FzzWOeo6xEUYLdJiiirCSqfVwXbW6Cbzc1tiQfKKxagpGLkAAJkAAJkAAJkAAJkAAJkAAJkAAJkAAJkEBUCFgirN7zwMP4aUPiVazKxCrsEpa0KkZxpghBFkIlSW0J4NJS3WWsspApC6SeslYN7suqFOKDJjvVg6o8k2WBVj0QS17zRFEOxszrZFmQrBdWu2PC+JdZsWpZhLgQCZAACZAACZAACZAACZAACZAACZAACZBAOhNIeWFVDm5xloQVLU6jOFttAuARV7XNV11Cq1ssVQa6egcsPm8LzraXKdWpNkWcBWwCIFetyo8Tp7MxZXF7S1oAuJORwmo6X5b0nQRIgARIgARIgARIgARIgARIgARIgARIINEJWCKs3n3/Q9i8cbWhr/Hssao1SBZXlzcvUsVVSVLEUUU71Rio9GF1twlQdFUBfWv+jpca7K0sT3UJs+pcAccKszH1O1lUzbU01hRWLcXJxUiABEiABEiABEiABEiABEiABEiABEiABEjAUgJpI6zK1GRxdVmzIhRniWrVqutWfkUklStRnXKf1Uq+DbPLMa3ZL2iQWeYa63XsFY4X5mLyd+1x3GJRVS/4WhHx9p164K1xY9kKwAqYXIMESIAESIAESIAESIAESIAESIAESIAESCDtCVgkrA7F5o0/GMJMlIpVrXHb6pTg57plAYKvHmz1bINfcU+tQ0plqvxwiiJs8s8CsPznRli0pSVKyjOjkkRWV6xSWI1KmLgoCZAACZAACZAACZAACZAACZAACZAACZBAmhKwRFi9674HsfXHNXFDGI4IeTpTwrbaxcivWa6IqJIoQbALSh9VQRLQMLsMS1r96PJJFVqLKzKxcU9DLN/RBMdPW3frfyj2hytUt2PFatzykxuTAAmQAAmQAAmQAAmQAAmQAAmQAAmQAAmkHoG0FVbdoaywSyioVo6jVRw4neXE8WwHHBnAy+fswbVVj+FUcVUcPFYDu3+viW0H6qOkPMPyLKCwajlSLkgCJEACJEACJEACJEACJEACJEACJEACJEDl2mCTAAAgAElEQVQCUSVgjbA6cAi2blobVUMDLR6KMGnOyHDrQs2trh8Viv3hWsaK1fBiw1kkQAIkQAIkQAIkQAIkQAIkQAIkQAIkQAIkYESAwqphXoQrX4aXZBRWw+PGWSRAAiRAAiRAAiRAAiRAAiRAAiRAAiRAAiQQLwKWCKt3DhyMbZvWWepDKGKjcppUAj9C80V1xK9HYbra7vIeeGvcWMxcvNMvqQNzh+KeGXtc7/fCC7OfRCfd6FVv9Maz3wMtBryDSX0bGq61YM12DOzTNoEjQtNIgARIgARIgARIgARIgARIgARIgARIgARIIDICFFYj42dqdnIIq6swZuR+3PFKf8hyqSKgYhQWPaKRVteORa9ZwDVYhD1dKKyaCj4HkQAJkAAJkAAJkAAJkAAJkAAJkAAJkAAJpCQBi4TVIfh5ywZDQGEWWEYVthCO0unHInNLWUfB3H6+xra9rBvefG1MwIpV7SylenVFd3zgElqBA5g18n7s6/8Omsy6H4sprEY1R7k4CZAACZAACZAACZAACZAACZAACZAACZBAYhOwRFi9/a77AEnyeCppfpZflFD5nlkcgpnb+116pWesH/3SaC2PuKpTKvWiq36u0Tz3a3rR099cwWbzwVC5hrET/sVgc6KtbNvE1181KayuwpjbRmGP5nZ/RWg9cDcWPXKOIrBSWDWbyRxHAiRAAiRAAiRAAiRAAiRAAiRAAiRAAiSQigQiFlZ7XNoooGpqTvYzQBv2RCvCZH5z8yP92xVuFWoonsoib1mFAzMW+e+xCvlW/7GL1GW7adoAFMzCkBH5uFfpuapWrlJYDYU+x5IACZAACZAACZAACZAACZAACZAACZAACaQagYiF1Zu6tgwsrFqhPAahbqq6NZTIWWxz0OUMBkTDp9IyB96et8UUCfUgq6Z4YfYA7FdaAHyDpzrIUymsmgLIQSRAAiRAAiRAAiRAAiRAAiRAAiRAAiRAAilNgMKqUXiDKqGh5UTQ5RJQWIVSpboEPcfdjX0jRmGBkcuN79P0YK0csGDNdgzs0zY0SBxNAiRAAiRAAiRAAiRAAiRAAiRAAiRAAiRAAklEIGJhNVgrgHBZBBUjtQuHNDhci/zNC7558BG+a0ejPUBZhRMz/bUCkIXUTxth0iOdFGMqK1bl2/+1D1asWp1BXI8ESIAESIAESIAESIAESIAESIAESIAESCD5CEQsrHZv20ga9NCjlnuuPwBLPgLL/XC/J4r6LgTez33WcB2qpX3dfbCW9rwtWQh1j/E5eCuUQ7p05vn6pHqk7GfygC9DkTaICqu0FRCAD9+dEuDwKlUwnZzvptwMg8dNRP8G+tBSWLU82bkgCZAACZAACZAACZAACZAACZAACZAACZBA0hGwRFh98JGRWLdqSdyct766M5wa0/DdD8X+cC0776JL8d6UiQGE1fDt189kKwDrWHIlEiABEiABEiABEiABEiABEiABEiABEiCBxCRgmbC6ZsViQw9DEQ29FwhXQowt6PD9q7TTuArVWj/Ob9Me702msGotVa5GAiRAAiRAAiRAAiRAAiRAAiRAAiRAAiSQrgQsEVaHDHsca1d+ZynD0ATLxBZhQ/NFxejXozBdbdW6Hd6f8jYrVi3NUi5GAiRAAiRAAiRAAiRAAiRAAiRAAiRAAiSQrgQorMYg8okgrLJiNQaB5hYkQAIkQAIkQAIkQAIkQAIkQAIkQAIkQAJpQ4DCagxCnUjC6sCX5sXAY2Bgn7Yx2YebkAAJkAAJkAAJkAAJkAAJkAAJkAAJkAAJkEA8CFgirA4e9jjWWdwKIBQYRsKlBBsEiCh1ZuL33MYotVWHTQBEKfjKge62l6dn2QRk2YByEXBIEiQJyBELUas0Hzk2ByDYAEkMvpFrRCjCa5idAHDBxR3w7uQJbAVgOiocSAIkQAIkQAIkQAIkQAIkQAIkQAIkQAIkQAL+CaSssCq7/AdqYVv1zhCFHEB0RpwHslSaZbPhwOlyHDhWggvqVUP1TBsqRAk2mx02qRQXFq7CmfgjpL1iIqxechnenfQWhdWQIsPBJEACJEACJEACJEACJEACJEACJEACJEACJGBMIGWF1VJnBtZV640ypwRnWTEyBQGZNkAWMeWq1VKnBJioXvVgE4AMQcDmonI8ekULdGzTFFPn/YB1hwtxTk4mKiQJ9uwqyLYLaH/6G+TYzAu5FFZ5eZIACZAACZAACZAACZAACZBAGhHYNR5dWo7ASsXlwfhKmoQ+aeQ+XSUBEiCBVCFgmbC61k8rgHBvXY8U8IHMFtiT0xplp/6APTMLh0oqcORkKVAmAtk2tKtXDYIgwClKitAaTGOVx1TJtGFbUTmaV8nEh8/dgcwMO27/x4cQ5DdlwdbhQHaNM9GsbDPOqdgdkQuhiK1mNrroko54Z9KbrFg1A4tjSIAESIAESIAESIAEQifw9RAI1012zUtToYgMQs+bNJ2xa3wXtByhyqpAZ4zbuQLDW7ieMo/SNCvoNgmQQDISSFlhdVdOa/wqNAWKT+JwhYiezWtjYN9usNsErNu0C098slbpg1olNxPNqmShWqYNJXJ1q0sk1QZT7tZaVOFEy1pVMfLuq/Ha9EUYeddVaH1+Ywz5xwf4bPdvaF8zFyWlFciodgYaSXvRomxLRPlAYTUifJxMAiRAAiRAAiRAAgYEdmF8l5bwaBmmGOkED1NzojDIq7oNGPyVhElG5W1egkyMbacYBCQiA13uKDLeuJ1Y4VHxopCv6bqk2esUAIXVdE0S+k0CJJBqBFJWWN2ddRH225ogp7wQq/acwFdj7sSJE0U4cvQ4rup2KcrKyzHn69U4erwQq/ccxdbdx9CkUQ3Uzc1SRFS9sJlts2H98RKsGn03WrWsjwwAhSUi3pu9CO98t1URaWvaBThza6CJuA/NK7ZGlCtWC6ut216OqW+/wYrViKLCySRAAiRAAiRAAslNIBxhNYCIGUsYZgWbJBZWvx4iwF3wmrTCXwIKq94CnitpO4/DzhXD4S6QjGUqp/ReZq9TGYJ2rD4eCZhHKR03OkcCJEACERBIYWH1AuQLTZBZWoi1B4swYVBPNGpQGzf0fgPS1Q3x4aCrcH7LRkobgKzMDBQcOorXZizGom1H0LHpmShxOOGU5AYBajODDJuA46UVaFazCobd1hXyW63Pb4a6daph688FuOmFmcgRHahX6yw0dO5F84rtEYRF7QVr5YPCqpU0uRYJkAAJkAAJkEByEghHWI1x1ac/sGYFm6QVVr1jQ2HVqivMX84nSF5b5WairGP2Og1mL4XVYIT4PgmQAAkkDAFrhNWHH8PaVUsMnbJYHzQNbrf9fOTbG6Pi9AlkZ2Ziw4FTWDR2IPbtP4T7X/8KyM0ESh2A3YYhXVvgxqs7oFnjBvh26Vo88sa3aNP8TKUHa4UoQoAACZJyeFVhuRN7j5VAWHcCM/97D67teQmcTmD7zgLc/eJ01KiShyZCPppX/GzaVqOBFFYjwsfJJEACJEACJEACJGCSwNcYIlwHd2fQhBX0zAo2FFZNxj1KwxJNEPOqihyMwZiMya62ngmb61EKTUyWNXudBjMm0fIomL18nwRIgATSmEDKCqu7ZGFVOEcRVu0ZGThZ5sBZVbIx4ek78Pr7X2LG2r14bWBPSJKIx974Vjm9asgNrTHsnj/h8JE/cPVzH+HcmrnIzbSjwiECNjVL7IKA3Aw77AKw7VQZ5jx1G9pd3EI+DwufLvgBd73+Hfo3KUbDBOux2vrSTpg68XW2Akjji52ukwAJkAAJkAAJGBEwL6wa3lItn+dtot+pW8TyXcPkIU9mBRsTwqr2lnstEf9Cm3HVo4/fBmJQS68DepTmnj63oPuzx22b3q7Q7df3szTKA30Fp0mf9UuZYWBwAryXT4O/gmTQQDecVgnafJM5foB7NAcmeeeelw2GrQKCVxUbxsaPP9p+tGqMd2r+I4d3PGITczWYIfmgj7/Z61TdyP9hbwHeC9ibNSz7w8x1/kIhARIgARJQCFgirA566FGsW73UEGm8KlZ32lshX2oAx+mTkGx21MjJwA8bDuPD0f2RYbdhwJAP8cC9bXHRuY0wYtYydK1THcsKTgAisPzVwcjMyEDHx97G+XnZyniHU3I1BVA0WGTYBZRUOLHrVBm+/PsAtGrRGO/OmId/L9uPW2odQ5PyxKpYbdOuE6ZMoLDK654ESIAESIAESIAEvAmYEFYNDv/xoWgkRGnEkc7jvkK/j6/zc3CWiduyzQo2gYRVr/f85IHejyC+e4mrur07d16Jle5Dz722CyDoGZnlFubCsR/e8Q2U/R5fQvE5oLDaGf4ZeMfcWywzEtu9/fAr5nvZoxXMXPthPLq0HAF3WLTrBLUhUA4GvUYMfPK6PsbhohEjPJXjgMvenVrx0WTOhhNzeelwfIi1sKq3UStah2N/JLnOXyUkQAIkQAKpLazusLfEPrEhyk+fhN1mV3qkbj5VisEdmuHOvj3Q7empaF41C7tPlaH1mVVQ5hRRLSsDJRUObN/2B5ZPf0wBdMWDr+PSZmeipEL0Shn5WZZNQIVTxM9F5bjgjFz8fLwIF9evi4b4FeeKuyJKMatbAVBYjSgcnEwCJEACJEACJJCyBIIJq+aFOegr88wIgW6uwQ4TskBY9Vdxqw+tVmwLVk3qX1gNnDDaKtRge/iv9jXew79YaCwuqqtUCp3B7AkoaoYb82DxDefWcMPDkXTViQGEOTMVyX0UdiavkYAHNOljqcbjT1920VTY+s+pSGMetg8xFVZ1sfPiGV4MIsr1lP2dQMdIgARIIDQC1lWsrjKuWPWUeYZmV7jTPLvssLXEPufZKC0+iQybHfJpU/Jt/RvzT2DR6w9i8bIN+PfM1bjs3LNworQCNrm0VgIy7TY4RRHbDhZi8/RnsGXbLvzfU9PQoU1dFJY53GdZqftIgM0mKL1XS50isgUJYk51NLUfwnnSTo3H1tXthiu4tmnXGVMmjGcrgBDzkMNJgARIgARIgARSnUBgYVUvRnrflq4XM3SVpz4im/Z9/e23QapWg1ajGcXJ2B7fW/51fnjENu3revvU96Btg2AgKlYKXro9fITk4LeZu2+dNm+/QcVmCzcnjT1+BSoTPuuxRxDzQLfim2kV4KvxVYqSWmb+K1MDiK76W8w1gqz+GglUxSyLpcPdMQiYLy5vXGOiG3PfVhGmfYihsIohAq5zN4PWtZMILwYhXt+p/quA/pEACZBAmAQsEVYfGDoC61d/b2xCmJpimNM8NmyXmmO/VB9lp13Cqlxharfhp98K8dg1F+OWG7pjxEsf4o/iUmTb7ZAk+QZ/pRMAqmTY8ePx0+h3YUOM/dtgvPjGNExauQOta1ZRKlS1D/mZ3H5VOejK6UB21Tw0Eg7hAtvuhBJWL+lwBSa9+RqF1TAvFE4jARIgARIgARJIVQKBhNXAQpNCJFClYbB+p7q5AQ8TskJYDRBCY+HOhP/aNYP46yX+hCOsRmS/sUiq6FRetoToc0Bh1UAsDytfwmkDEEA0C2CDf9HVnw3BeAUQzHXCqrn2BpXAg+esVTE3Ifq7zQpWeez3etG1StBXKH8FXOdRVYP0A/bpaevP/mCxS9XPfPpFAiRAAtYSSF1hVWyKfLEeyopPKa0AFNFUknBmTibWLNiP+V88gV2792PYS5+h7QV1cNrhcJEVXOOysGbJfsydNgx1zqqJLre+iEsvrYeicrlqVSv7yoKs+twpOpFdpQYa2w7jAvteCqvW5ipXIwESIAESIAESIIEoEAgkrJoRtMwKR8H7ZsZKWA3aEiBANaIaAD/VtcFuVw/4vnnxKhT7vW919tMKQCdEGa9vog+ujCYYA91t84EqoD3vBV3T4LLQzgkiYnu1sPASBjU++7Uh+DXi99CtEPyKbswj8EGPPirCqvcmvgJ0+PZHlOtR+DTmkiRAAiSQjAQsEVbvHzocG1YvM/Y/zNLTMKd5bNguNkF+RV2Ulqg9Vt0Pudfq9qJyfPuvQZj+6bd4f90eXHhGLsp1lajyuPzT5ejdoh5e+ftQPDtmKmZuzseF1XNRLnpXrbrXloXVnNw8NM48ggvs+xJKWG17WVe8/cZ/AlasHpg7FPfM2OOyuxdemP0kOinPDmDWyPsxOV/jUrdRWPSI+q7+sWDNdgzs0zYZrwfaTAIkQAIkQAIkkHYEklNY9VvdF6hq1GzVq05o9NuHMWDPzMCHFUF3KzNgQlgNy/5gvSeNBG8/J8PL10awXrhBxcLArSeM2gHs1N4C7lONaHzBBuud6T1Ly8A4Dv5bEQTj672Tl5AclJWZA6Vc63txCWaTPubBxgfwQY8/KsKq/hA0a+03fX2n3e8GOkwCJEAC5gikrLC6zdkY+RW1vSpW7TYBP58qxR2XNME9t/XGNU9NxEVnVcWpMgdyMuXeqhJsrupTERLysjOxYUUBFn72NMrLy3HdjS/j0p7n4KTSk1VQ2gbIbQDcD0/FauZRXJihVSEjlYkr9wi3x2pwYXUVxozcjzte6Y+GAFa90RvPwi2eqsLqvv7f4KkOwROLwmpwRhxBAiRAAiRAAiSQKATSRVjV93SVNcKdWOFqeGmmh6ehAKMVtIIJZRFVrIZnf8BKRxMiZVCf9WkcjEHAilV9xatcMfoBcE9LjFipbmTudvnQhEL9ur4tG/6EL7v4syG0vfz3LjUSuGMV8wh8iImwOhhf7bwAL7QcAVcayIkAaZJ6dJjpg7dco/3lUMi5nigf4bSDBEiABOJMwCJhdQQ2JFiP1W2OhthXXhvlpYUQXPKn3GN1++FTePSGDuja+VLcPPwttGp2JmrkZuPIqWKlB6vcLsD9UMYfL8Y9HVvi74/fj+H/eB3r84/ijOxMnwpXeY4EEVk51dEk6yguzDygCW0iCKvd8PYbr5rusapUr67ojg8UoZXCapyvU25PAiRAAiRAAiQQNQKx6rEarIIziGhmthLOb8VqoINqdBWaQQRHv304g4mKEQmr4djv74Cq0JPJf+9R3VohMTCKua5idPBgYPJkl6BmXF3r443BoVBBPdbGXN8O4Kt++Pg6t6int8FEpbG/zYOx8hKhfVsxGP/HgHBiHoEPsRJWpUloOb7yMDJvMdxC+5UiYe0+JnMuaIJxAAmQAAmkLoGUFVa3lzfA7vJaKC89CZuQqUQwy2bDz4dPYfj17XFNr87405VP4u2PhqNlyybo1fcFXHJZfZwqlXuougIuAXk5Gdj41X58v+rfKCo6jeu6PoSL/nw5bHab2m9V8xClCmTl5KF51h+4ILsgiYXVVRhz2yjsGfAOJvWV61f1rQCaYfC4iejfwPjCYMVq6n5g0DMSIAESIAESSD0CIdyardwJXlnl6VspFugAGpmcVhzSV8kF6eFpqbCqE/T0QpxHZHPZqBda/QliwYSyIO8b3QbvPkBez9p/5aNS1qlW8wVtHRCg761Zn/UXhI+oGXrM/VbZmqiwlc0xU30sj/PeR2unb6Wox00DGwz72FYGTpmqjglyQJM0Ce4aTHW/AL1D/eVsWDHXt34wvhYNfdDH3+x1qkKB4DmQygwbfVwq54QXgxCv79T78KdHJEACJGAJAWuE1QeHY8MPCdZjtexs7Cw/Ew5ZWEWGAssuCNhTXI4+LevhyYfvQLdrn8PqhS+i0TlnY/jf/oPZG3bj/DOroczp9MCVq1Z/PlaMuy4/F/965iHMX/A9xkz7GnvXHca5HerDLgClThEC5NYAFcjIyUPLrGO4IOdgggmrwXusYu1Y9Bq7SLU7QA9VtRdrU00PVu9cpLBqybXJRUiABEiABEiABGJCILCwGlycqzTS5/CpUCoHg4lmZgUbvxWrAcQyPWe9sBooDpa1AtALfZpNlT1aYrzmdvSAqRGK/cpCWlHLxG3hgWJlRcz9iIPhtAEIOEe3jzZ//Ym7husFFTPd0TIjHmojG6Wc9Yl5CL1cfXoD6zLRFAuXcLszVGFVL8Zq/kOPqX0tzvWYfD5zExIgARJIfAIpK6xuKa2LvaVnqhWrNrViVX5Uy7Rj86bDmD/zWWza+guu7NIBe/b+ippn1ECffi+gdbuzlZ6rNlfzVPmcqmpZdmw9dBJP3XoFru/TA1lZmdi89Rc88NIMWa1F63o1lL6rAhxKxWrTnGNonXtEE/1EaAVgQljVWBxYPFUrWvGkcc9VCquJf+HTQhIgARIgARIgATeBIMKqPMyMWGYktulEzs6dV2Klp0miNgImbreNWFg16Yeivbj7NwYTGXWVfRFWrPoVsd32mImDl/0h+Ow5lCpEn/UXksbGzuPG4aIRIzDZ8GILFHMjQdFEjvjkarA5Ol+1B3MZsg6wnqnYhCqshhA/vwJ/gE+6gIev+ZsXhKkpgTMCYVVfkaytgg85BhHmOn+JkAAJkAAJKAQsEVbvG/IXbFyz3BhpmJpimNM8NmwprYPdJWfAUXoKQKWwmpVhw84Txbj54iZ4buQgZNjtaH3TE/jklYewZ98BPPG3GbjwsgYoKquAuyeABAlVM+3YfuAksK0QN953Ce7tdx3OOqsW3npnFv77vx9xfuu6KCorRVZuDTTPPYHWub8llLB6acdumPi6+R6rKJiFISOWoKfRLf+B3gNAYZWfLiRAAiRAAiRAAslDwISwqjjjr3rOrNikjtP3SfQ+hCYANSuEVcWN8eiiPQTHLUQ+saPydTMH4wQVkoP1lPXDzcA+ryrJEO2vvEXadz//vST9CE7Bqop1wqa7AtTnUCAT6/hUjJqYo24v33LvyiMTc7xt0zIyyPeg6/mvMPWp5g5FBI5JzN3XXog++FyywcRKeUJkwqpPCxKvuIRqfwS5njwf8rSUBEiABKJKIHWF1ZLa2FWch4qyU55WADJJ+WiqnAw7dhwpxFUXNkBOVia+2LIfdatl47n7bsSXC1dh/s4CNK2aDadYeZCV/FOVTDuy7TZsWlMAFMzBA38bh359e2PxktV46eOlaFEnB2JGNbSochKtqxxNLmFVFks/bYRJj3RS7NZWrOKNodh/c2VP1VVv9Maz+fe5DrbyzU8Kq1G9Zrk4CZAACZAACZBAshAIVsGZLH4kq51e1aPa3rguh/SHNO1cgeG63qBxc92skB43AxN042SOeYIipVkkQAIkQAKBCVgirA4cPAw/rjO8r8lzDlSsA7G5qBZ2l9RARVkhBEHtsep+yHpplQw79hSVwiFKODcvF3+UlOMPh4hb2rbEtn0Hcaq4DBk2QRFi3Q+5j2qJKOLO7m3R+fJLUaVKFeTlVYPTKeKGEWNQw+5EVk4NNM85idbVj0XkshBpya5u9+AVqwEOqNL2XpXXbexfVJXfprAaUeg5mQRIgARIgARIIFUIUFiNayT9V2PKZvk/CCiuRrs258ns4UUhmWMensecRQIkQAIkEG8Clgir9w56GJvWrzL0xWJ90DSvzYU1sUsWVksLYbNlqKWqmof8VBZOZQGzwikpP8sVqiUOETWrZOF0aQXs8slU7nmCKsb+vPEw1i17S2kD8K+xE/DH78ex7cDvKHU4IIoOZOZUR8vcU2hd44RpW40GWi2strv8SkwY/wpmLt4ZkV1mJlNYNUOJY0iABEiABEiABFKeAIXVuIbY3wFMRkYZ3qoeN+t1om/QW/DjZmjCbZy8MU84lDSIBEiABEjAJIGUFVY3FtbEntPVlIpVO7wrVv2xcYuZFaIqtOrF2MwMG/acLMY1rRpi9N8ewamiIvzz1alYMmcbLujZCMdLS5CTUx1NqxahLYVVkynIYSRAAiRAAiRAAiSQogQorMY5sGb6XWoP64qzue7tdYcQefWYTRATE9eMJI154gKlZSRAAiRAAkEIWCKs3vPAw/hpQ2JVrG48dQb2nK6KirIiCLCbTgSba6SomyG/Lr8m91nd+Vshap1RBe/84yE0b94Ucz79As8//zFadKiDCqEKmlc7jbZ5J03vaTTQ+orV7pgw/mVWrEYUFU4mARIgARIgARIggRAIUFgNAVb0hvqvYgxywnv0TAq4MtsARA4+2WIeucdcgQRIgARIIF4EUlZY/fFkHnYVVUFFeaHX4VWRgpb7s1bNsqOkwomC77fi6gFX4u7+N2D12k2Y+L+laHZ2XTTOPY1LzjgV0VYUViPCx8kkQAIkQAIkQAIkQAIkQAIkQAIkQAIkQAIkEFUClgird9//EDZvXG1oaLx6rG48WR27C2VhtUgRVvUVqOFSdVeuZggCauZm4qeC40BhOW6/4TIs/eln2DOr4NwaJWibVxTuFsq8aAmrA1+aF5FdZicP7NPW7FCOs5jAroORifoWm8PlSCChCbQ4u0ZC20fjSIAESIAESIAESIAESIAESIAEEpdAygqrOwurYNPJaigvLoJgl1sB6E6vsiAm8oo5djsECNh7rAgNq2fDllsVF59RhHOrl0S0g9XCavtOPfDWuLFsBRBRVJJjMoXV5IgTrUwMAhRWEyMOtIIESIAESIAESIAESIAESIAEkpGARcLqUGze+IOh//GqWD3tELHwYC2UOiU4K8oAwXph1e2wLKxm22yosGUixy7g6rOPoWqmu1treGlBYTU8bpwFUFhlFpCAeQIUVs2z4kgSIAESIAESIAESIAESIAESIAFvApYIq3fd9yC2/rgmbmz9iZCHim1YdTQPDskGUYqesCo7bhMEZAgiOtc+hXpVQms8EIqIGq5Q3Y4Vq3HLz1hvTGE11sS5XzIToLCazNGj7SRAAiRAAiRAAiRAAiRAAiQQXwIpK6xKyg36Ek5XSCgozkGRIwM2SBCVlgCBq0nNi5eiaxcBVTMdaFClFFUzbGqD1BCEXAqr8b0IUm13CqupFlH6E00CFFajSZdrkwAJkAAJkAAJkAAJkAAJkEBqE7BGWB04BFs3rY0bqVCESXNGmpdWza0XeFQo9odrGStWrYhUcqxBYTU54kQrE4MAhdXEiAOtIAESIAESIDSQlTsAACAASURBVAESIAESIAESIIFkJEBh1TBq4cqX4aUAhdXwuHGWMQEKq8wMEjBPgMKqeVYcSQIkQAIkQAIkQAIkQAIkQAIk4E3AEmH1zoGDsW3TOkvZhiI2ArEVQkN1NDRf1NX9ehSmq+0u74G3xo3FzMU7QzU/5PEL1mzHwD5tQ57HCdYQoLBqDUeukh4EKKymR5zpJQmQAAmQAAmQAAmQAAmQAAlEgwCF1WhQ1a1JYTUGkLmFhwCFVSYDCZgnQGHVPCuOJAESIAESIAESIAESIAESIAES8CZgkbA6BD9v2WDINswCy6jGSQhH6fRjkbmlrKNgbj9fY9te1g1vvjaGFatRzazEWJzCamLEgVYkBwEKq8kRJ1pJAiRAAiRAAiRAAiRAAiRAAolIwBJh9fa77gMkyeOfpPlZflFC5XtmIQhmbu936ZWesX70S6O1POKqTqnUi676uUbz3K/pRU9/cwWbzQdD5RrGTvgXg82JtrJtE19/lcKq2QRM4nEUVpM4eDQ95gQorMYcOTckARIgARIgARIgARIgARIggZQhELGw2uPSRgFVU3OynwHPsCdaERvzm5sf6d+ucKtQQ/FUFnnLKhyYsYg9VkPhloxjKayGFrXPvlkPCZkQhQrYJRFOIRM2SQy4iGizI1Msx597dwhtM45OOAIUVhMuJDSIBEiABEiABEiABEiABEiABJKGQMTC6k1dWwYWVq1QHoPgNFXdGkpILLY56HIGA6LhU2mZA2/P2xIKibDG8vCqsLBZNonCqnmUny3YhIuanImul9ZDBTIgSCJsggBRV3WvXVGpHhdELFt/ENv2HkPf3peY35AjE44AhdWECwkNIgESIAESIAESIAESIAESIIGkIUBh1ShUQZXQ0OIbdDkKq6EB5eiABCismk+Qud9swN23XIysCgmwOwAhA4LTDtic0Lc0cbfjcL8uV61OnfsjbrnmUvMbcmTCEaCwmnAhoUEkQAIkQAIkQAIkQAIkQAIkkDQEKKxSWLU8WVmxajnSkBZMXmH1Wzzb4FbMajca3857GE1C8loevAfv/bktRq+/F1MLxuNKE/M/WbAeD9x0AQQx08RodYgkygKsHTapHJO+/AW3Xp0swqqbj+yFeUamwYQ0UB8rV+zddu19C/2ueAYbw84F88ZQWDXPiiNJgARIgARIgARIgARIgARIgAS8CVBYpbDqIXBg7lDcM2OP63kvvDD7SXTS8PF+vxkGj5uI/g18AVJYje/HjLew6hasvG3q/9FJvNAzmnaGI5KGM0frQ+jC6twF63Hfn1rDAYdpGBnIgggJNgiY8sVm3Nq7rfdctyjoerXtqI34eFAz0+tHa+C+KVfh6lFrEf3Ym/GAwqoZShxDAiRAAiRAAiRAAiRAAiRAAiSQ2AQorFJYdRFYhTEj9+OOV/qjIYBVb/TGsxiFRY+o0qoiqq7ojg9c7wdKawqr8b3oDYVVT+WfW9DqgGeWL8TAptGyNRyRNJw5EQqr32zAPdedB8lmNw1CEJ2KrCoJIj76cjf69m5TOden0lLmPR7N5pmroDVtRBgDE1tY1TnEitUwIswpJEACJEACJEACJEACJEACJEACsSZAYZXCqmHOeQupqzDmtg/RxE+Fqn4BCquxvoy99wssrAJLn8zDA9OhqVzUV7W6RVcDEXbxcLS86314qjD9CmABRFLXGm6rKys6K+c80+oZjJ6ujvCusNTezi6/qxWIfStW3b4qC90xBzvHXu0F638LNmJA7xYAbOaDJjgAyQbBJuGjr3ahb29NKwC3bwZ7wc3K856OL9Tb3zFqDvp8fitGr6/0/+r5asx8eWjN9hfHyph7RhvdYm8YF7jaK2g462Oum6fsEfQWfn2sdM91e+S7crYyVwLlgc5fo1hosLEVgPnU50gSIAESIAESIAESIAESIAESIAFvAhRWjTIi6GlToaVR0OUS7vAqWUgdhT0D3sGkvg2BglkYMmIJ0HgPduW7fO9WWc2qp0FhNbT8sHp0YGFV18sS+ufeYl+Phd63j7urHj3CmV5o9TjjR1iVBbPhwFilh6q/28HdYqpe2PUnnLr7here19m2b8pwfHfVeK8q3bnz12NA73MBiB7LR/x7GwRJ0rwCCHJPVbEC/3mutWecJAmYuXAn+l7TrjKE2jYAenHRpLC60S0Wu4TWjYBLyN6t9qA17I8aOI5yZXLAitUAcWnsaiHgETW1XK/62iUGy+0O3CKsmf6tIQirI3bg6rve14i1QfLARNy11xyFVas/gbgeCURGYMaMGcjPd3/ZAKpVq4ZHHnkkskU5mwRIgARIgARIgARIgASiRIDCKoXVSgJrx6LX2EXqc61wqry+t7KnqiK0votmT36Dpzr4AqSwGqWr1eSyQXusagU/A2HULcApQppLONuoVP01V6oXd7e6F7OmQzkgShXdYNBWwNxt/WpFqbsa0neOlxjY1HWgkbYC0WW/WtVqLKwGqp78bMFG9OvZGNC1Arh32FQ4pEqx1SYBH04YrERAcL0uC6uzF+/FjdcE7rHq2d+ssOrTtqFSqPTmpUmIYHEc1CywsKrLLa993AKvyy61etQVs71yBfNWT/zVeF1o4vAws8JqB7RdvxYbtWKyD0cA2jyAWlUdvGpWdZrCqskPFg4jgTgRePHFF/H000/HaXduSwIkQAIkQAIkQAIkQAKBCVBYpbBqmCHqQVVN1QOsFGEVmsOsDmDWyPuxuIurolW3AoXV+H7sBKpYha760EtEdR+w5CXSuaoQMRrfzjsXUxuMQfOP+uLru+aiz/KFaDYxDw/8LL8nV6BqH/6FVa/b85UpwYVVReRtPl4VzAwehsIq9LfA+1ZSzv3mR9za82wIUobPqjf2VYVU+fG/uZMr3xcl9WebhFlL9uOWazStALSraKpXfUVquSWBcSuAjWEIq8HjGFxY9R8XrQh6Pb6Vq2bdNrp8hHJAlzZX9Pmgx2tSWPVM08TOqPWAa5y7bYS3L4EraCmsxvfziruTQDACFFaDEeL7JEACJEACJEACJEAC8SSQ0sKqQxQhukWQECgLyq35AjLsAgT1SUSPoCskXCsAeG7/7yn3VYXaCkD5uYGMgsJqRAkR5ckBWwH46Y+pPblef8u4+hx4RhFUd+DhguHY8+e2+PqG0Th31DOYZdjD0lhY1a8dUsWqqxJRa6s3St9bxN3vGwqPAOSK1b5d5ePaKqtTtWvefOvD+HTOW4YRk3uszl7yG27RHl6lH6ntuTp0h3LbvFr9a62w6q7YDB7HtbqetarBgeOieX/UaOwYJfeBlYXUZvD0jfX4bfZQNJPCarvRmHrDXDwwam1lj1y/7Sd8w+Qv7tqRFFaj/IHE5UkgQgIUViMEyOkkQAIkQAIkQAIkQAJRJZDSwmpxWQXmLfsFkqRWmOlFUu1zh8OBiooKFBUV4ciRI5CcDqxY/AW++WwasjLNnxhuFK2kEFbl2/s/bfT/7J0LfFxlnb+/k7SlFNAWUIQWuSVAkeqyCph0US4r2qprwaV1UUFEE9HFpsut+G8RrbsrF20qq5AoIqDVtgoFJZVLkVWSLuC9hVASwGIr0iJy6TXJZP6fc86cmXPOnJlzZubMZC7PfD6lSc573svzvmdonvm9v1ddF7eYQ3BFrHpFqjc1gGfQRKyW9JkNrDy/w6u8AtRHTtpRiW8/Ub879gpTCppC9Elrm/bR5jZ8b7dyiVU7dYCdF9QTsZo6sCooH6y3TXffjTQFl6vbEoBZZNyd9/1GH2o9WA0aH8jVWyChYd3d94IrFYAh8lJtOiJmrUhKz3hSkZfJ8Xu23GfmoLUjcP3kZfA85sqxmpLnDz+gC47wzos8AjXdvvu+fBCGF6tWpLSRW9a7TvwjUV1zEELCIlbzmTfKQqD8BBCr5WdOixCAAAQgAAEIQAAC4QnUvFi965dP6rOfOEuNsQZ1fmel/vKXv+h1r3udSei1117ThAkTNGXKFFOoDg0Naffu3ebPt27dqne+851as/qH+kH317TXhMLlalWI1aQ87U6dF3FkOqeqASuZV3UwubbOzJJf1biMWA3/AJaiZJBYtSWj7MhJ54FLZoe8wip92rz3AKPMsvaIvCfUGz83xNgVevqfDElmveZ91MjXaufotO556uofa9ZP/1X/9ZtkGZe49as3y+FVqa32ycZ8ImvvvPeP+lDrARqKJTTOkVPVb14SalCDGmUIVfvru/7veZ39HmcqAO9p9fZBXMkandvYU9GYSdFclFj1ys/Mecx5eFXqEDO/eTF+5hiX61CuXPORa3XnI1Y/p8Ntbqm2w6yD7PPu7BlitRTvQtQJgegIIFajY0lNEIAABCAAAQhAAALRE6h5sWpErF58wVka19ior3WvNAnakarG33//+9/Nn42OjmrHjh16+eWXNWnSJG3ZskXHHHOMJk6cqAfu+XFRcrU6xGp0iwuxGh3LQmpyi9VCaqife35y3+/1Lye/IWsqACeJUSXUqJiM+Hf765/93zbNeW+WHKt1gDHjMC2/g6UqnANitcIniO7VPQHEat0vAQBAAAIQgAAEIACBiiZQ82L1pw8/pXg8niFUvYLV/t5IG7Bnzx499dRTOuigg9TQ0GD+KUauIlYr+hmouc4hVsNP6R33/1bv/8cDpYaYYomGnDcmEvFUOfvrnse26qwz3x6+wZoq6ZM2wplT1swjW/kvxGrlzxE9rG8CiNX6nn9GDwEIQAACEIAABCqdQF2I1c+c9yEzFcD/fO8OMxLVSAVgRKsaW/6nTTMOrnFHsRrRq08++aR57Q9/+IN27dql448/Xjd/83o98ou7804LgFit9MegtvqHWA0/nz++9zc68o2TdNyhkzSquGLaS6OxYbOC8YmY4o0JmT5VMTNK1XjfGInF1Tg6Tk/8ebs2bdutD59ZvxGr8qQQMMGZKRdkpnWwUz54ZyT7AWTh5y6qkojVqEhSDwRKQwCxWhqu1AoBCEAAAhCAAAQgEA2BmherP+sd0L9/Yo6ZCmDpd37sSgPgFar2IVeGWB0YGNBRRx1l/v3SSy+publZzz77rNY9tEZr7/5BXnIVsRrNYqWWcAQQq+E42aXuvPe3Go0Z+VPjUsJ6Wkdj0jhDpiYSSjQ0KhGLqyEuM6o10WAI2Aaz0Jz3/UN+jVG64gggVituSugQBFwEDLH6yPDJUIFAVRNYfVXGKZ9VPR46DwEIQAACEIBAmkDNi9V7+gZlC1NnblWnVLWv23+PjIyYQvXYY481D7TauXOnmX/VSBGw7777asX3vqUH7/mRxo/LvXXYxoxY5ZErJwHEajlp01a1E0CsVvsM0v+xJ7BG7bHZ6m7t1EDvfDVF3CHEasRAqW5MCCBWxwQ7jUIAAhCAAATKQqDmxWrPuqfV9rEPmqkAbrz9Lr3wwgvaa6+9TNlqSNO9997bzKG6fft2GUL1wAMPNMEbYtWIXDWuGX/v2rlTX1jwaU198+G66PNX6EuXnK/9Jk0INUmVJFbPXrQqVJ+LLXTBrBOKrYL7CyTwrZ89WeCd3AaB+iPw2Q8cW3+DZsQQyElgUMtmNqujr1WdA72aH2hKEassKAgEEQgnVpPPUqqyNvUkujTLU/ngsplq7uizftrWo0SXt4T7Bt/ya9oVm93t2+3WzgH1Bj/4QUPmOgQgAAEIQKBuCNSFWP3c+R8yUwF845Y7tW3bNu3evduMPjUiUSdPnmxK1n322cf8+QEHHGB+b+RVHT9+vMaNG2cuhh07tuuS9nM1ce9JuvDz/09XfnauJu+7Vyq1QK4VU0li9aa7N5R8cd/3aL8QqyXHTAMQgAAEIACBEhBArJYAKlXWOYFgseqVqklgGZHgnnKBYjVL+Rxita0noQBXW+ezyfAhAAEIQAACbgI1L1bX/N8z5oi92/3j8bgZoWrIU/uaXc5b1vjeiFo1xKshXI20AJ/5tzM1ZT/Eqt8DhVjlbQYCEIAABCBQ+QTWtMeUClozBU1zMlrV0ffWNrWpW92uCFZbvhoRdXO0OiMVgEfmFJEmgFQAlb+O6GEwgXBidbXm2BGqKfHpjlq1n9m2tjZ1d3cHRqyGL28/s2Ej1YPHTAkIQAACEIBAvRCoC7H66Y9+wEwF8M1b79SWLVvMKNRJkyalIlQNaWpIVuPnRnqAl19+2fz+TW96k5k2wEgH4HwZovWJ9b/T+t/0atWt/xO4VohYDUREAQhAAAIQgAAEykkgKW7sbb+Dy9p1z/u7NL8pM2LV3kqc2iI8uEwzmzvUZ8pYeXKselIDuMrm3rLsN3zEajkXBW2VikCwWHW3nNq+7/xQwpatxnM3Z7W1lT9XxGoe5VPtBUbAlooQ9UIAAhCAAASql4AhVn/T97A2b9qs7a+8qkSWoXjd4MR999XrDzxAsTmnNGe7x6wqFmgVi4cXk38jO/cMy8ixaqQCaGxo0NLv/FhPPPGEKUsnTJhgRqEeeuihZkqAl156SYcccoiZIuD555/Xfvvtp53jXq9l9w7oiee2aWjPLsXiQ+afvRtHddy0yfr3D7Xotw+s0I9u+UbOQQQi8CmQbUwF04pJu/eMiFQABRPkRghAAAIQgEDtELClS0Y0qV8qALcsVTLHo7Vl2CNSPcJWcka3ZuaLDAKKWA0ixPVqIBBKrHq357ueTc9z5JSmvvv28ylPtGo1rCH6CAEIQAAClUvAEKt33H6rLvvM+zX1oAMUSwZnGkGZiYS0Y/ew4qMJYyu9+behABsbG7TlLy/qph/8ovLF6j19g6ZA9dveb0xLtp8bh1qdfcM6feXDb1FDIqG2bz1gidVRS64afw6ePFHdl56j8z94EmLVQYBUAJX7wNMzCEAAAhCAgE3AlQpA9pZj/xyrVlljm/Ct0vnG4VZ2eX/pmknZ/yCeoNlArAYR4no1EChIrBoDS8pV+8OMVNR4gFjNiDLPVT7rhyzVQJY+QgACEIAABMaegCFWf9j1bX3ti/+mWMM4NY63zmqKx420otLfXtmhoZFRxeOjGh6Oa9y4Ru2z93hNed0+uuSq71a+WP1Z74DaP/4vZiqAG275iTZv3mxu+TeiVo3t/o2NjebXxp/h4WFz27/xxzjMqvVL9+nbnzxRDUqo/Zv3KRbfk5KqhmBtiA/pgW9doQ+fegxiFbE69k8zPYAABCAAAQgUQMAtYZTMs+rJtZiSL61q7etLpgEwtvYHRawW0CHHLYjV4vhxd2UQCCVWXV1N5yk2IsPnrHbkQ/YOySeHsftDE88NvpGwRlYBDq2qjNVCLyAAAQhAoNoI2GL12kVzlVCDxhspRWMNGhlNaHRkVFtf3qE9I3HFR+LaMxTXhPGN2m/SRB0weZIuu/p7lS9Wf/rwU7r4grPMVADXd63Qk08+qYkTJ2rq1KlmWoB9993XlKoHH3ywtm7dan5vXDdSAcy86h5XlGqDU6zGLbF6f9cixKpn1ROxWm1vA/QXAhCAAATqjYAhU8/Xreqd3yR5tu+no1N7ZVy2XnYkq/G1U7p6xKpXtBYJFrFaJEBurwgCgWLVeAZXz1Eita2/TGKVaNWKWB90AgIQgAAEqpuAU6yOjiY0bq+Jamho1IgRsToyquf//pqGhuNmtKolVhu03757603776vLv3RrdYhVIzLVeOVKB2DkXB0/frxiOZLCrv7VBn1j1dpU1KohVu/79pdSK2DH9lfV85PbM3KukmO1uh8Seg8BCEAAAhCoPQJOUSr3ITj2gVOmQ+3UQO98GX7V90AdP5HqvN8GV+ChOIjV2lt59TiiUGLVOIwq45UlhUbG1v6APKm+qQDS7wFEq9bjqmTMEIAABCAQFYGaF6t3/2qjLjp/jpkKYOm3V5gHUxmpAIaGhswo1W3btumAAw7QX3c16opVT+ivL71qilNDmjrzqaZ+ZketGrlWR+O67ztLpD+dJY0MSdpfmna1Vq34uUuuIlajWq7UAwEIQAACEIDAmBHIOJiq9D1BrJaeMS2UnkCgWDW6kPPwKk8foxCrqfYKy39cemq0AAEIQAACEKgOAjUvVu/65ZP6/CfP1rjGRl3zreX629/+lsqhaghWQ6y+4Q1v0BV3/Um/e3abKxrVPqTKFqymbDX/7FFs1IqCNcXq0x+UhocsuTpxhgaGL9TCi+amVgBitToeBnoJAQhAAAIQgEB2AnbexnJGtxli9corr2RaIAABCEAAAhCAAAQgUJEEal6srv7ffvNQKuOVLRXA6173Op12za80tHtXKko1LVFtmTqkBiNK1RSrRn0JM23Avd/+srTxfWmxGm/Q0PH36d/e+zbEakUueTplRkQsma6Bvg5zaycvCEAAAhCAQDABe6txeaPbEKvBM0MJCEAAAhCAAAQgAIGxI1AXYvWznzjLTAVw/U3LU4LVkKwvvfSSpkyZYv5p/dJ9qWhVc9t/SqI6xGoyPYASCbOepsMO0bcW/qv01EesaFUzanVYeudvXQdaVUvE6uY7L9L5y59JrsYz9JVVl6vF+O6xa3XGtWt9VqmjjOMqh1eN3QMdqmXEaihMFCotgcHOVjUvWJdsxClqBtXZ2qzUJaNEttyM3m2TqS4b9V2mjWHrKe1QqR0CECiCAGK1CHjcCgEIQAACEIAABCBQcgI1L1bvfOgJzb/ww2YqgP+64fZU1Oro6KgGBwfV1NSk/fffXzO/2GNt8U9u93/7kQfqyo+8S2+cvE/2SRjeJm35qvTqY2mpOjQknbK+CsXqOl1z6XP66PXzNE3Suhveq0W6WmsvNtVqxivXdcRqyZ/b4hpArBbHj7sjILBG7a0bdVkyatrcXqye5GnIlljtX5xQ6nDkPFpM19VcVD15NElRCECghAQQqyWES9UQgAAEIAABCEAAAkUTyFesjh/foNftu7feNGVfXf7lWxWbc0qzFb6Z5RULDNcsegyKyb+RnXuGZYjVPXv2ZE0DYESuGodX/dOiu5K5U60I1R8vmqc3NHxNGtlkddCIUjWjUocd0ame742IVePPaU9WoVh1z4MZvdp7qm5NilbX1S0r1N7xkE7vvFHzpmbOH2K1+DUdaQ2DnWptXiArNrBFS5fO0IKVdioAY2vnEk03frbAOI3Wjhz0Rg16tn666jQCCm0JZtx3nnTbYvU3z5Z1vq03erBFSwf61NFknNPgFGpGWavdlXMH1GcU4FUXBMzo1ZVzk+kpihCr5rpcqbnm+iqinrqgziAhUB0EEKvVMU/0EgIQgAAEIAABCNQrgZoXq3f84nF97oKzzVQA13zz9qQjTZii1T64yhCr77l6tZVjNRm1+tDSdumlC9NSNT6SzqNqH1TllKy2VB1t1NDMX1d5jtV1uuacq/XMuTer6ywjftX9CopmRaxW0tuJV1Qmc+S1LE1KLP+ceV7h6RZf7mhDPym2YF2moLXlq6u8uZVb6kl0aZbpVZ1irJI40pfSEbDW4Pqltkz3Sv20iA/qg1/kazqlQPh6gtrhOgQgUD4CiNXysaYlCEAAAhCAAAQgAIH8CdS8WP3JgxvU8al/NVMBLOn8XkqsGgdaPf300zrmmGM0efJkXXLL/+oPA1uSqQD26BfL/j0tVsNKVSO/6utP1MA+V2jhRXNTsxEYtOtTIFsUbv5TnLwjJu3eM6Kb7t6QvQpnLtV3ZUsDYElXXX6vrjjRvyrEasGzFP2Npqjs12JbXBotuFIBWFJLqYjTbHIzGdmajDR1ddTVRmaUoClS+xcnt3kn20/JVHf7GWWjJ0KNlULAmR81Ww5VczkauVhnpOV71v77rGVH2fD1VAog+gEBCBgEEKusAwhAAAIQgAAEIACBSiZQ82L1x2vXa/fu3TlTAUycOFFbd8S16Lv3aeuLL5lRqw/esMASq/G4tfXfPpzKPqDKjlo1cqoaQtX4fvxB0gldWnXHL/SjW75RfWLVsVKtg6yOSB9glbyWM0VAsgxitYIeeW9EaGixaqcOcI4lHfHnPnjIKOOOUHXmx8wtVpPizBSv5MSsoJVT1q7klp65handUXfktF/3w9VT1oHTGAQgEEgAsRqIiAIQgAAEIAABCEAAAmNIoC7E6r9/8sNmKoD/vuFWbd68WePGjdOkSZPM3KvGwVW7du0yfzZ16lQ1NDSkp+PFCxz5VIel/T8tvf79Wadrx/ZX1fOT211S1ShcNRGrzpH55lENjlY1qkCsjuET7W264IhVT5Srs17f7ft2+XwjVu0I2X4tHpiuJd7o2gpCSVdKSCBXCohQ6SFCSNNQ9ZRwjFQNAQgURACxWhA2boIABCAAAQhAAAIQKBOBmherqx74oxZ8+hwzFcDVX7tZTz31lIwI1fHjx2t0dFSvf/3rtWPHDjOqdWRkxPy5kX/1pJNOkl74WDKvajIi1Y5aTUWvDkv/9EfXQVV+81YVYtUQqXe8WV0Xt5hD8ItYzRbF6h0zYrVMT2+oZjz5K+1Dpzw5Vl2pAIIOkPKIVTOvZXfhEav2gVVmLswcW8JDDZdC1UHAWIfXHaO+LjOzrmu7v9pbtfEy63Az42Wur/V2TuBk/tUZPenUElnSBazJWU91YKKXEKhHAsuXL9emTcmDQ40Pp2MxLVy4sB5RMGYIQAACEIAABCAAgSogUPNidc65n9Hssz6iCRP2MoWpIVONf6QbL+Nr4zU0NGRGqg7t2a3ntzynv237q86a+3Fpy7z0Nn9nKoBjviONDku/+Yh0an9tiFVt1opLL1R36neZI9XWeaPmTbVXce4DrZxrHbFaYU++LVPNbrWpx4gMPU+6ra9DTcoW6ec9QEhSSsYmZVe3Nc6WpUs1Y0G/5ph5XAuIWE2JsXWyD7iqMIJ0J3ICOQ6ocuZetRZY8qA14xs/seo9/CrZ2Zz1RD4gKoQABEpEgIjVEoGlWghAAAIQgAAEIACBSAjUtFgdTSS0Zyiu3cNxNR/3Nn3xmm8pFmvQ9tde0ysvv6QJe+2lndtf1SO9D+kPv16nLX9+ViPDuzW+sVGr7v+t9nttobR7SzJqJLlx3QAAIABJREFUdUgaHrZSA0y/xRKr6zu0/a136fwPnpRzMqoiYjWS5WRVgliNEGa9VOWXC7Zexs44IQABCEAgKwHEKosDAhCAAAQgAAEIQKCSCdS0WLXBG4J1aDiu0ViD9nvd/mpoHKfXXn3ZzH26a9d2jWtsMGVqY2NMjQ0xM6J13gWf19yPzJK2dknb/yjt2W5JVeOwqtEGaZ/jpKYvaNUdD2bkVPVOOGK1kh8B+lYJBMzt3nJv766EftEHCEAAAhAYWwKI1bHlT+sQgAAEIAABCEAAArkJ1IVYdSIwJKvzZWQFiHmPl0qaUEOu/uNJp+jNRx6tCXtNTN1mpAzY9PRG/e6xh7Xilm8ErjHEaiAiCtQ1gRAHD9U1HwYPAQhAoH4JIFbrd+4ZOQQgAAEIQAACEKgGAnUnVkNNSqAJDVVLqlBgdT4FMmRvfk1mlo5Ju/eM6Ka7NxRbU+D9pAIIREQBCEAAAhCAAARCEECshoBEEQhAAAIQgAAEIACBMSOAWPVDH2hC85uvwOrKKFbPXrQqv84XWPqCWScUeCe3QQACEIAABCAAAYsAYpWVAAEIQAACEIAABCBQyQQQq3UmVolYreTHkb5BAAIQgAAEIOAkgFhlPUAAAhCAAAQgAAEIVDIBxCpiNfL1SSqAyJFSIQQgAAEIQKAuCSBW63LaGTQEIAABCEAAAhCoGgKIVcRq5IsVsRo5UiqEAAQgAAEI1CUBxGpdTjuDhgAEIAABCEAAAlVDALGKWI18sSJWI0dKhRCAAAQgAIE8CaxRe2y2uls7NdA7X0153l1Y8ejbNMTqI8MnF9Yd7oJAhRFYfdXpFdYjugMBCEAAAhCAQLEEEKuI1WLXUMb9iNXIkVIhBCAAAQhAIE8C0UvO4A5E3yZiNZg6JaqHQDixmnyOUsNqU0+iS7M8wxxcNlPNHX3WT9t6lOjylnDfkL28tz2juoQCqqse6PQUAhCAAAQgUGICiFXEauRLDLEaOVIqhAAEIAABCORJIHrJGdyB6NtErAZTp0T1EAgWq5mS0xxdRuS5p1ygWM1WPkt7alXnQK/mlyfUvXomkJ5CAAIQgAAEfAggVhGrkT8YiNXIkVIhBCAAAQhAIE8CacnZeXyHOrqt21s7B9SbsiUeqeKVN4PLNLO5Q8mYOE9UnPteK8LNv81iot8Qq3lOO8UrmkA4sbpac+wI1TXtis02Hl531Oqa9piMH7e1tam72/gid8Rq1vL2M+549lNliVqt6LVE5yAAAQhAoHIIIFYRq5GvRsRq5EipEAIQgAAEIJAngbT4tGSqtGxmszr67Eg0T3SpLVhsQWN+/4QWJQWPvY3YJVBTsseoy5BBc7TayOtq7kw2ROtgsk3/rcxhBoRYDUOJMtVCIFisukeS2r7v/NDDlq3GszpntSVec4nVnOXt9wnP+4JH5FYLX/oJAQhAAAIQGAsCiFXEauTrDrEaOVIqhAAEIAABCORJIHNbvi1pTNF69HWmkElHsAZI0KSc8b/X7lpmm1b0W+HbihGreU47xSuaQCixmopSTQ7FFUnueU6d0tQ3KWqI8t7IdKRqRa8hOgcBCEAAApVHALGKWI18VSJWI0dKhRCAAAQgAIE8CeQWq7fq/PTBN66a09Gl9pZg52VDrNr3utMKGKUQq3lOEsXrjEBBYtVglJSrSh5YlXr2AsSq68MUIwWIX3mvyHW0R4rVOlugDBcCEIAABAoigFhFrBa0cHLdhFiNHGkRFQ6qs7VZ/Ys53bUIiNwKAQhAoAoJZBer5jZ9WbkbM+WoNVT31n/DmTrKZ0S72ngQq1W4UOhyGQmEEquu/qRTehjP7ZzVVm5V31fGAVfGYxtQftETavakEsiQsWXkQ1MQgAAEIACBaiSAWEWspghsvvMinb/8meT3Z+grqy5Xi331sWt1xrVrU2Wbzr1ZXWdN813ziNVKeisYW7E62Nmq5v7FSvhuT6skTvSl3ATMtbFgXbJZ//yL9i+ELUsH1NeRJW7GFWnToqUDfbKKWms/1YTxo8BTk8tNgfYgUEoCeeZY9XTFK1bt59ESsQNqN3KppkSOsd34Oh3dm8yxmnEQDqkASjnT1F09BALFqvH/tNVzHP9uKq1Y7Zm7UrM7+lz/f0zldeX/mdWzsOgpBCAAAQiMKQHEKmI1SWCdrrn0OX30+nkydOm6G96rRbpaay821Oo6XXPObTq880bNmyppywq1dzyk0+3vPQwRq2P6THt/NR7TiFXEaiWthUrqyxq1t27UZX0dMhyoKWzkOdHY+OVyiXEOcrfWz80iVk2puj4tU83vpR7zsJ2x/VChkmjTl3olYAmZDZ09mrtytgx3Yn2+4NjBkJFb0fkBhJ2b0f78o01t3d3aYIrVJiOkVTObO5SsNlkvEav1utoYdzgCocSqb0hqlgPgMrb2ew+j8vTLW94vDYD9yDvfK8INj1IQgAAEIACBuiSAWEWs+i58M3q191TdaohWU6Ru0idSEawe0YpYreA3D1su9UizrZOaJWdUn/G9N7LP84/3wU61Ni9QKrYw9Q9tH3FlyrDpGuj7gH7miRY0og4X9zd7BJpVx8ps4qyCydK16AiYAn7lXA0kRau9JvsXD2j6kuzrI/M+4xfKJZpuRq0iVqObIWqCwNgR4PCqsWNPy9ETCBSrRpM5D68KEKV2nmNliRIPmWPV9QFM9BioEQIQgAAEIFBTBPzE6vLv36bEaEKJhLRj95DiowmNjo4qHk+ooSGms+Z9XG+asq8u//Ktis05pTmRi0gsVnpeMUXcSLmr82mvFGPavWdEN929IcSEGOL0aj3j2O5vRrD+0kgPcK6eu/RCPTiTVAAhQFZAEVuapmWqtQV7RjKqLzNa0C2r3JGF7mu5xKoViZgRseqKKDQLqLV5peamtm9XADK6UGYCVnTNesd2//S6ac4t3r3rKfkLpUz57/3AwPuBQpmHSXMQgEBBBBCrBWHjpgolEEqsVmjf6RYEIAABCEAAAv4EckWs7jWuUS/v2KWReELxkVENx0c1rjGmXUNxxGo+CyrQ01aKWHXmUX2XnQYgPVJLrko67JNWJGsWCKQCyGd1lLqsX9SeI6pPfmLTGfXn6Z8pQvu1ONtW61TEahax6hJfPuK11Diov3IIOCNynHncfNZYrohm98EcLWppWacZPoe1eT9QqBwQ9AQCEMhFwBCrV155JZAgAAEIQAACEIAABCBQkQSIWPWblkATmt9cBlZXKWLVMSzrIKsjkgdYWRGsuvxeXXGiZF2T2sixmt9CGJPS2cSqmYhSXc3ubf7pLnojXO1EAEYJO1VAARGrrihWKxqx30eCjQkqGh0zAmnpeZk2utZEvqkirOhXK2LVO5xc18Zs6DQMAQgEEECsskQgAAEIQAACEIAABCqZQM1GrE49+h068PC3lpX9tmf/oM1P/VoNRv4DhyytRrHqPKBq5qOOfKsm0c1akSMdABGrZV12AY2FiVi1I1B9qvLdul9MxKq9/b9fiwema0kq+rWSmNGXshNIpYRYrP5mOxewpxctSx05WLP0MCM1gKMcaSfKPq00CIEoCCBWo6BIHRCAAAQgAAEIQAACpSJQsxGrb591oT487+Pas2ePpJxpYPNme+NtP9VF531Q3r9X/2SlHu35tsY3NpjJaO1XVYhV44CqO96srotbLHXqjFg1UwQoGb0qWdL1uzoyGcHqBYhYzXtJlfCGLDlWUwcFBUQEekSVte06fbiV6zR3+5ArhwDLPFzIGKoj96VzC3gJKVB1hREw1sp1x6gvGVaafZu+d30m186MHiUyQlLduVrXtLdq42XGIVbW2M21uj6EnK0wVHQHAvVOALFa7yuA8UMAAhCAAAQgAIHKJlCzEaszP/RZnXbGaWn6iWx61bqQVq/WqV3Gy4g8jZnRp9bPrD/G1+4/diP33b9WfXd3aeKERjU2NqTargqxmoxC7d5kd/tI11b/VH7V5OUmx8FWiNVKfsgNEXWetHiuVs5eIGtDf1qMWj33HvIjySFHnTksW5Yu1YwF/Zpj5lg1dZW59brbrrdHmr1kejqy0JatZpUD6ktaLkukrROnzlby2ill38IeLBUgVh3ry+itc41lnKocJuK1lEOmbghAoCACiNWCsHETBCAAAQhAAAIQgECZCNRsxOppc/9DD9y/xsRoi9DR0VH5/YnH46mfG1/b33t/btw7PDxsRsEaf3bu3Kldu3alpupLX/mqeu++SRMnjNO4qhOr0a04IlajY1mzNeXasl2zg2ZgEIAABCCQLwHEar7EKA8BCEAAAhCAAAQgUE4CNRuxetrcBXrg/p8jVu3VFJN27xnRTXdvKPn6QqyWHHHVN+BKIVD1o2EAEIAABCBQKgKI1VKRpV4IQAACEIAABCAAgSgI5BKroyOjev7vr2loOK7h4bj2DMU1fnyDXrfv3nrTlH11+ZdvVWzOKc05E5gaO+lL/Yo5T4pKNnbqOR1a+8C9iFXEaqmXH/XnTYDT2fNGxg0QgAAE6pQAYrVOJ55hQwACEIAABCAAgSohULtidW6H1t7vFqt33323OS3ve9/7XCkB7C3/v/rVr/TOd76TVABFLl4iVosEyO0QgAAEIAABCJgEEKssBAhAAAIQgAAEIACBSiZQN2L1rrvu0gc+8AFTqPb09OjMM880v37ggQf07ne/2/y6HsTq2YtWlWU9XjDrhLK0QyMQgAAEIAABCNQOgeXLl2vTptRJmuYhogsXLqydATISCEAAAhCAAAQgAIGaIlCzYvXdcxfoQUeOVadY9R5g5YxYNWb3xBNPNEXr0NCQdu/e7TrYyjisamRkxDwQy7hmHGJlvzi8yiJBxGpNvUcwGAhAAAIQgMCYESBidczQ0zAEIAABCEAAAhCAQAgCiNXRUVOQbt++XTt37tTg4KCJbfz48aZAzeeFWEWs5rNeKAsBCEAAAhCAQG4CiFVWCAQgAAEIQAACEIBAJROoS7FqpAJobW3VCy+8oKefftrcZuZ8GdGo3p+FmUTEKmI1zDqhDAQgAAEIQAAC4QggVsNxohQEIAABCEAAAhCAwNgQqFmx+q5zOvSLB/wPr5o8ebJeeeWVrMSdYtX4OtfLKWARq4jVsXmMaRUCEIAABCBQmwQQq7U5r4wKAhCAAAQgAAEI1AqBmhWrp3x4vh568D5zngw5+vzzz2vDhg0ycqSW6oVYRayWam1RLwQgAAEIQKAeCSBW63HWGTMEIAABCEAAAhCoHgI1L1YNkfr73/9eW7duLfmsIFYRqyVfZDQAAQhAAAIQqCMCiNU6mmyGCgEIQAACEIAABKqQQE2L1Tt/skKPPPKI9uzZU5apQawiVsuy0GgEAhCAAAQgUCcEEKt1MtEMEwIQgAAEIAABCFQpgZoVqye+v12LvnC54vF42aYGsYpYLdtioyEIQAACEIBAHRBArNbBJDNECEAAAhCAAAQgUMUEalasvu3MT+qLixaWdWoQq4jVsi44GoMABCAAAQjUOAFDrD4yfHKNj5Lh1SuB1VedXq9DZ9wQgAAEIACBmiGAWI1wKhGriNUIlxNVQQACEIBAVRJYo/bYbHW3dmqgd76aqnIMuTpd3vEhVmtuATEgBwHEKssBAhCAAAQgUP0EEKsRziFiFbEa4XKiKghAAAIQqEoCxYrHQS2b2ayOvlZ1DvRqfsWZ2WLHl9+kIlbz40Xp6iIQTqwmn7nU0NrUk+jSLM9QB5fNVHNHn/XTth4lurwljAv2+4vn5qzlq4snvYUABCAAAQiMBQHEaoTUq12sbr7zIp2//JkkkTP0lVWXq8Xm89i1OuPatcnvjlRb542aN9Uf3n2P9uuCWSdESJaqSkFgsLNVzf2Ls/zDuxQtSmvaY5q9fqkG+jpqMIqrNMxqtVZz/S1Ylxye/y+J5nrpllqWDqivI4tdWtOumFHIfLVo6UCfvEVD1VOroBnXGBAoVjwiVp2ThlgdgyVMk2UjECxWvVI12bWMiHhPOcRq2eaQhiAAAQhAAAKI1QjXQHWL1XW65tLn9NHr52mapHU3vFeLdLXWXtwimVL12bRMNb+XW7w6OCJWI1xUJaxqLMRqCYdD1VVFYI3aWzfqsqRgN8WnPNE1hjBdIrWpW+vnZhGrplRdn5ap5vdyR/KEqaeq2NHZsSdgCYwNnT2au3K27ACx1s4B9ZrhpWmx2nl8hzqS3r+tJ6F0AJlXltjRqT7RZCmBku2eJBHXhwxO+XK0rjP726njOzrUrWRbWqaZzR1Kxrc5ItyKGZ+fFLZ/5v8BStB8IlaDCHG9mgmEE6urNceOUE095+7nyf4Asa2tTd3d3SEiVgt7HquZNX2HAAQgAAEIlIoAYjVCstUtVt0gzOjV3lN16/XzJMfXhnSV1umac27T4VmiVhGrES6qCKpyRwYaEX23Sec1KxUsaMT5mRGBUmdrs/oXO375N6XU9GSE6WDyeo80e7YsV+CMEAy6noxYTQm04PLyEwVsV4tgVVRWFeYaXTnXEclsr40BTV/SrJVZxGrmfYYQWqLpqajVcPVUFg16U/kE0oLTkqnybN1PX7dkqlcs2tdtseGVkX5yMuCepCSVqz92/d7+NkmDhlR9QouSssbeQmz1t7jxNSe3I6dEs9lWh/oKfO9GrFb+E0EPCycQLFbddae2+zsjVu1/KxnP2JzV1i6OvCJWkayFzyB3QgACEIAABCTEaoSroHbEqiFOr9Yz596srrOmJSNWnRGq1nVdfq+uODETIGI1wkVVbFWDnWpt7tdiv1xcGakAbAmVW6wuWJeWqe5IQ+v+7Nf9xWr28m5JRoRtsYuhUu+3JM56x3b/9Fw3m2sqm1i1xLszQtWqS8nIwND1VCoa+lWhBDK3+tuyw5KJAxmHV1nRZMlI0QErfUU6wtUIcnX+zCtqvdeTaTGc9xx9nWKzN6Ryslr9OT4ZvR0iNYGr/cz+5zW+Jnd7SopWd8Ru+KlFrIZnRcnqIxBKrHo/ZHalAfB8cOOUrPnkWBVytfpWDz2GAAQgAIFKIYBYjXAmql6sOvOoviuZBiDJx0wN8Esb1pFqOuwZHTkPsRrh8ilNVaZYXaAZri2oVlOZojKcWA2OaM0mZrNFrGYp75XCrujZ0uCi1jIScP6i6Iyscc27tSazilXTN1l5WK1Xi1pa1mmGEXXd7PxQIbieMo6cpqqeQHFi9f33WAfM5CNW3WLTR6y+/x4zKtQVsapODfTOV5MjNYH1vfVyPzvWz7KJ4fzEql23IZJvlc43DuIqXNogVqv+gWEAOQgUJFath9V8vu0PLlLvJ4Fi1dMZO6LcPO/Kma6EaYMABCAAAQhAICyBmhWrBze/XZOnTdeE8RPCsnCVa2hoUGOj8adRo6PSaHxE8XhciRy1bXnqt9r05GOaOKHRvNd+xYJ64FMgpsC7gmp1X49Ju/eM6Ka7N4S6zzrI6ogseVSJWA0FsVIKJeWqcUyQ8xCgiherpgxIb+v2zcNZKYzpR1EErHQVM9STuEwbXeko8hWidsSqlUIg/SFAvvUUNRxurnkC2cWqayu9I6qs5BGrSbGaypdq51E1LWpQf70RsdkjVkONz0wzmzxUrrVVrX19BacBMHqPWK35B6quBxhKrLoIuVONzFnt/HDRgzLjgCs/1Om8zojVul6KDB4CEIAABIogULNidTSR0PBIXCPxhIyv83nlpTQdhQ0ZOm5cg8Y3NqihIX0hsL4KFKvaskLtHQ/pdL88qhxelc9yqqCy2bZJz0r2sRIjVhfIPjfeOMaoxyelQQUBpiuFEjDl/0rNHVis/mY7f6+nspaljhysWRpKpQaYo9WxIuopdBzcVycEQuYgzSZW7a3yqfe0zMOdXCLWKUez3GPlNTUCVntlnp/lJ2Ic/XHnVE1Hr7oiVlMRrFlyyGYdn9G48xAu+2CuwpYHYrUwbtxVHQQCxarx/7XVc5RIbesvUqwaEarXHa1eu75UxGpxz2l10KaXEIAABCAAgdIQqFmxmlBChk81pGqeXlWxQBPqPxnGbbFYTA1GBS7hGjB5lSBWDZF6x5vVdXGL2dnsEaue/Ks+QyPHamke1uJrdYvTzIN/PFv17UjXlNAqVrzmmQog45eJ4glQQ4UQMNbWdceoL/mLXTpitUu25rd66o00TebxndHj+CXTHlNmrtb0aIlYrZCZr5Fu2BGgbWpTt7qTYaLpaK/MCNEMUerYfmtB8Xxw5LxuC8yc96RlSxqy5/Aq37yMydJtbWrr7tYGV47YIsZnPL3J3Kr2luUM3xtyNSBWQ4KiWFUSCCVW0/luHGPM8mFzRioA+70hKU6TB92lo9vt9wC//69WJVI6DQEIQAACECg7gZoVq0WRLFCsZmszsLpKEKvarBWXXqjuTfYojlSbHa1qRq9+V4PJS032oVZZBoxYLWr1RXuz98CDjFyWVkRoOkWA85fzNvX0SLOXTE9GCpZZrPrlAAwTtRgtQWorCQH7oDO78vSBaO7mAsSqI82FcZ8z1UXuekoyKCqtGwIhDoMqM4us4jbryeC5OhjR+FwHYhWqVUkFUOalRHNlJhAoVo3+5Dy8ytPhILHqTNWRvNWV77nM46c5CEAAAhCAQC0QQKz6zWKgCc1v6gOrqwixmt+YcpVGrEbHsp5ryhZRu2T6gPo6Cv8lvZ6ZMnYIQCAKAhGJxyi6YtaRmUogJWLGUKzah2MVm7fRiFi98sorI6NFRRCAAAQgAAEIQAACEIiSAGIVsRrlejLrQqxGjrQuK8w8rIrt3HW5EBg0BCqOQKWJVQOQTyqAgqSqo65QB99kmxy7P8XnxkasVtwDQIcgAAEIQAACEIAABBwEEKuI1cgfCMRq5EjrtELvdvFcW73rFBHDhgAEIFDjBBCrNT7BDA8CEIAABCAAAQhUOQHEKmI18iWMWI0cKRVCAAIQgAAE6pIAYrUup51BQwACEIAABCAAgaohgFitM7F69qJVZVmcF8w6oSzt0AgEIAABCEAAArVLALFau3PLyCAAAQhAAAIQgEAtEECs1plYvenuDSVft0SslhwxDUAAAhCAAATqggBitS6mmUFCAAIQgAAEIACBqiWAWEWsRr54EauRI6VCCEAAAhCAQF0SQKzW5bQzaAhAAAIQgAAEIFA1BAoRq/vtM1EH77+fLv/yrYrNOaU5kWu0sVjpWcQUcSPlrs6nvVKMafeeERGxWvr1SAsQgAAEIAABCERDALEaDUdqgQAEIAABCEAAAhAoDQGnWB2Jj6px/AQ1NDQqHk8oHh/V8397VXuG4xoZGZXh5WKNDXrdpIma9sbX6wv/eTtiNcy0BHpaxGoYjJSBAAQgAAEIQKDOCCBW62zCGS4EIAABCEAAAhCoMgJOsbpnaFgNjeOkWIPiowkl4qP689aXNTQS18hwXHuG4hqV1Dh+oo49/A368rU/RKyGmW/EahhKlIEABCAAAQhAoN4JLF++XJs2bUphiMViWrhwYb1jYfwQgAAEIAABCEAAAhVKwBCrN3/9q7rqko/qwP33k8yt+8afhBIJadvfX9VIPCGNJmREtDY0NGjcXhP18su7tHx1r2InH3dwzlQAhY87UEcWXnXAnVGnLyhoJFluKiZFgGHIVz/8bMm42RWTY7XkiGkAAhCAAAQgUBcEiFiti2lmkBCAAAQgAAEIQKBqCZhi9WtXa9yEyRo3fpKySVKv5pu47756/YEHKHbS9IMT9/VlP2k+X6mYMHSuz8v580S2bnpute/JrNOwxlbhrGWSdXnvTbXt6Ge2PtvDyOhvljFa/clvLYWSwLGYjIiPD57xTt3Vi1jNjzClIQABCEAAAhAYKwKI1bEiT7sQgAAEIAABCEAAAmEIGGL1z38a1O6hEb3y2m7t2D1k3mbGrcaMP1aIZEOD5eaMiFXz60RC8dERS6w++OiT+vayr/i2FyRW8xWJBTUShkSBZYLGV2C1VuRwhK+PXDBfs097B2I1QqZUBQEIQAACEIBAaQkgVkvLl9ohAAEIQAACEIAABIojEJlYvenrX6o051kwmailpuWpo3kV2rePfuo/NOvUtyNWo5kGaoEABCAAAQhAoAwEEKtlgEwTEIAABCAAAQhAAAIFEyi5WC20Z9GpyEJ7EO6+QkWnu/bSj/Zjn0ashptRSkEAAhCAAAQgUCkEEKuVMhP0AwIQgAAEIAABCEDAj0B0YvVr/hGrBWPPwzXmUbTg7pTyRn85G+2oEKulnMEqq3tNu2JLpmugr0NNIbq+pj2m2epRomtWiNIUgQAEIAABCERHALEaHUtqggAEIAABCEAAAhCIngBiNXqmeddYaWJ13Q3v1aJfSk3n3qyus6ZZ49myQu0d39VgcnRnXn6vrjjRf6j3PdqvC2adkDcHbigTgSLFqila1y8NFLNhy5Vp1DRTYQQGO1vVvGBdsldt6kl0yavuzTXULbUsHVBfR5aPAYz1bBQyXy1aOtAnu2iYNioMC92BAAQ8BBCrLAkIQAACEIAABCAAgUomEJlY7cqSYzXK/KJZQeYR3PnClOe0ee9n9Np+r6hhwmgkc/Pu9WdFUo+zkmhSDKRr/KiRCuDdIXKsPnatzlghnam1emamLVbX6ZpzrtYztmg1ylz7rNo6b9S8qZlDR6xGvhyirbBIsRptZ6itPgmsUXvrRl2WjJr2jYo216nUpm6tn5tFrJpSdX1apprfKylpQ7RRn/AZNQSqigBitaqmi85CAAIQgAAEIACBuiMQmVgd28Orgs3qK/ts04ZDHtOxh/6DTjtgnk5pOlN7jd+76Amfs/oovStArAb3Lnw3ChWuH2u7RO971z8GHF61WSsuvVB/mnezDl9xoR60xaopUqWvrLpcLWZX7XL+UauI1fDzWZaSg51qbV4gKzawRUuXztCClc5UAIPqbG1WKnhQ7uhBr/TKkGCu+qW2noSMrAGZsixXO9a1/sXWvebLI4Dd0YfuyMSycKSRkhEw53blXEcUtL0eBjR9SbNWZhGHmwMbAAAgAElEQVSrmfetUXtsiaY7olbtTmeWLdlwqBgCEIiQAGI1QphUBQEIQAACEIAABCAQOYHoxGq2HKsFWsUCb/MFtGnKRm07cou+cMK3dfwh79D2ndu1c89ODQ8PaSQ+4ntPIpEIhH34IUfIFKt/DIhYDRhMlGPN1unzPnOp3nvKCTnF6uY7L9L5m8/T2osPNQWrLVbNn/eeqluvnycrMYAlVlPi1dMoYjVw6ZSxgCWo0mLKEE+z1d2S3srvFaBeAZVbrFr1rU9t1U5HCQ64crMmpeqMdK5WS5TOSEYXBohVU972a7HPdvEywqSpkhDwriHJXBv9i5XoavasX08HXBGqxjWrLiXlfrp0ZhslGQqVQqAmCCT/P9HaqYHe+aFycaeGPbhMM5s71FfIvVnYGWL1keGTa4Isg4BALgKrrzodQBCAAAQgAAEIVCGB6MTq178c6fDzko05Cj83ZaP0loT+q3WFYrEG/fmvz2k4Pmz21XubS6Um3GkCPN+a9x/f9FZTrBafCsBnAHkBCEZ/XrshVv8hu1g1c6hu0ifMqFS3OM0Uq5KRh/V70xw5WB1dQKwGz0fZSvgJSWckqHl9pea6IvzcUX85xWqG2HKoLKdY9RWjznbCiNUFmpEhzMpGkoaiJuDMjdrmOBzNtVa8HwxkdsLOw2pdaVFLyzrNsCOfs7UR9VioDwI1RQCxWlPTyWCqhkA4sZp8PlOj8s9RPrhsppo7+qxSzv/HumgMatnMZtnF0lU6DywN117VQKajEIAABCAAgRIQiEysdi1dEmn38vKKWQq/ss+Leuro3+s7//ywduzaoWe2DKZlarYGknY1JVnNLxIyNWvStdrBrK1vm2mK1VM3nF3k2EsvVj/edkkOserd2h8kVolYLXLCy3e7n/jMEKt2mgBnt9Jb7QPF6hJnWoF0Ha77fAWsU6YGpwKQI+VAzsOMykeXliIikI5evkwbXSkhgsWquwvZIlaTUbCpCOmIOk41EKhJAkWI1RLwIGK1BFCpsiIJBItVr+RMDiMjQtxTrlCxakege2lFGJFekRNBpyAAAQhAAAJ5EohOrHb6i9VYRlxonj0sovjDTT/TVafcosMnH6Nf9z+qhrxsrTRq29WEoVbN/5gvQ6waEaxntrw3KVY/nLuXebZrVJb9lgIqk/Tx9kt05j+9LUvEqnU41X1+ozjsk7p13iadT47VIlbiGN4aKmI19xb7QLGaOizIo7iijFh1VZ1dno0haZouhkAqcnqx+ptnq9uvLkf6iqxN5YigtsS8Nzq7mE5zLwRqlUBarHYe36GO5ANp5882R+0VLilx45Wy1vcbOjt1fEeHutWqzoFezW8Kzw6xGp4VJaubQDixulpz7LRIqV0ZPrnxu6W2tjZ1dxtfOCNQnYzsiFX/qFfrOX9CizLay/85ru6ZofcQgAAEIACB3ARqVqy+MOU5Nb6tQf/5T8t1/2M92jW0U5P2mqQTj23R8IiVCmB4dFivbn8lRehvr22zvk5Ir+x42SqXlKjmj5PRq+bfCems086pEbHqXSTeiFRLvOry5GFVGYdZue8nFUAlve14ckvaUZ8pSRUcEVjSHKuOA4tc7WT00/2LQMZBV5WEnL4EEzDm97pj1Jc8qcydbzdzrtM5gjNz9aZL+6z1UG0Ed5cSEKgvAuloN0umeuSLR7bYW46tsv5i1XCzrZ0D6s3HqCahI1bra/XV82iDxaqbTmq7vzOC1Jathkyds1qx2WHEqrPeLJLVKJL6QCVHmXqeQMYOAQhAAAJ1SyASsbr2kX51L/uKL8Sxilj99SG/0Pktl6v59Sfo0f6HzRjQqW+YptYZ7zb7mY77bMg9+bGYhkeG9PfXXrLKJaQX/vZXM3j1bc0n6L8eadfRT/2jeWn37p168YXnM+srIMg06ohV4/Cq98x8a87Dq9Id99nqb+Zg/a4GzUJHqq3zRs2b6o8OsVph7yeOLfRSm3oGpmvJedJtfR3JQ0mSsmqdo985DrfyilbnFn0jx+XSZL7WjHLJg4VS0YgZEYjOrWtt6umRZttpBpy5Mo1uZo2+qDD2dCcLAe+aS68bz6+NnsOrPGLVtbYld4qIsG0wSRCAgJtAZioAK5dxlii15PuzJU4HrAMSU6Kn+LQCiFXWZ70QCCVWvf8ecm3L93wI4pSsyQ8yvf+P9c2xavxb0eewUDuneaEfktTLPDJOCEAAAhCoPwKRidVvL/vPaOnlISP95O1DR9+h5R/6nXr/+L96buuzZhqAtza9XSc0vUODz/9aT2x+VJMnHawp+xyiSRP201GHvMXVf3fzOeRrzF3S+K7zPxfmxSKPoebKEZCzTVOstoYVq3l1P6MwYrU4ftwNAQhAAAIQGDsCwWLVfWic1VPE6tjNGC3XBoGCxKr18Gmgd76UPLAqJT4DxaqHmyPFhyv1h1HMrov8qrWx2BgFBCAAAQhESiASsfrA/z2hm2/470g7lldlPmbyoeN+rNVzntb31nxL23e/IsN/frB1ng45cJp279muhbefqa1/f1E7tg9JiYn6+mfuUPPUt2jX8E7d9ZsV2rZ9mxKjCY2Mjmp0dFRT9nmDLnx3u+7+7R1mSoBjDz7WjFo1/hx3yPGu7l59+ee0/5TX5zUEb+G8ZGuIlj7+mUsQqyE4UQQCEIAABCBQ3wRyi9X332OdNp4SL0Ss1vdyYfSREQglVl2tudN2zFltRJZn6U4oIWpHvBobg4zUHlZdvikHIhs1FUEAAhCAAASqn0DNi9VrV/w/GVbVEKufmvU57Tdpf3PWNm5+TF/64cdMsbp9xx5NPeAYXfvZH+j23m9p66tbTaEaj49qZCSuow46Vp97T4cmTdhHn7r5Y4qPJhRPJDQSj2vUkK/xhK7+8Jd0/FQr6nV+23lqOuLNRa0OxGpR+LgZAhCAAAQgAIGCCOQnVt3bg0kFUBByboKApECxanyIsXqOEqlt/UWKVSNC9bqj1Zs2qJrZ3KG+1CFzadHK9n+WKAQgAAEIQCA7gcjE6nf/5xr/Vgo0hAXelurDg9NXmhGrV982X7GGmPaesJcWnP1FKbWrP6bb1v6X7vjlzaZYfW3nkA5501GaPv1tGjGFakLDo6N69zHv0Tknn2vW+9L2F3XFigUaNaVqQnFTvhqSdTQlVvuf2KDuZV/TUUccmuZRwGCizk378bb/0D+3zgiZY7W4R4ZUAMXx424IQAACEIDA2BEISgWQli1mH9va1NbdrQ3kWB27KaPlmiAQSqz6hqRmOUwqIxWALWKT+ZK1LClSPfjsPPbefK6OYojWmlhyDAICEIAABCIiEIlYvX/d47rlm9dWpFi94uZPKdYgHfmmo/SJ93w+1UdbXM6/6f16/Jk/mmJ1+44htZx8qqZMeaPGj5uoOf/4EZ10VGvqnqf+ulHX3/NfGhlNaHQ0bkWuxo10AQldffbVesu04/Tk44/rlpu+ocOmHVxRYvW89kt0Rsvx+tzSnoiWTu5qLph1QlnaoREIQAACEIAABGqXAIdX1e7cMjI3gUCxahTPeXiVh2iQWG3KrM8lTBGrLFEIQAACEIBAKAI1L1bnd80z0wC854R/0XtO+JALyrbXntctD12nB9fdrZdf3WGK1eEh6dwPX6i20+frkMmOqFMjYnXHi/rRIz/Q9t079NqenXp267NWuoDRUa36/Eqz7o2PP67vf+dGHfKmN1akWL2r99lQC6OYQkSsFkOPeyEAAQhAAAIQsAkgVlkL9UIglFitFxiMEwIQgAAEIFBFBCITq9+78fpIh53X7nmfwmuP+ZGZCqDtfz6ghgbpU2deohmHvT3Vx9/++WH94onV5pb+Z/88oD9s+I0pVnfsGNLMt56p7y/6SbKsf0+sn1r/3fbaNr1hvzeYX9+/pke/fODnmnbIQZHySFWWF5h0Fz7edonOeOdbSAVQmlmhVghAAAIQgAAESkDAEKtXXnllCWqmSghAAAIQgAAEIAABCBRPoObF6sc7T1VjLKb/PK9LB+57kPaM7Nbax1fpqa3rzTyqRrSpkVP10d/16tlNfzLF6vYd0umnnKHzZ12gREJ6Z9NMHbDvgVr3dK96N/7KzLE6bcqbtddeEzVp3D6aPm26Dj/gcHM2fnrHT/Tb/+vVwQcdWPzs+NWAWC0NV2qFAAQgAAEIQKDiCCBWK25K6BAEIAABCEAAAhCAgINAZGL1tpu+5g+2QBGY3yxlNvLA0cvNiNW5171D++69r77ZfqeGRnbrp7+7WX99ZbOGzfyoxjb+uBm1untoSGvuu0svv2KkBJD2DEuz3neGTjrunfrMaZ/TpAn76Ov3Xqsn/vKERs2Dq4xDq6w6ph8yXV886yqzyz+78yd6/Le/1v5TJqeHUACDAm7Jiexjbf+h008+jojV/BYWpSEAAQhAAAIQGEMCiNUxhE/TEIAABCAAAQhAAAKBBKIRq32P67auyhSrM7+wv95y2NvUeYG9td/YwB/T5r8/IymhTS8+rdGE9PS2jdq05U+6/Y5bTLH62g7pwCn7atMdf05BXHrvder/S78pVs0DrOJx829LrC4yUwOsXP4D/enJJypOrBqpAE47eTpiNfCRoAAEIAABCEAAApVCALFaKTNBPyAAAQhAAAIQgAAE/AhEJlZv7/56tISLDNm8v9mKWH3HFXvpk/98iT7x7v/w9K/Bt7/9mzbohb9v1T19P9W+EybrrU3/oLNPm2OWveh7F2pkVBodHbUiVuPW328/4u26ZPYCs0znf39VI7t3usRqQUMp6KbsU/DxT/8HYjXaFUptEIAABCAAAQiUmABitcSAqR4CEIAABCAAAQhAoCgCNS9WT/5/e2nhnKU6823naN3gGm177Xntv89BGte4l96w31Tt1ThRb3zdIdpr/MRA8XrP7+9WIpFQ/182anQ0occ3P6F4YlRnnXiWzjnpw0mxeo0aR0e0zz6TUvUV5EgLugmxWtTTwM0QgAAEIAABCFQUAcRqRU0HnYEABCAAAQhAAAIQ8BCIRKze17dB3/92Z6Rwi/WK9zX/wIxYfefiier69M/VdNBx+smvb9TWV/+SzI86qlEjx2oioXknfUZ7jZuou373Q01onKj9Jk3R6/eerMmTDtCUfQ5Q0xubs4zNinrdObRTkyZYIvUbX71W42Oj2nvvvUPzyGuseRVOd+Fjn16g004iFUDoSaEgBCAAAQhAAAJjTgCxOuZTQAcgAAEIQAACEIAABHIQiEys/uA7y8YMtJ9rvLfp+6ZYnfmlibp34bOSGvTt/73KPKjKiDY1/jaiTY1t/Z8+7Qva+soW/fCRm1MHU40Y2/wT1lb/r5/7LQ389Snd2vs9TZm0vxndOm3KoZo4YZIOO/AwHX7goSmxuqjjUk09+CBNmuSNgM2FJ7wtDV/S3d5HP92BWB2zFUrDEIAABCAAAQgUQgCxWgg17oEABCAAAQhAAAIQKBeBSMTqvb3r9cPv/o9vn2OFmsAiCfz8yNtMsfrZW07VVz+yXH99dZN++vvvKR5PKJEYlSVOE6Y4vWz2f+uXT96vhzbemxSvxvWEGc1qSNivn/tN/d/gOlOsWnlVjWhX4wCrUfPgq0VzvqDjDjnGOLtKVy24XEccdqjGj2sMPwJfRtGC++in5uvUE4/l8Krws0JJCEAAAhCAAATGmABidYwngOYhAAEIQAACEIAABHISiEys/uiWb0aKulghu+aIW02xen3PZ9R22mJt3/OKnnrh99ry0p9Mmfrc3542BekhU47QvJM+rZ/9fpV+99yjllhNxBWPSyOjCR35xiZ99oyL1fOHe/TT3/1M8dG4dYCVkUbAOMAqMarFH7pSx02dbnhVffGShWo+6nAXi4IUaUE3ZZ+Cj36qQ+9+xzGI1UhXabVUNqjO1mYtWCepZakG+jrUFHXX17QrtmR6aeqOuq/UBwEIQAACFUtg+fLl2rRpU6p/sVhMCxcurNj+0jEIQAACEIAABCAAgfomEJlYXfG9aMWqGf5ZxGvNEd8zxepPfr1M//wW62Cp9Muqe098l17d+bLeuN/BWv/nX+tPLz6jv+34m7b8fYu279phRrQe8YajdNHpn9f3+25X32CfGek6akSymhGrCcXjcf33R5aY6QBefPEl/c9Xv66jPWK1kGEUN/rMFs/91PzQYnXdDe/Vol9KTeferK6zpqUq23znRTp/+TMZP/e2dt+j/bpg1gmFDJt7SkHAkJ6zpZ5El2aVon6jTo9YXdMe0+z1JZK4pRoD9ZaVwGBnq5pN22+82nzXp7mOuo3PAwbU1+HzcYC5trt9+m3V1xyijbIOmsYgAIG8CRCxmjcyboAABCAAAQhAAAIQKCOBaMTqw3/Uyttu8u12sZGnhbK457BbTLG6a/hl7Rl+1UfTNuRwt5bWfGbroPbfxzjAaooeevIX+v2mP2jrq9v0wqvbzJQCo2ZKgYSWf/YWs/zTGwe0/ObbdXTTEXl1uxyM/u2Tn9e733F0cMTqY9fqjBXSmVqrZ2baYnWdrjnnaj1z7tU6vfdqPZj6uf8wEat5TX/pC5cjmrQcbZSeFC2UjcAatbdu1GXJ6GlToKpHiS6H+jfXlKFcu7V+bhax6tPfdF0KbqNs46UhCECgUAKI1ULJcR8EIAABCEAAAhCAQDkI1LRYtQH+5fG/q2H3BDUfPF0HT55q/jnqoGO139776YTDTzKL+ac5bcg6B3/b/pK2vbZNm178s9434z0psbp6+Y81berBec1d5YjVzVpx6YX607ybdfiKC30EqnUdsZrX9I5pYXdUoBEYaMsrR3oAs4feiMGA64Odam1eICvesEVLl87QgpXpVACZoiyovTHFRONjTMBcpyvnOlJJWOulf/GApi9p1sqwYtVclys1d6BP3gDXzDbGeNA0DwEIhCKAWA2FiUIQgAAEIAABCEAAAmNEIDKxuur2Lt8hlEMaBrHbMzSk7dt3mjlV9+wZ0sjIiIaHR1K37Rke0iHTDtYhh07V3nvvrSOajtSkffbWwdMOcSnXTPnqjnp9/PcbdN/qeypWrL7r7c05I1bNrf6bz9Paiw/NIlARq0FrrSKvZ0STJiXnjHSEoCVgZyS3Y4e7npZda9Qem61uR/5Wr1j1fo/kqsiVMkadstbPesd2f3N99C9WoqvZFKxhxapv5Ks5qsw2xmiwNAsBCORJALGaJzCKQwACEIAABCAAAQiUlUBkYvXH3/fLc1eesRQqbw3JasjWXbt2Kx4flSFgrZ/FUx1vHDdOUw6YrIOnHqyJkybpyKYjtf+B+2vKAVOSZdK69YF77tOG3/xRh059U54Dz1S2hY4pW8MfueBi5RSrW1aovWOTPrHqcrUom0BFrOY5sZVR3CtWzai+fi125Vw1xNMSTTci/VTAdb8cq/bWbt8oQkd7kZ+kVRnY6UUAAWd+1FQktSTX+rQkfzixaslT9SSUyiiQrQ0mBwIQqBoCiNWqmSo6CgEIQAACEIAABOqSQCRi9ee/+oPu/NF3IwUY9eFN+XZu1+60bB0eHtaQ8WfPsEu6Ttp3H+29jxXhOnHviXp+81/00l+36Y0HHuBqLmpJmu9YjPJzz/9cDrFqpwC4V1ecaJRGrBbCuGLv8YpV38Os7K3XCXXJ77CrgOuBYtVOG+Ck1KKlPlu2K5YjHSsZgXTE9GXaaKYAsOVoeLEaFAXtjsou2VCoGAIQiJgAYjVioFQHAQhAAAIQgAAEIBApgcjE6uoV2cRq6RVp6VtwM9+5a7cM2ToyEtfuPXtM2WpEvRqvAw/YXwdMmZzXJJVDvBpi9ZR/bMqSCsA6nOo+v14f9kndev08TTOvEbGa18RWSuGKiFj1RshWChz6UREEUlHNi9XfPFu++x8cqSYy++wTreotlCP/akUwoBMQgIAvAcQqCwMCEIAABCAAAQhAoJIJRCZW71pxi/84y2I9y9KI7/icLRuCdTQ+qvHjx5dszguVsOec99kcYtXbXSJWSzaBY1Fx2ByrqcODsuRYTV335Ku0D7LKmmM1fNThWOChzTEgYKyZ645RX3LPfvZoUu/ayVybRu997w/dxhiMnyYhAIHQBBCroVFREAIQgAAEIAABCEBgDAhEIlbX/Or3+tmq26Lt/ti5UteBVVEMakyHkhzAv378M0WIVf+I1qZzb1bXWVYsq/N136P9umDWCVGgo44oCGSIVaPS5IFTdv0Z0YAB122Zat7fpp6B6VpynnRbX4eMlKmZhwglhdg6x4ByRiBGMXDqqFwC3vWQLS1EGLGa7WCqsG1ULiV6BgEISIZYfWT4ZFBAAAI+BFZfdTpcIAABCEAAAhAYYwKIVd8JiFaFRltbYSsmP7FaWBv2XYjV4vhxNwQgAAEIQKB4AskPyFo7NdA73/zQqxpfiNVqnDX6XC4CiNVykaYdCEAAAhCAQHYC0YnVH98eKecxlZGRN55/hfnfkRv/hz/WnkfEanFTiVgtjh93QwACEIAABIongFgtniE1QKCyCYQTq55dSMZOo0SXZnmGNrhsppo7+qyftvUokUzX4y42qGUzm2UXS11zlQ/XXmWTpXcQgAAEIACB8AQiE6s9d/wgfKsVXjJqqamCKizopqxkzz7304jVCl93dA8CEIAABCAQHQHEanQsqQkClUkgWKx6JWdyHBmR7J5yBYvVLO1lkbmVSZVeQQACEIAABPIjEIlY/fnDf9D9P12VX8s1UrrQw6QKH35hwvUD/3oeYrVw6NwJAQhAAAIQqDICabHaeXyHOrqt7rf1JJQKRBtcppnNHUrGqDmi1Kx7N3T2aO7K2anotNbOAfXONzNp57iuZERbqzoHemUWlx3l5h8plwssqQCqbNnR3bISCCdWV2uOHaFq5N2fbbwZuJ9FMzd+t9TW1qbubuOLoIjVgKjX1P3pCFfXe09ZKdEYBCAAAQhAoLQEIhGrd699VIlEwvzj+8ry46KHlnSMMW9IqMc9xjz20/u90Y/Mn7krCXWPt127X55+2nX51Zli4u2zp65C2J1+8nH63NKeQm7N+x4Or8obGTdAAAIQgAAEIiSQjhyzhIZHbppS9QktSgoXexuwVTZ9ryVTvbI09/X332NtKU6JWFvgZpU12YeNWI1wSVBVzREIFqvuIae2+zsjVm3Zajyfc1Zb4jVQrDrrTUvWVP2O++2fpT+YqblpYEAQgAAEIFDnBIoWqycfd0hObVr+iM7iZ7SwmNAc7QZUmCGGix9CZg0xaWg4rtUPP1uK2l11kmO15IhpAAIQgAAEIBBAIDMVgBWV5owkdVSRlCuW/BgwI1K7HfLFLUfyu65k7sZCItYQqyx0CGQnEEqspqJUk/W40gB4PnBxStZ8cqzaEbDethxdR6yykiEAAQhAoFYJFC1W55zSPOZiNXIxGbFZDazOp0ApxrR7z4huuntDydcyYrXkiGkAAhCAAAQgULRYtbf/OiuKRqw2KS1xb5XONw67yT8NgNEvxCoLHQIRi1WjuqRctT/0SEnPQLHq6YsjnYj9wYnrECyjqdZW9fU5ItiZUAhAAAIQgECNEUCs+k1ooAnNbxUEVodYzQ8opSEAAQhAAAIQKEqs2tv1U1GkISNWXakCfCJavfWptVWtfX3qKyANAGKVRQ6B3ARCRay6qnCnCJmz2sqt6vvKOODKr1RwDtVU/lZnfmcmFgIQgAAEIFBDBBCriNXIlzMRq5EjpUIIQAACEIBAngRypwLwilVbfrgiVs3AtvxzrLoPrDK6nSX9QIgREbEaAhJF6pZAoFg1PjBZPUeJ1Lb+IsWqEaF63dHqtetLRazmTjHiPSyrbieMgUMAAhCAQE0SQKwiViNf2IjVyJFSIQQgAAEIQCBPAkE5VtORZmbFbW1q6+7WBleO1Ta1qVvdfVbT6Rypdt3ZrlvlfQ/KyXMUiNU8gVG8rgiEEqu+IalZUnNkpAKwRWxSnMo49K5DybeENGs7It2RGsA5EeRXratlyWAhAAEI1B0BxCpiNfJFj1iNHCkVQgACEIAABMpIIFPKuhsPup4s7Uov0FRQ/xGrBWHjpjohEChWDQ45D6/ygAoSq8Zj7KnPLU09H9i4PpCpk0lhmBCAAAQgUHcEEKuI1cgXPWI1cqRUCAEIQAACECgjgSBxGnTd6moUuRUNsXrllVeWcew0BQEIQAACEIAABCAAgfAEEKuI1fCrJWRJxGpIUBSDAAQgAAEIVCSBIHEadN3UqmqPzVa3smw5DjluxGpIUBSDAAQgAAEIQAACEBgTAohVxGrkCw+xGjlSKoQABCAAAQjUJQHEal1OO4OGAAQgAAEIQAACVUMAsYpYjXyxIlYjR0qFEIAABCAAgbokgFity2ln0BCAAAQgAAEIQKBqCCBWEauRL1bEauRIi6hwUJ2tzepfnFDXrCKq4VYIQAACEIDAGBBArI4BdJqEAAQgAAEIQAACEAhNALGKWM0gsO6G92rRL6Wmc29W11nTzOub77xI5y9/JlX2zMvv1RUn+q8zxGro568MBRGrZYBMEwUQGOxsVfOCdck7/XMw2gfftCwdUF+H34ni1vpOVWPU1tajhP0pguvk4hYtHeiTbzUF9J9bIACB8hBArJaHM61AAAIQgAAEIAABCBRGALGKWHUTeOxanbFCOlNr9czMpFjdskLtS6XF18+ToVktyXqEvrLqcrX48EOsFvYwluYuxGppuFJrcQTWqL11oy7r65ChS02BKocQNSo3pOgSqU3dWj83t1j1jcg2per6tEw1v5d6El0ieLu42eNuCJSTAGK1nLRpCwIQgAAEIAABCEAgXwKIVcSqg8Bmrbj0Qv1p3s06fMWFetAWq15GhmjteEind96oeVMzASJW830MS1neFqs90mzjdGbj5YncG+xUa/MCpWIHe+y0Aca950m3LVZ/s9+9ua9nyjKrLyuzSrJScqDuSiZgRq+unKuBpGiV7HU7oOlLcq2Z7B8cZNZpnFC+RNOJWq3kpUDfIJBBALHKooAABNuQLF4AACAASURBVCAAAQhAAAIQqGQCiFXEaoqAGYm6+TytvfhQU7BmFatGVOu1ImK1kp/sVN/srdJpmeoWnu7IQbeMyrzX2r49Ixn1F3DdGyFoCtyVmovYqoqVU75OGsJzttY7tvub66x/sRJdzQEy3psKwPGhQUaEqtWOUh8clG+EtAQBCBROALFaODvuhAAEIAABCEAAAhAoPQHEKmLVImBGoW7SJ8zt/Vbkqr9YzXXNqoqI1dI/uOFb8InoM7dYT3dEBzpqM+Vnvxab26X9ogGdUX9B190iKy3L2Igdfv5quKQz/6kzL6rPGgwb5ewW/8kUA1aYthmp3dKyTjM4yK2GFxVDqwUCy5cv16ZNm1JDicViWrhwYS0MjTFAAAIQgAAEIAABCNQgAcQqYtXImppMAWAfSJVdnpoHW236pG5N5lv1w4dYraR3imCx6j5EyOi7fZBQNnFqR/0FXZe8kYe+uTArCRd9GRMCaSF6mTa2Niu9TvJNH5ErKpWI1TGZXBqFQJEEiFgtEiC3QwACEIAABCAAAQiUlABiFbEqaZ2uOedq3efH4rC0RA0jVY0qEKslfWbzrDxArPpu148qYlWGWbUiYAema0kqEjbPIVC89gmk0kQ48/l6ht2y1D/K2lksV7oJDq+q/XXECGuSAGK1JqeVQUEAAhCAAAQgAIGaIYBYRaz6EPBGrFrfdyt3pKpdEWK1kt4f8hOrZv7VbnfE6oJ16byVoXKw+hxCtMA4Gcu53buSENGX8hMwBOh1x6ivy0oL4d3Cn+6QN2I1mVN1Ro8SXbO0pr1VGy/rU0eTdYe5ftf7CdjMPK7lHzQtQgAChRBArBZCjXsgAAEIQAACEIAABMpFALGKWA0Wq+ZhVWszy73raq29uCXj54jVcj2+YdoJTgVgyVSrrpalSzVjQb/muHKs9kizZ8sqYktXU4eZBwv1L8523arTTjXQxqFBYSasTsrkOHTKRSC3WJUzT6u1gNNRrWb06gIZTt+6NKA+28DWCWWGCYFaIIBYrYVZZAwQgAAEIAABCECgdgkgVv3mNhbthAdW51MgpsC78utkTNq9Z0Q33b0hv/sKKI1YLQBaRd7il0PV2dGg68mybMGuyNmlUxCAAASqgQBitRpmiT5CAAIQgAAEIACB+iWAWEWsRr76EauRIx2jCoPEadB1q9tmRKysrdu8IAABCEAAAvkQQKzmQ4uyEIAABCAAAQhAAALlJoBYRaxGvuYQq5EjHaMKg8Rp0HVTq6o9NlsiDcAYzSHNQgACEKhuAojV6p4/eg8BCEAAAhCAAARqnQBiFbEa+RpHrEaOlAohAAEIQAACdUkAsVqX086gIQABCEAAAhCAQNUQQKzWmVg9e9GqsizOC2adUJZ2aAQCEIAABCAAgdolgFit3bllZBCAAAQgAAEIQKAWCCBW60yscnhVLTy2jAECEIAABCCQjYCVgqXbvNymnkSXos1wPahlM5vV0deqzoFezdcyzWzuUF9rpwZ656sp4okxxOojwydHXCvVQQAC+RBYfdXp+RSnLAQgAAEIQKCuCCBWEauRL3hSAUSOlAohAAEIQAACoQgMLpup5o4+tZUstzViNdREUAgCNUQgnFh1fqiT/YMd+z3K+uwny+Gma9oVm219POR9tXYOqHe+8RFOuPZqaBoYCgQgAAEIVCgBxCpiNfKliViNHCkVQgACEIAABEIRWNMe0+zuZDRp1OGjZg88YrUkbaSHSsRqqGmnEARKSiBYrHolZ7I7GZHsnnIFiFXrQ6Ow7ZUUC5VDAAIQgAAETAKIVcRq5I8CYjVypFQIAQhAAAIQCCBgC09HsZS08EoIr3gNuD6Y3O5vVN3apjZ1q9tOBdCUvNclUDz1FZEmALHKwofA2BMIJ1ZXa46deiQVcepOR2J98CO1tbWpu9v4IkvEasaQ7fcU+73L+D64vbEnRw8gAAEIQKAeCCBWEauRr3PEauRIqRACEIAABCAQikBmxKotJGzB4Y04DXndlqMpYeIUHLPVnZKnHtFqS9nQAsU9TMRqqGmnEARKSiBYrLqbT233d36oYr93GO8Fc1ZbW/1Dvi+k6stS3re9khKhcghAAAIQgECaAGIVsRr584BYjRwpFUIAAhCAAARCEcgQq0mZkc5LaKQmtPIXmj87+rr012bewqDrWcSsR7ym27PLF3aQFmI11LRTCAIlJRBKrHrzoroi1T3vA07J2hV0vJ43WjU51JztlRQHlUMAAhCAAARcBBCriNXIHwnEauRIqRACEIAABCAQioBXrNqRXNnE6q063zzsKvz13GJVycOzMjuLWA01gRSCQAUSKEisGuNIylX7fSH1PpOPWLXLelOK+B1wVUTakQrETpcgAAEIQKBKCCBWEauRL1XEauRIqRACEIAABCAQikDlRayG6nbWQkSsFsePuyEQBYFQYtXVUDrPsnHY1JzVVm5V31dOGZrOHW0dWpVtNO72AoNgo4BCHRCAAAQgAIEkAcQqYjXyhwGxGjlSKoQABCAAAQiEIhA+x6odQZotx2ryup0jtdAcq6F6nb0QYrVIgNwOgQgIBIpVI3p09RwlUkYzIrGaK1o1R3uI1QgmnSogAAEIQCA0AcQqYjX0YglbELEalhTlIAABCEAAAtESyBSrkmw5mmrKsy0/6Lpzy21rp3rmrtTsDqlzoFfzmzyHVRltZNSn0IfUeGkgVqNdH9QGgUIIhBKrviGpWVKAZKQC8MujmiNa1S8NgDmwwlKOFMKEeyAAAQhAAAI2AcQqYjXypwGxGjnSIiocVGdrs/oX59o+VUT13AoBCEAAAhAoIQHEagnhUjUEQhIIFKtGPfkcJhVGrKbqC5Cz9hjIrxpyNikGAQhAAAJRE0CsIlYzCKy74b1a9Eup6dyb1XXWNPP65jsv0vnLn0mWPUNfWXW5WrKsRsRq1I9pMfUVJ1bNyKf1SzXQ16HkWdHFdIZ7IZAiMNjZquYF65Lf+//SZEXeSS1LB9TX4bcCrfWdqsaora0ntRXR3YZxiQ8YWIIQqDYCiNVqmzH6W4sEQonVWhw4Y4IABCAAAQiEIIBYRay6CTx2rc5YIZ2ptXpmpi1W1+maS5/TR6+fJ0OzmuJVV2vtxf5qFbEa4skrW5HixGrZuklDdUZgjdpbN+qypLA3BarSQtSEYUSqLDE29XVr/dzcYtU3InuwU63nSbcl27Ak6wz1JLqU9eyLOpsFhguBaiBgiNUrr7yyGrpKHyEAAQhAAAIQgAAE6pAAYhWx6iCwWSsuvVB/mnezDl9xoR5MiVU3JDN6tfdU3ZoUrV6EiNVKeiexxWqPNHu2rANZW7R0oE+pAEBDQDUvUCp20BHV5xZeRv6rJZq+dIYWLDBqIo9VJc10NffFlJ4r5zoio+11O6DpS5q1shCx6gVirvOVmutc+9UMjb5DoE4IIFbrZKIZJgQgAAEIQAACEKhSAohVxGqKgClMN5+ntRcfagpWf7G6Ttecc7WecaQJQKxW8tNvb5VOy9QMWeqIHPQKrkyxashZhGolz3j19c06sGK9Y7u/uQ77FyvR1Wxu9Q8Sq+lUAJ4PDZwwzFxtImK1+hYIPa5zAojVOl8ADB8CEIAABCAAAQhUOAHEKmLVIrBlhdo7NukTZu5UK3LVJVaNFAHXrrXKvit7GgDjMhGrlfTU+6QCMLdYT/fPm2pG9fVrcXK7tJ9YFXkqK2mCq7cvzkMuHHlR5VqD1vrNLlbdw8++3T+/eqoXKj2HQO0RQKzW3pwyIghAAAIQgAAEIFBLBBCriFXjaKpkCoB7dcWJBhAfsergZB1kdUTWA6wQq5X0FhEsVr0H/Di3+CNWK2kua7cvaSF6mTa2NiudMzVfIWpFv3rlP4ew1e7aYWS1TwCxWvtzzAghAAEIQAACEIBANRNArCJWjeOozO399/mxOOyTmblUzejWh3R6542aNzXzJsRqJb0lBIhV7/ZoIlYrafLqpy+p/KeL1d9s5wL2DL9lqX+UtbOYTx5VpGr9LCNGWpsEEKu1Oa+MCgIQgAAEIAABCNQKAcQqYtWHgCdi1RCpd7xZXRe3mGWJWK2mxz8/sWpKqO50DlUiVqtprquor4YAve4Y9XXNMjsdfgt/MmfwjB4lumZpTXurNl6WPojNLVGTZRVCyFYROroKgXojgFittxlnvBCAAAQgAAEIQKC6CCBWEavBYjWZGqB7k130SLVliVY1ShCxWklvAsGpACyZavW5ZelSzVjQrznkWK2kSazBvtiHqtlDy3bolDcVgFusypmn1VrA6ahW7zW7KWc+1xoky5AgUGsEEKu1NqOMBwIQgAAEIAABCNQWAcQqYjXyFY1YjRwpFUIAAhCAAATqgsDy5cu1aVPqk1zFYjEtXLiwLsbOICEAAQhAAAIQgAAEqo8AYhWxGvmqRaxGjpQKIQABCEAAAnVJgIjVupx2Bg0BCEAAAhCAAASqhgBiFbEa+WJFrEaOlAohAAEIQAACdUkAsVqX086gIQABCEAAAhCAQNUQQKwiViNfrIjVyJFSIQQgAAEIQKAuCSBW63LaGTQEIAABCEAAAhCoGgKI1ToTq2cvWlWWxXnBrBPK0g6NQAACEIAABCBQuwQQq7U7t4wMAhCAAAQgAAEI1AIBxGqdidWb7t5Q8nVLxGrJEdMABCAAAQhAoC4IIFbrYpoZJAQgAAEIQAACEKhaAohVxGrkixexGjlSKoQABCAAAQjUJQHEal1OO4OGAAQgAAEIQAACVUMAsYpYjXyxIlYjR0qFEIAABCAAgbokgFity2ln0BCAAAQgAAEIQKBqCCBWEauRL1bEauRIqRACEIAABCBQlwQQq3U57QwaAhCAAAQgAAEIVA0BxCpiNfLFiliNHCkVQgACEIAABOqSAGK1LqedQUMAAhCAAAQgAIGqIYBYRaxGvlgRq5EjpUIIQAACEIBAXRIwxOojwyfX5dgZNAQg4E9g9VWngwYCEIAABCBQMQQQq4jVyBcjYjVypFQIAQhAAAJ1TWBQy2Y2q6OvVZ0DvZrfFARjjdpjs9Xd2qmB3vlqGlymmc0d6rO/z3Z72HJBzUd4HbEaIUyqgkCNEECs1shEMgwIQAACNUIAsYpYjXwpI1YjR0qFEIAABCBQ1wQQq3U9/QweAhBwEQgnVpMfMKXubFNPokuzPCwHl81Uc0ef9dO2HiW6vCXsG4LqC7rOJEIAAhCAQK0SQKwiViNf24jVyJFSIQQgAAEI1DWBIsVqFbMjYrWKJ4+uQ6BEBILFqldyJjuSEbXvKZdVrGapT7asDdteiYBQLQQgAAEIjCkBxCpiNfIFiFiNHCkVQgACEIBAvRGwt+Ub425tU5u61e1KBeD5Rd4lDDypAOT93qjUfX9bT0Jds4LLSY50BBmpAzIF8Jr2mGZ3JycvZzSY/wQjVutt4TNeCAQTCCdWV2uOHaG6pl0x843IHbVqvz+1tbWpu7s7a8RqKqo19R5mv9cZt9jvncHtBY+MEhCAAAQgUI0EEKuI1cjXLWI1cqQlrHBQna3N6l9s/KOwhM2MWdW1Pr4xA0vDEIBASQl4BGdKCthSM0sO1dQv/UFi1ZaqzmgrQwrM0WpnbtaUfLXLecSpvLlbPdcHLJnR2jmg3vlNGlzWrnve3xUiR2waLmK1pAuNyiFQlQSCxap7WCkx6vwAyn5fNd4356y2xGuWD38yxapk/8x+f3O26NteVZKm0xCAAAQgEIYAYhWxmkFg3Q3v1aJfSk3n3qyus6a5rue6ZhdErIZ59CqlTPHicbCzVc39i3PkpBrLsRY/vrHsfb22ba6pBeuSw/fPiWZHmbQsHVBfh99JPtbcp6oxaisgWq5e54BxjzGB5C/86V/YcwtLyb7u2Zaakgj+ojZTCIQo5+zb++/xHIrl308FHZqVAzdidYzXIs1DoAIJhBKrqQ+kkgNwvQ953jOdktUv0sBbl4NJ6n00Z3sVCJEuQQACEIBAZAQQq4hVN4HHrtUZK6QztVbPzPSI1VzXHLX8f/buBEqK6mD7+NPDvorgFkFBZFDyRhM/QxKGaBSNChqDJoA7IgqiIqMiigFBwQ03ECOLImKUOJBEggpqBH2NDFHim6goKoig4L6gCLIMzHeququ7urq6q6qnpqd7+t/neHCmbt2693dvN8wzt24RrIb2/sxBRTUPHglWczBMRXWJxRpa9o6uriyXEZeaAaocD5MwfniZYNzQN1Nv9M8crNbf1dhFNSmKrrOpK6GSA8uTn7I9bCVJx1+wqtjDWryCVddyQYLVLrH3sLUVgOM2XD8DS7DqR4kyCBSXQFbBqkEUC1dTPtu8glUlVqha0mVlZaqsrIyvyJdb+FqDXyoV14jSWwQQQKCwBQhWCVZtAhtUMXKw1g2YpU4Vg7U0KVjNdCwZkWA1nz4UjOD0POnhsVpV2kfRn2176O7VlYou8rOC1UVSH7fjiTKJlX+JW0KdKwITqwedqwUdqw7d/vFpriaUhkYmqNvdh+mKK2x7Ya2ZrLLSKxRfw2juZ2W1Lfv+pYZ20XbPSxvW5dPYFkdbzOB+Xn+tjgWtiTm7Wt0mZBqrmv/SoDiE6WVeCgResershcdWACn1W+eHvGLVtpg8022zmcaAYDUvZyiNQqBOBXwFq0ktTOwpbeyJ2neBbe9nZ098hqHx/Vnj/ya1V5R8vfq53VadTgEujgACCOSVAMEqwWpcYMPjwzRww3laMvwAM2C1B6uZjjkJCVbz6T1uBZyJMDV6m/VhWmRu6J96PDlsjB0/LLFiMPl8KXXFqtc5xj82J6hbLNxNPt+5759hmbyCMTloq2H/zHBBMQsjZzYC3HnqHw+e82ksi7Et0fnwhu12/8R8KfUIwZ3hvv0XCsVoSZ8LSsD5UCivPVZTOudzj9V4gGCsiL1dXZf53WPV+STs2NeOdhorawdqjrm/qrWay20/QoLVgpqdNBaBOhfwDFaNz6IFfW3bVIUcrDofhuVxPYLVOp8yNAABBBCoVQGCVYLVqMDGCg0tX6/z549SD0VXp8aD1UzHXPwIVmv1PRuwcrdVe/Zg0+W4eZt1t+gKQTNoXKWx1lNVzatnCkatcDLDOXLUab9e7EEpcv3tf6zrSW2qYf8c18vvbQ0CDn0hF7evaLbvi+oy9n5XFzt/IVDIPLS9SATs74OyyVrUf576lEuTVy+LPvzJCl/tHL4fXpV6fuLJ1n00075iK+U6Ge5ASGln4snZZjOz2OeYFatFMt/pJgIBBHwFq8bDqFJe7vu2x2/jd36GKvbAQOtBfY760u6vGi+X5noB+kpRBBBAAIH8FyBYdRujSLgD51mdS4GIPM8K1siItG17laYvXOlynnWb/zO6prtx2B6sKrY9gNux5AdbWRUTrAYbmtotnS54NJdpakZvj2DVuaLTbGzyOSlhpOc5ycFs8grZ6IoCZ7Ca/DAj86fzpBW3yfto2uvw6J+ZA1sP34qugGRPztqdkUFrTwSiV+udpPEJum2D+9wK2h7KI4BAbgUIVnPrzdUQKAQBz2DV6ESQh0ml7LFqrXCNBatdHL8kMn9PZG1LFRMLcr1CQKaNCCCAAAK+BQhWCVYlLddt/cbrWTeLjp3VZf1arXE9doHm3DFAzniVYNX3+y8HBWu4orPWVqwm9ktNhKTmv4JTg1XX2/WtFbE17J+ZE8dW0K7upgkpq3NzMERcIrNAfHsG+z7BjlN63G3bgzVNdWzzwExDoCAFjGB19OjRBdl2Go0AAggggAACCCBQ/wUIVglWXQQcWwEklch0LFqQYDWfPjjS7EEafxiQ14rONPul2h4mlO7hQlc492W1zknZh8ru5R2sRh8W4HyAlmMPWd/9M5NVc6Wq+XCuLG5TzafRrhdtMQLQ2w9RZWxDsvS38DtXrCbP1cVDy/TO1dZD2mJPJn/DRwBbLxDpBAL1R4Bgtf6MJT1BAAEEEEAAAQTqowDBKsEqwWp9fGfH+2QFp4ukPn0U3W3Kvt+TV7BqlE9s+G+e7lwdaK4EjK5A7RF/yFDmc6wnqcabGa/T/XZte/ked9+tw65Ypb62h2+tGluT/sW2A7hieeptXfV6buRr5/w+dCpzsJpyC6CfVa35SkK7EChiAYLVIh58uo4AAggggAACCBSAAMEqwWro05QVq6GT1qBCt1vla1BdCKemrnCNriac0G21KsuNJ7IEeYXUP9d9YYO0g7IIIIAAArUhQLBaG6rUiQACCCCAAAIIIBCWAMEqwWpYcyleD8Fq6KQ1qDCk4LEGLXCemvywKuNo0IcQ2WsMp3+pbQqxw1SFAAIIIJC1AMFq1nSciAACCCCAAAIIIJADAYJVgtXQpxnBauikNagwnOCxBg1wOdV5q7d9C4GgVwqjfzwtPqg65RFAAIFcCRCs5kqa6yCAAAIIIIAAAghkI0CwSrCazbzJeA7BauikVIgAAggggEBRChCsFuWw02kEEEAAAQQQQKBgBAhWiyxYPX3M/JxMzkG9j8jJdbgIAggggAACCNRfAYLV+ju29AwBBBBAAAEEEKgPAgSrRRasTl+4stbnLStWa52YCyCAAAIIIFAUAgSrRTHMdBIBBBBAAAEEEChYAYJVgtXQJy/BauikVIgAAggggEBRCMydO1fr16+P9zUSiejaa68tir7TSQQQQAABBBBAAIHCEyBYJVgNfdYSrIZOSoUIIIAAAggUpQArVoty2Ok0AggggAACCCBQMAIEqwSroU9WgtXQSakQAQQQQACBohQgWC3KYafTCCCAAAIIIIBAwQgQrBKshj5ZCVZDJ6VCBBBAAAEEilKAYLUoh51OI4AAAggggAACBSNAsEqwGvpkJVgNnZQKEUAAAQQQKEoBgtWiHHY6jQACCCCAAAIIFIwAwSrBauiTlWA1dFIqRAABBBBAoCgFCFaLctjpNAIIIIAAAgggUDACBKsEq6FPVoLV0EmpEAEEEEAAgaIUIFgtymGn0wgggAACCCCAQMEIEKwSrIY+WQlWQyelQgQQQAABBIpSgGC1KIedTiOAAAIIIIAAAgUjQLBKsBr6ZCVYDZ2UChFAAAEEEChKAYLVohx2Oo0AAggggAACCBSMAMEqwWrok5VgNXTSGlS4RpPLSrVqbLVm9K5BNYFOrYtrBmoghRFAAAEECkSAYLVABopmIoAAAggggAACRSpAsEqwmiKwfOqJGvOi1OWsWZpxWgdJG1QxcrBmrrcVPXq8lgzv4fq2IVjNp0+Tugg56+Ka+WROW/wIrJlcptIrlseKDtGi6hlyZv+Lh0bUZ6bU4+7VqizvkrFa17KLhypiVBB7+anHT9spg0DRCayZop6l5aosm6zVy0Yo87sxXB0jWH1558/DrZTaEECgXggsuL5XvegHnUAAAQQQKGwBglWC1WSBFZN0XIV0gpZobc/kYHXdgGd0TXfvCU+w6m2UuxJ1EXLWxTVzJ8qVwhBYrKFl7+jqynIzoDFDUS1StX1ZtRGKTpCGaKbe6O8RrLqWXayhkQnqtrpSZia7ZrLKSuepv/V1GN2gDgTqRGCNpvQsVXllmSavXqYRuUg5CVbrZKS5KAIIZBbwF6wa/x7oo8SvWd1/mbtmSk+VlldGLzjE8W+SpGaEXR+jjAACCCBQ6AIEqwSrNoHoytR1A2apU8VgLSVYLfT3t5EmxbYCWCT1sf5R2UN3J4VL0TLxxYNy/IPTDKSuUHxt4SLbtgKux/xcsx7Q0oXQBMzVq/P6a3UsaE3M29XqNqFU8zIGq9Z8c5Q15+YqjY2vhHUEraG1nooQyLVAHQSrue6i7XqsWK1DfC6NQJ4LeAerzhA01qGU1feOcmmD1TT1Of/tLL/15TkwzUMAAQQQ8CVAsEqwGhfY8PgwDdxwnpYMP8AMWJ3BamIrgM4aMnmaBrR3n2OsWPX13stRISs0TYSp0VuwD4vfeu1cLZgcciWvLEw5FumjN+K3aVtlT9GTZlCbuKbrisQcCXCZfBeI/vCRmEfG4tIyla4aq+oZpWbonylYzVQ2uj2A8YuCq/WORz35rkT7ilPA2uLC7L35g35pbLWqzcMICOZIA5Nu1XeGr9H32crJi9R/Xh8lFmVZvyjzd3xmPIzwKm8uRU/aisNscRZbCRCsFufcp9cI+BHwF6wuUF/rl6zxz6XkRQTWZ+2QIUM0c+bMtCtW46ta48Gr9VlrnJJYeOC3Pj99pAwCCCCAQP4LEKwSrEYFNlZoaPl6nT9/lHrE9lRNBKvJSGYAO/cgTTTLpr4IVvPpje92W75t5Z7cbo/OsLLPvgrQ/MepXPbGdLmmeat2N9uKxHwyoi11ImAPXewrQ5JWmkbnUtpg1UfZeDDV427mX50MNBfNWiD2HimbvFrLRnTRmilD9dTJMzSii8uK1ZRb9d2DVeNW2OgP/9ZxK1xIrK7KeNwRrKatL9YemW1XLAx2v/3Wy4dg1UuI4wgUr4B3sJpsEw9G7b/ksf49YvxbpO+C6C+E0qxYTQ1WJet71md1/JdKPuor3pGj5wgggED9EiBYJViNP5wqsYdqdEuAdMGqtFy39RsvjXLfc5VgNZ8+JNIFq2Yiqhmlybf5J1ruXOFqbQRglIj9cJw2LCVYzacZUAhtSayijq4sXTXWWvWRKVh1zjNn2WhQZM7z3rFVsFfIsQ1GIejQxqIVsH7YT1nlWYNg1VZX9JcO1j6tsWDV93GP8quNX7ytjO8BGw0efuT6kDqv8SVY9RLiOALFK+ArWHWunk/6THX8kskestr3fbeI3Vbix45Fg1XHL5K86iveoaPnCCCAQL0SIFglWJUVlD7rZtHxAs25Y4A62I+Zq1tfUK802wEQrObTZ4SfFav2fSgdbXeuSmXFaj4Nbv1pS/zBUmO1qtT+gAlbF1NWnKbb50xSj7u1qP889XHZtzXzfq31h5Se1A+BpK0A4nv4FUCwqinqWVqupBWrmqzVy0aYD6wL8iJYDaJFWQSKSyCrYNUgioWrij2wynW1Iyy+SgAAIABJREFUqVuwajy9wP6QK6OqsjJVVlbKqGOOBpoPwApSX3GNGL1FAAEE6qcAwSrBqotA8orV5VOH6YPTE3uqLp96osasdwlcYzURrObTh0WaPVbjgZPHrdaOYDWxZ+UM9Y5tzJ9uj9XEqsPYXntsBZBPE6Nu22IEqbcfosrYDy3OfX8TjXPOz9h8Psztab2Osq6/FLhCh9kfvla3ClwdAd8CybeaWiuirNWm5k/6ZpBZGV+JlWYrAN8rUo0tUjOtaPVYsRoLVmPP1zaih/jqVd+djhUkWA0qRnkEikfAV7CaxJG87UnfBcbnXBovn3tCx/dTXVStMOorntGjpwgggED9ESBYJVj1DFa1YpKOm7QkUc5tFautFoLVfPqAMMKm86Sx/TWvzxWK3tDv3OfOCl9t7batDrSvmOpx99067IpViYcAmCsNrXqt7QPYCiCfZkB+tsU55xJbTyS3twbBqpnnJ//A1CP+oLX8VKFVCNgFjDB1oOaY+6tae/ZZq6CSQ0/jLCsssG3VYqYF2d7qX7Ng9eSnjFv/jQWry2Q0vyYvgtWa6HEuAvVbwDNYNX7JuqCvquOrT0MOVh0Pw5Lj3x1J+j6D2vo9YvQOAQQQqJ8CBKsEq6HPbILV0EmpEAEEEECg6AQST5s2u570kLfYClXj+9YP6/a9/8omR7fDiIebQfdQrVmwOqKL21YdPLyq6KYwHUaglgV8BauuS1LTfB6l7IlqfZbFfkmVsho/2sH4rf/O/rLHai3PAKpHAAEE8kOAYJVgNfSZSLAaOikVIoAAAgggUDACKStqra0K0jxpO1PHWLFaMMNOQxHIuYBnsGq0KOPDqxxN9gpWuzh+4WX+zst64KZL9wlWcz4nuCACCCBQFwIEqwSroc87gtXQSakQAQQQQACBAhFwPGXbHmwQrBbIGNJMBApDwFewWhhdoZUIIIAAAgUsQLBKsBr69CVYDZ2UChFAAAEEECggAZetALIIVY0OGytWR48eXUB9p6kIIIAAAggggAACxSRAsFpkwerpY+bnZH4P6n1ETq7DRRBAAAEEEECg/goQrNbfsaVnCCCAAAIIIIBAfRAgWC2yYHX6wpW1Pm9ZsVrrxFwAAQQQQACBohAgWC2KYaaTCCCAAAIIIIBAwQoQrBKshj55CVZDJ6VCBBBAAAEEilKAYLUoh51OI4AAAggggAACBSNAsEqwGvpkJVgNnZQKEUAAAQQQKEoBgtWiHHY6jQACCCCAAAIIFIwAwSrBauiTlWA1dFIqRAABBBBAoCgFCFaLctjpNAIIIIAAAgggUDACBKsEq6FPVoLV0EmpEAEEEEAAgaIUIFgtymGn0wgggAACCCCAQMEIEKwSrIY+WQlWQyelQgQQQAABBIpSgGC1KIedTiOAAAIIIIAAAgUjQLBKsBr6ZCVYDZ2UChFAAAEEECgKgblz52r9+vXxvkYiEV177bVF0Xc6iQACCCCAAAIIIFB4AgSrBKuhz1qC1dBJqRABBBBAAIGiFGDFalEOO51GAAEEEEAAAQQKRoBglWA19MlKsBo6KRUigAACCCBQlAIEq0U57HQaAQQQQAABBBAoGAGCVYLV0CcrwWropFSIAAIIIIBAUQoQrBblsNNpBBBAAAEEEECgYAQIVglWQ5+sBKuhk+ZFhYuHRtRHi1Q9o3detIdGIIAAAgjUfwGC1fo/xvQQAQQQQAABBBAoZAGCVYLVFIHlU0/UmBelLmfN0ozTOsSPb3h8mAbOXRv7urOGTJ6mAe1TAQlWC+MjYc3kMpWuGus7KCVYLYxxLZRWmvPviuWx5g7RouoZckb25pybKfW4e7Uqy7tk7FpK2cVDFTFOTnm5X6tQ3GgnAsUmQLBabCNOfxFAAAEEEEAAgcISIFglWE0WWDFJx1VIJ2iJ1vZMBKtmqLrsGM25Y4ASUav7ZCdYLYwPAYLVwhin+tnKxRpa9o6uriyXEZe6hvZGMDpBGqKZeqO/R7Dqsyy/HKifs4le1W8BgtX6Pb70DgEEEEAAAQQQKHQBglWCVZvABlWMHKx1A2apU8VgLY0Hq8t1W7+H1SnNClUnIcFqfn0sJK8M7KG7Vz8snVeq+GJBRVcEjl1V6rjVf40ml5VqXizUSg2loscT9bASML9GvnBaY87Ref21Oha0StG5tWrsanWbkJiD7j3yWXbNZJWVzlP/1ZXyWPxaOHC0FIEiECBYLYJBposIIIAAAggggEABCxCsEqzGBcxVqRvO05LhB5gBazxY3VihoeUvSB3Xas36WPGjx2vJ8B6uU59gNY8+EcwwaZXGutxmnbJi1bx1Wolbsh1BlDNYdX6dGo7lkQNNyWOBxRoa6aM3bLf7J+ZmaVK479YJv2VZrZrHU4CmIZBBgGCV6YEAAggggAACCCCQzwIEqwSrUQEzPF2v8+ePUg9FV67Gg1Vje4BJ7yf2VDXLPqjOo57RNd1TAQlW8+gtb4ajV+iwRdVyPnMqdSuAaMClWFnn8aRgynX1n3H+BHVjRWAeTYA8bop9D9QhtoeiJf0yIHnVdEpvfJdNntt5rELTEEDAIUCwypRAAAEEEEAAAQQQyGcBglWCVSkWpK4bYAWlbsGqNNEMXY2X47jDkGA1z97ysXDVeEyQ/SFAbnusOlf/rRqbCGRTg9UrZD16KNFjY6sBbrXOsxmQ982JbldxmBZVX613zC0ArHmXKVi1tgDwLstq6ryfAjQQgbQCRrD68s6fI4QAAgikFVhwfS90EEAAAQQQqDMBglWCVUnGHqrj9aybRccLNOcKaUL5C+oV32OVYLXO3rE1unDmFalm1dYKwNXdNMGxhUBqsOq+xUCNmsjJxSkQXwE9VqtK+2imm0KPu217sBoFovPZuyyrVYtzUhVTr2PvhbLJWr1shPlAuPr0IlitT6NJXxCoHQGC1dpxpVYEEEAAAX8CBKsEqy4CzuDUY2sARw2sWPX35st9qeQVfu6r+GwPpLLfnp3y5HaPW7Rz3zmuWEgCRpB6+yGqjO1PkVixOkO9k/rhnGex+XmYbeuAeHn3OZm+7kICo60IZBKoy2B1jab0LFV5ZZkmr16mEbWQ6hKsMvsRQMBLwF+w6vyFrPtDV9dM6anS8sroJR3/Fk5uR6b6rM9GR8sz1ufVS44jgAACCOSrAMEqwaqPYNXag/VBrYmVPiHN/qrGYYLVPHq72/exdP4DMdMWAVcs1xDHvqypD/+xhbBWl1NWFeaRBU3JIwHn3Em3hURNg9XUB2PlEQJNQSAkAYLVkCCpBgEEClTAO1hNc5dLykp/R7m0QWi6u2assJZgtUCnEs1GAAEEshIgWCVYzWriZDqJYDV00txWaIaxxjOsnKsHc9sMroYAAggg4EcgEaxO/lG5ymP7Y5RNXq1l8SWkjhDAGSasmaKepeWKrdFKrNKyvh8vb1+hOkcaaKxWtbWxbIiGaKZmJq1gtc5xXx3m1UNWrHoJcRwBBPwFqwvU1/q3bXzhQfLnkrmIYKY0ZMgQzZxp/I/bHTJSfFVr/HgiSI0uTKjZ5x4jigACCCBQWAIEqwSroc9YgtXQSXNaYerK1JxenoshgAACCAQSSISm0TBVjtvzHStarbDUCgTMr9/SmFjgYAUGZjhQGgtcXYNV49b/1K0ArPPjwa7zeoH6JhGsBgSjOAJFKOAdrCajxINR+y+ZrLDV+Gzsu0ARM2H1G6wmwtbkz2H7dbP75VIRDiddRgABBApOgGCVYDX0SUuwGjppDivkQT85xOZSCCCAQAgCqVsBJIWbXW83A4LEClaPlVSxcMEsf/JT0ZWsAYLV+IPlYucotl+hc3sZvx0nWPUrRTkEilfAV7Dq3B4raeW+43PRHrLG9oNP0nXWZTuYPlg1ChGuFu8specIIFCfBQhWCVZDn98Eq6GTUiECCCCAAAJpBDIHq3M0MPEglqQaEj/gW7e/2g9nH6xK0fqMB1pZ2wVkHyYQrDLxEUDASyCrYNWo1PELoPgvoLyCVdm2A4g1rqysTJWVlbZfYtlabdtuJdtfMnkZcBwBBBBAoO4ECFaLLFg9fcz8nMy2Qb2PyMl1uEiqwH1Pvg0LAgj4FLjklEN9lqQYAvkqkD5YNX+Al7Fvtn3FanI/km797y0jFU2Uz2rFaqIOlZWprLJSlTV4EjbBar7OO9qFQP4I+ApWk5qb2ELF+JzsuyC6t6rrK+UBV+7F4vuzOh7+Gi3t3IM1f+xoCQIIIIBAzQUIVt0MIzWHtdfgWZ1LgYg8zwrWyIi0bXuVpi9cGey8LEqzYjULtBBPWfPRtyHWRlUI1G+BLvu3rt8dpHdFIBBwj1WHiDNYtcKB6Mqt1Roa6aOZ1u2r8dtfjdWoxh6r9tWp0a+dIYKUKJvNYBCsZqPGOQgUl4BnsGp8di3oq+r4bf0hB6vOh2EZK1Rv76pl1vXiK1Zr9nlYXKNKbxFAAIHCESBYJVgNfbYSrIZOGqhCgtVAXBQucgGC1SKfAPWi+9GAYOXkReo/r4/KK6OdSrrd1HYbarzLLk+zjp44RENmztRKM1g1k9PoQ1yMV9lkLeo/T33KFQ9WZa/btrLL9eEwWXgTrGaBxikIFJmAr2DVdUlqmm1KUrYCsILYWDCq2IP9HM4pD+1zjkMNVu8X2ZDSXQQQQKCgBAhWCVZDn7AEq6GTBqqQYDUQF4WLXIBgtcgnAN2vPQH7lgKJpayBr0ewGpiMExAoOgHPYNUQyfjwKgeZV7DaJXFrv3Vmyt6pjuslHiBYdMNDhxFAAIF6L0CwSrAa+iQnWA2dNFCFBKuBuChc5AIEq0U+Aeh+rQlk3m/Q/2WNYHX06NH+T6AkAggggAACCCCAAAI5FCBYJVgNfboRrIZOGqhCgtVAXBQucgGC1SKfAHS/lgSs22bT3GYb4KoEqwGwKIoAAggggAACCCCQcwGCVYLV0CcdwWropIEqJFgNxEXhIhcgWC3yCUD3816AYDXvh4gGIoAAAggggAACRS1AsEqwGvobgGA1dNJAFeZnsLpWs089Qje/2l3XvfScBh0UqEshFrbacb4e2DhFvwqxZqoqTAGC1cIcN1pdPAIEq8Uz1vQUAQQQQAABBBAoRAGCVYLVFIHlU0/UmBelLmfN0ozTOkgrJum4SUtcpI7TxPmj1MNxhGC1bj8K3INVK1C0ty2XIWeaYPX9P6r/L6/Tf1zJ/LQvaFAatHzdjmXBX33pCJWe+1C8GwP+9I0m9rL3yj4vY+P9fvI5Vukjxv9H8y7qnEKy7v7j9evxKxLfP/svWj3p1/Gv/3fUHrrwUevL1DlFsFrws4wO1HMBgtV6PsB0DwEEEEAAAQQQKHABglWC1WQBI0StkE7QEq3tGQtWXYzM8FXjtWS4M1aVCFbr9lMhJViNh1uOVZpmqPmuLs3Jyk3vFatWQJYuQHNXDRqUBi1ft2NZ0Fc35te0rppnhJzxAN0xB825+aaOOHKF/pNmNbMVjKaGspJic9uaM86y0a8zr04mWC3oWUbji0CAYLUIBpkuIoAAAggggAACBSxAsEqwahPYoIqRg7VuwCx1qhispemC1Y0VGlr+gnpNnqYB7VMBCVbr9hMhOVj9h8a0/70q5HHreyz40vib1XX8dYnyjhWHidAzWu+74/+i3k/8Xje/Gu1zUvhlP/fI8zVAD6kiw1YA6YNVqw+Wq7Xq0GUV7pE36x8LL1WntO0mWK2b2ek2D51zyGWFshXIWuPqaLxzzlhfm/PwoOhqaKVZ6WpVRbBaNzOCqyLgV4Bg1a8U5RBAAAEEEEAAAQTqQoBglWA1LrDh8WEauOE8LRl+gBmwpgtWM61WNSojWK2Lt3LimknBqhUwOm6PTmmh7Zb8eDhqfG+ENMkIKuUMJBNhZ7S8MziLfZ0SdKa/vd89WHXW61z56hKUZmw3wWqdzE6XeRgd7//RAxtHaG2a/Xe9VzHb5uH4m/Xu+Ov0H8ecO+LI7vrPq7GtAlwCWoLVOpkRXBQB3wIEq76pKIgAAggggAACCCBQBwIEqwSrUQFzFep6nW/umRpdueoerC7Xbf3GS6Oe0TXd3WcswWodvJNtl3QLVuMrTVP2NI2tZPVYGWhUH72t2gpGHcGp83hsn8zECtcstwJw3OpttCM5bFPsoVjpV+Qmt5tgNZezM3n/U/sYWatVjX1TrTF0hu5WaOq1127yimbrFwPpVrM6t5ogWM3ljOBaCAQXIFgNbsYZCCCAAAIIIIAAArkTIFglWJViQeq6AVZYmj5YNVe1LjtGc+4YoA5p5inBau7ewG5X8rdi1bES1ApWMz74x7iav2D12OeiDxSqabDqumIxKWx1D1aTH1hkbzfBat3MzuQVzr9+2r73aZrQ3c9qa6uMuRK1qx4wt72Ibklx4XuOOZhmjhOs1s2M4KoIpBOYO3eu1q9fHz8ciUR07bXXAoYAAggggAACCCCAQF4KEKwSrEqKrkJ91s2i4wW2ENV7tapRBcFq3b7X/e2x6h2sJu1X2Sv/VqxGVyamBqWZ202wWlez0wq7j3Dsy5vcntT9c10fWhU7KXk1cuJhVjJ+QXDSkyo996FEuE+wWldDz3URqJEAK1ZrxMfJCCCAAAIIIIAAArUsQLBKsOoi4L5i1VytOvcgTTS3C0j/Ilit5XetR/XJwaotbEraX9JvsCpd99JzGnSQ87Zsj60AFH1wkHO/y8SK19ROZNxjNd721GDUGa5F60nXboLVnM3OpSPU/70RmndRZym+R6/bbf0uK1bjW1Y4t3hInrcdzbFeEX9oWtIcOn5x0hyUo6zlwIrVnM0ILoRAVgIEq1mxcRICCCCAAAIIIIBAjgQIVglWfQar0dWqa8+apRmnpdsEIFoVwWqO3r1pLpMSrJrlkvehjJ9q3frvuprPsXfl2eer4tE3k4NWW1ibdvWgcbEjb9YDv3lcF8YDT7/BqqR0+8JaVdiPO24JN4oMSGo3wWouZ2fyHqvp9kpNDVbTP7Qq3cPMEr1K2kPV2iogdtht9SvBai5nBNdCILgAwWpwM85AAAEEEEAAAQQQyJ0AwSrBauizjWA1dNJAFboHq4GqoDACRSNAsFo0Q01HC1SAYLVAB45mI4AAAggggAACRSJAsEqwGvpUJ1gNnTRQhQSrgbgoXOQCBKtFPgHoft4LEKzm/RDRQAQQQAABBBBAoKgFCFYJVkN/AxCshk4aqEKC1UBcFC5yAYLVIp8AdD/vBQhW836IaCACCCCAAAIIIFDUAgSrBKuhvwEIVkMnDVQhwWogLgoXuQDBapFPALqf9wIEq3k/RDQQAQQQQAABBIpMIBKJFFmP03e3urpaBKtFFqzOPbtdTt4ArS55OSfX4SKpAgSrzAoE/AsQrPq3oiQCdSFAsFoX6lwTAQQQQAABBBBIL0CwmrAhWE03T0IO3z2rcykQkedZwd7nEWnb9io9cf8lwc7LovTmFypEsJoFHKcggAACCCCAQJIAwSoTAgEEEEAAAQQQyC8BglWCVe8ZGX6mmfmaBKveY0IJBBBAAAEEEHARWKMpPUtVXlmmyauXaUSX+oVkBKsv7/x5/eoUvUEAAQQQyDuBBdf3yrs20SAE8lXAHqwaKzaL7eXsP1sBuM0AgtUavS9YsVojPk5GAAEEEEAggADBagAsiiKAAAIIIOAq4C9YXayhkT6aGa9hiBZVz1Bv82vr72NH9UMWqXpGtETSa/FQRfokarIfK5u8WstGKPaLU5/1Ma4I5FCAYDURGrIVQLqJR7Bao7ckwWqN+DgZAQQQQACBAAIEqwGwKIoAAggggICrgHew6gxVY9WUTdbqZSPUJcRgdciias3oHTCoZVwRyKEAwSrBqvd0I1j1NspQgmC1RnycjAACCCCAQGaBNVPUs7RclUapsiEaopmaGd8KIPqD38rJk/Wj8nLNlLVFgOMHwvgPgrFL2es0vhVfYWPVt0j95/VRuXlR43C1rn63p0pj30heXWPflsD6wdC+qsf/ALMVgH8rSiKAAAIIZC/gL1hdoL7WCtX4ilPr77ea/X0nWX9PW3+H1rS+7C04EwEvAYJVglWvOaJaeG5U5muyx6r3mFACAQQQQAABBBT/wcsKRuM/2KUGqNGw09h0NfbDmnWOFaJa4an59VsaE/thcc2UaGAaXTGTCGSdX7uFqSc/FT03fm3ntQKOIcFqQDCKI4AAAghkJeAdrCZXa/1dqYwrVv3/UjFeX/wXm24rVv3XlxUCJyHgU4BglWDVe6qwYtXbKEMJVqzWiI+TEUAAAQQQSC8QC1IToalzKwBHiGrUlPacND+gJZVfHd1PLuUHx8S5rkFsrLySQtrgA0uwGtyMMxBAAAEEggv4Clad+6Im3f2R5tZ9+QlDnatVjfbXpL7g/ecMBIIIEKwSrHrPlyIPVp+f83cNWyH98NRe+tsJraJer7+qQ2duiNslHXOIEqx6TzFKIIAAAgggkI2AFWIGCVbjq2BSLpj4YW/x0Iicz9CIXiNosGrkuEZdxgraOdLAUpVX+vmh0l2DYDWbWcI5CCCAAAJBBbIKVo2LOLfWsS5s22InesdHhhZZgW26usycNbENkGd9QTtPeQQCChCsEqx6T5liDlaNAPVJ6TRt0Ds/tYLVjzX6srfVZeyxGryvpE/f1ekTNupk62uCVe85RQkEEEAAAQTCEAhlxWpyQ5JXnDpXuAYPVq0VsiorU1llpSrTPRHZhwfBqg8kiiCAAAII1FjAV7CadBXnVjnOJiRWnGYOQsMuV2MKKkDAU4BglWDVc5IU7x6rmzXr5qVac0ovdXlyqZ6yglUzSN2s4fceqWNNPUfQSrDqPacogQACCCCAQBgC1ooVrz1Wk1a9uGwPYGuLM1i1Vq9mu2I1+fZF+4OsggMQrAY34wwEEEAAgeACnsGq8YvNBX1VHV966ghWS6eo5+1dtcw6Hl9h6vH3YLrVqsb52dQXvOucgUBgAYJVglXvSVOkK1bXPfu8Tvr4UL09sKUZsMaDVUnR7QE6aNq9XbXWccwJylYA3lOMEggggAACCGQtYN/jrWyyFvWfpz7l0uTVyzSiS5oQ1XYLYfy66R6QMWSIhsycqZVZbgVg1J/6UI/sekuwmp0bZyGAAAIIBBPwFaw698wxLxHb7sbt71nz8KJYGJt5H9WUVa2e9QXrH6URCFOAYJVg1Xs+FWOwmrQqNbpy1R6sGmjW3qvav5uevq6rOqWRJFj1nmKUQAABBBBAoF4LpGxZkF1vCVazc+MsBBBAAIFgAp7BqlFdxodXpR5P7Idunhx9GKRsK1jj9WV+mKTVk+T6gvWP0giEKUCwSrDqPZ+KLli1tgD4rW453OBxBqvGrf+vSEOix82VrQulq9lj1XsuUQIBBBBAAIEiFLC2E6jpAzYIVotw8tBlBBBAoA4EfAWrddAuLolAPgoQrBKses/LogtWo8Hp424y+3fTtJ9u1LB/t7etUnVf0WqdzopV7ylGCQQQQAABBOqvgLUqJ80KnAAdN4LV0aNHBziDoggggAACCCCAAAK1KUCwSrDqPb+KLlh1kjiC09df1aEzpWnWw6vMbQNW6ZDYCtaUs1+oUKtLXvZ2pgQCCCCAAAIIIJBBgGCV6YEAAggggAACCOSXAMEqwar3jCRYTfPwqgTdD0/tpb+d0MrVkhWr3lOMEggggAACCCDgLUCw6m1ECQQQQAABBBBAIJcCBKsEq97zLU+D1c3f79a27dVq1iSils1KvPthLxGRtm2v0hP3XxLsvCxKE6xmgcYpCCCAAAIIIJAiQLDKpEAAAQQQQAABBPJLgGCVYNV7RuZpsPrpV7v04murdfSPS9WiWcBwlWDVe9wpgQACCCCAAAJ5JUCwmlfDQWMQQAABBBBAAAEVe7DqnAJPvPa9Ply3Rtt2VOmbzdu0ZdsOs4gRLUYixn8R8/9LSiLm/5eUlET/v7pau3ZXKdL3qNLqTPPKqKS2X9EmhvjKdXUu13Pr08bPq/TS66vNjh5zRNdg4SrBaogThKoQQAABBBBAIBcCBKu5UOYaCCCAAAIIIICAf4FiDlbtfbfEFv53K8FqyvTJ02D1w8+q9OJr78Sbe/yRh/oPVwlW/X9KUBIBBBBAAAEE8kKAYDUvhoFGIIAAAggggAACcQG3cLEYeKqrq5NW6xKsZhr1PA5Wl/7f20ktP+ln3bRv2wbeczgWrM49u5132RBKtLrk5RBqoQoEEEAAAQQQKGYBgtViHn36jgACCCCAAAL5KECwmjwqrFh1m6V5HKzOenxJvMVnn3yc9tqjRHu28vEgq1iwOn3hylp/Xz77yioN6n1ErV+HCyCAAAIIIIBA/RKYO3eu1q9fH++U8Q93Y3UALwQQQAABBBBIFWjZsqWGDx8ODQI5FSBYJVj1nnAFEKz2O6GXGaru3aaBSnzkqsY2tNu2V4lg1Xv4KYEAAggggAAC+SHAitXcjgPeufPGOnfWxpXwzp031rmzZm7n1pqrIWAIsMeq33mQ58Fq4FDVHH2CVb/DTzkEEEAAAQQQyA8BfkDP7TjgnTtvrHNnTfiEdW4Fcns1Pkty683VEHATeOK173l4VQpMngarX3yzW998t1stm0X8r1S1OkewyicAAggggAACCBSYAD8w5nbA8M6dN9a5syZYxTq3Arm9Gp8lufXmaggQrPqdA3karPptvms5gtUa8XEyAggggAACCORegB8Yc2uOd+68sc6dNcEq1rkVyO3V+CzJrTdXQ4Bg1e8cIFj1K+VajodX1YiPkxFAAAEEEEAgJsAPjLmdCnjnzhvr3FkTrGKdW4HcXo3Pktx6czUECFb9zgGCVb9SBKs1kuJkBBBAAAEEEMgkcN999+mSSy4BKUcCeOcIWhLWubM2roR37ryxzp01czu31lwNgXQC7LHqJlPkweryqSdqzItSl7NmacZpHaJCKybpuElLYlqdNWTyNA1o7z6tWLHKBw4CCCCAAAIIIIAAAggggAACCCCAQH0XIFglWE0WMAJqwKCtAAAgAElEQVTUCukELdHanrFg1QxV30+EqebX0sT5o9TDxY9gtb5/bNA/BBBAAAEEEEAAAQQQQAABBBBAAAGCVYJVm8AGVYwcrHUDZqlTxWAtjQWrGx4fpoHLjtGcOwYoun51uW7r97A6pVm1SrDKBwsCCCCAAAIIIIAAAggggAACCCCAQH0XIFglWI0LmAHqhvO0ZPgBZsBqBavRbQDsK1SNYHW8NOoZXdM9FZBgtb5/bNA/BBBAAAEEEEAAAQQQQAABBBBAAAGCVYLVqMDGCg0tX6/zzdv7oytX48GqsUY1tu9qtHBndem4Vp0HEKzyEYIAAggggAACCCCAAAIIIIAAAgggUJwCBKsEq1IsSF0XD0pTg9VkJlasFufHBb1GAAEEEEAAAQQQQAABBBBAAAEEELAECFYJVmN7po7Xs24WHS+w7a0aK8DDq/gEQQABBBBAAAEEEEAAAQQQQAABBBAocgGCVYJVF4FMK1ajq1XXnjVLM06LPsrK+WKP1SL/VKH7CCCAAAIIIIAAAggggAACCCCAQBEIEKwSrHoHq+b+qw9qTaxklwyhqlGEYLUIPjnoIgIIIIAAAggggAACCCCAAAIIIFDkAjkLVj/5aou+3rxde7Zqov3atgiVPaJIqPX5ra5q125tivWpQYOStG3wbF2swKp1X6bU8cNOe5nfW/fJN9q6bWfS8eZNG6nTfnv463tE2ra9StMXrvRXvgalCFZrgMepCCCAAAIIIIAAAggggAACCCCAAAIFIZCzYHXV+q+0at0X6hYLCu06zRo3VItmjbRnq6Zq2MAzhkyBrYtg1QhVv9j0vc68YLj+PHtqxrDYs0e2YPXN97/Q/xy0l6w/jfDUClSN79lfRjnj5StgJVgtiDckjUQAAQQQQAABBBBAAAEEEEAAAQQQKAyBOglWjYDVeO3atUs7duzQa//5t5a9+Lz++uiMrFazZhOsrlqfvDq0W8d2iRHzSEKtUPWMCy7T8CuulbGqtFsn2/mSdjZqpy8//cDsT02CVaNRzkDVObWMgNVa2Zp22hGsFsY7klYigAACCCCAAAIIIIAAAggggAACCBSEQF4Eqzt37lRVVZV6/r+uatOyifZo2UTNmzT0DZhtsPpWLOA1g1GfwaozVDUa6Ras3jjlT7rlxuu1fs2b2nfP5pn7kmHFqhWsWqtTnRVZK1sJVn1PFwoigAACCCCAAAIIIIAAAggggAACCCBQY4G8C1bH3XSHnnx8vl7998tm5xqURMx9Wfdukz6c9BusOlepBglWP/nS2CN2m9mmYSNGmitVrZc9WP3o6yo1iuzQ8cf/WuVj71KvHoerfbsmapRhD1ZjSavb/qpW/VZ46jT4fNPW+JYBfoPV08fMr/Gk8VPBoN5H+ClGGQQQQAABBBBAAAEEEEAAAQQQQAABBApSIO+C1dfe/UiNGzeOY27e/K16/KSLunZokxY4SLBqD1ODBKtG8GmUv+GGGzRu3LikttiD1RnzXlT/3x6nxru36qLLrtZb76zRP56cp30yBMNWsOp2y799v9UwglUeXlWQ71MajQACCCCAQD0RWKyhkT6aGe/NEC2qnqHe8a+9jtsZ1mhKz1KVVzpohixS9YxEjfUELsRu+DNeM6WnSi1cTD38wzRlXmc/2TONA67ZuYZpyhhkNwbGWT4+Y9ZMUc/ScsX/SiybrNXLRqhL9hflTAQQ8CmQ98Hqnx6coemTJ2S8nT5TsJpplWqYwar18K3+Z1+g1nu11503jdFRZT9T/8FX6eKB/dR5/z3SD0lsxSrBqs9ZSzEEEEAAAQQQKEAB5w+GsS7Ef/jzOu7sMj+kB58Efo0d5QhWM1CHbcq8Dj6v3YIn5+cLrsFdveZ2UNOg5YO3uH6e4TUORu46VJE+iV9ZRh2cv7isnzr0CoF8EMjrYPX9tWs04LcnaJ9WETVu1CCtl1ewmm6VapjB6l1TZ2rsqEvVtdN+mvbY8yo7olRHdOuoKQ8/rV9176ZDDmxLsJoPM542IIAAAggggEAdCRg/HC5QX2uFavwHQeuHP6/j6YJVfnj0P6D+jBcPjcj4GX3IkCGaOdP4H1YBpzcO29QKn5jX/ue1Faxm+nzBNZhnbZgyBsHHIMg4SGWTV2vZCNaoZufMWQhkL1AnwepRv+qlDR9+ICM4NV577tlWvU7oo79WPCJjK4BIRPr73+bp7tsmqFH192rbumnGHjqDVb+rVMMMVm+9c6omjrlSpbZg9ceHdIiHrIf6CFYvKR9l9vPSEaN035Tbzf//4+Tb4vuoshVA9hOdMxFAAAEEEEAgvwTit5qnuV3R67jktvqJMCrIKLsaW4G3Eab2XRBdBUWw6pu15qbMa9/YGQqmjgOuNXWtuSljUNMxMM5PGQdrCwBu/Q+DlzoQyEqgToLVA/ZppUYNS9Qktgq1ale1Nm/driat91OLli312aefqOr7b7Rnq6Zq2jj9SlWrx27Bqp9VqmEGqy2bNTLb2y/LrQC2fl+lLdt36gvbA6mMINX+gCqC1azmOCchgAACCCCAQL4IOG9XdP4g6HU8qR9pbivl9sfMo53R2LGizB6ysm9tetdQTZnXWX9c+RoHZ+38Miajd6imzO1amdvWGJWVqayyMrHHKr8Qy5qbExEIKlAnwWq3ju63xW/fuUvVu6WGDUvUsEHEd1+MYDWbVaphBqvdOrUz22t/eNXgS67S26vX+np4ldVZ4yFZxl6rxkOrjIdiGW20viZY9T0lKIgAAggggAAC+Sjgtg+cPVz1Op6pT7YHdwxZVC1ywDRYGYwVe2BV/HZSglV/76LaNGVe+xsDo1SQzw9c/bnWpilj4G8MvOa26/6q0arZGsA/MSURqIlAXgWr2XbEClaDrlINEqx+8uUWfb15m9nEy668RpdcfnW8uUYAagWrH31dpUaRHerVq5euHDdFx5X9WPu3baxGDUrSd8+WIWcKVt0qsIewGf0i0rbtVZq+cGW2zL7Pe/aVVRrU+wjf5SmIAAIIIIAAAsUokHggh3sQ6nXcaZZYDUWw6nc+JRv3XRDdW9X1xW2mPlHDNmVe+4R3FPP6/MA1uGvYpoxB8DEwznCMg2IPrnL7JSWrVrMj5iwEAgoQrErmytBuHaMrTs1XhsWyVbt264tN3+vsi0bEw1V7sGpVMWbSA7r79lv0/rtvaN89m2ceFp/BqhGi2l/GqtbwgtUNqhg5WDPX265w9HgtGd4j+o2NFRpa/qCiu+JKJ4x6Rtd0d+8WwWrAdyHFEUAAAQQQKAYBY1XNgr6qji8ldfnhMNPx3g4kY7XT7V21zKovvvqpTJNXLxPP73CZVB5jQLCaxRsxbFPmdRaDEFutmunzo5TPi8CwXp/ZQU2Z24GHwDzBzziUlqvStg1OfB9WgtXszDkLgYAC9SpYDdj3pOJ+g1XjJGe46haslrTcXx99sFr7tW2RKaeNtsFnsOrWv7CD1XUD3ALT5bqt33itPWuWZpzWQVoxScdNel9DJk/TgPaprSJYrclM5FwEEEAAAQTqqUDa2xVjexx6HY+v0okFp5qinuYPk44XP0imn0Cexo5T2QrA+81YY1PrFwzMa2/sDCW8xsF223lSLXxeZP954WnK3K7RnLZO9prbrg9yNE7ml4yh+FMJAj4E6k2w6qOv/ov42N7VHq4++sAUM0BN9/Kszkewmqnx1n6sGTvouRVAdMWqa7BqBqnSxPmjFF2/mqGsJIJV/1ONkggggAACCBSVgNfDqTIed/yQ3iV1T0X2k/Mxm7zGwF4FwaoPUJe9PTNtm5Biyrz2h+yjlNfcdhzn86K2TZnbPoT9FfGa2ynhKqGqP1hKIRCOQM6C1U++MvYo3a49WzXJGEJm0y1jj9VQXz6rM8LVTZu3qU2rpmqYYQ9Vz+ocwarVF2Ml7LpPvtHWbTszdq9500bqtN8emQl8BquJrQA6x1ekbnh8mAYuO0Zz7higDrZgdWnP2ApWx5UJVkOdjVSGAAIIIIAAAggggAACCCCAAAIIIJCHAjkLVmuz73UVrPrtU5Bg1aqzNvoU5OFVZpg69yBzleoBKcGqtHzqiXqoA8Gq3zlAOQQQQAABBBBAAAEEEEAAAQQQQACB+iVAsOo2np5JaLBJ4FmdS4G6Dlal6L6qGvWMzt7AitVgI05pBBBAAAEEEEAAAQQQQAABBBBAAIH6LkCwSrDqPsc3Vmho+QvqZTyg6iP2WK3vHwT0DwEEEEAAAQQQQAABBBBAAAEEEEAgmADBKsGqKbB86jB9cPo0DWgfBTFu9R+z/oLYvqqJ1avXdJeU8jCrZET2WA32JqQ0AggggAACCCCAAAIIIIAAAggggEDhCRCsEqxGBcywdElCo6MVqsa+Za5gfVBrzC8TD7Zy4yNYLbwPAlqMAAIIIIAAAggggAACCCCAAAIIIBBMgGCVYDXYjPFRmmDVBxJFEEAAAQQQQAABBBBAAAEEEEAAAQQKWoBglWA19AlMsBo6KRUigAACCCCAAAIIIIAAAggggAACCOSZAMEqwWroU5JgNXRSKkQAAQQQQAABBBBAAAEEEEAAAQQQyDMBglWC1dCnJMFq6KRUiAACCCCAAAIIIIAAAggggAACCCCQZwIEq0UWrJ4+Zn5OpuCg3kfk5DpcBAEEEEAAAQQQQAABBBBAAAEEEEAAgboQIFgtsmB1+sKVtT7PWLFa68RcAAEEEEAAAQQQQAABBBBAAAEEEECgjgUIVglWQ5+CBKuhk1IhAggggAACCCCAAAIIIIAAAggggECeCRCsEqyGPiUJVkMnpUIEEEAAAQQQQAABBBBAAAEEEEAAgTwTIFglWA19ShKshk5KhQgggAACCCCAAAIIIIAAAggggAACeSZAsEqwGvqUJFgNnZQKEUAAAQQQQAABBBBAAAEEEEAAAQTyTIBglWA19ClJsBo6KRUigAACCCCAAAIIIIAAAggggAACCOSZQFEEq+07dtat0+areYuWcf55D92rl5Y+ZX7/4w3rNGrI7+LHjPIT7nlEs6ZM1LLnF5nf73lsH1127S1q3KSp+fUnH32gay/up83fbvIc0ohXCZcCEXme5VVr8vGItG17laYvXBnsvCxKE6xmgcYpCCCAAAIIIIAAAggggAACCCCAAAIFJVA0wWo8KF0aDUqNlxWgqlp65u9/VsXsqUnft4JVI1QdeuUNmnHXuHjQev3tD2rW1Ina+MFazwH3jEjzIljdoIqRgzVzva07R4/XkuE94t/Y8PgwDZy7Vl3OmqUZp3VI22+CVc8pQQEEEEAAAQQQQAABBBBAAAEEEEAAgQIXIFi95xEtf+EZ/c9Pumvs5edo8zeb4oGrEay+/mqlbp0+Xy8+u1AVD0WD16CvQgpW1w14Rtd0d/ZwuW7rN15rzxqvXsvGa2lPgtWgc4DyCCCAAAIIIIAAAggggAACCCCAAAL1S4BgNXbL/2/PGKxPP96gO8eNSApWjeEePGKMGbr6WZ3qNj0KP1i1ehVd1UqwWr8+BOgNAggggAACCCCAAAIIIIAAAggggEBwgaIJVu17rG7d8p2uHdbP1LK2CFj33tuu/2+U6Tfwkuhq1m836arxU1R2zEnasX2b7r11dHxrgEz0hRSsJrYC6Kwhk6dpQHt7zwhWg7/FOAMBBBBAAAEEEEAAAQQQQAABBBBAoD4KFE2wmmmPVXMv1aWLNGDQcB3Z4xhNuenqeMhqDLpzxWr7A1MfblX4wWpyD6L7qR6kifNHybbLKitW6+OnAH1CAAEEEEAAAQQQQAABBBBAAAEEEAgsQLAa2wrACFZb7dHG3E/1v6+8pB7HnCgjcLWvZF32fPTBV8UQrErRfVU1yr7nKitWA7/DOAEBBBBAAAEEEEAAAQQQQAABBBBAoF4KEKzaglVjhHv26qPLrr3FHGzrVn/j9v8jfvZLXXNxP3Of1aIIVjdWaGj5C+qVtB0AwWq9/BSgUwgggAACCCCAAAIIIIAAAggggAACgQWKJli177FqKFW+8LQee3BK/JZ/Y8Wq9brqhin6aY9jkvZQHXD+cPU//7J4GeP8O8eP8AVeCHusLp86TB+cnthTdfnUEzVm/QWac8cAdYj3kmDV14BTCAEEEEAAAQQQQAABBBBAAAEEEECg3gsURbAaeBQ9k9BgNXpW51IgIs+zAjdi2/YqTV+40v28FZN03KQliWMd7aFqdFuAZx1ndjlrlmaclohdrcPPvrJKg3ofEax9lEYAAQQQQAABBBBAAAEEEEAAAQQQQKCABAhW3QYr/Ewz85TIh2A1xElLsBoiJlUhgAACCCCAAAIIIIAAAggggAACCOSlAMEqwWroE5NgNXRSKkQAAQQQQAABBBBAAAEEEEAAAQQQyDMBglWC1dCnJMFq6KRUiAACCCCAAAIIIIAAAggggAACCCCQZwIEqwSroU9JgtXQSakQAQQQQAABBBBAAAEEEEAAAQQQQCDPBAhWiyxYPX3M/JxMQR5elRNmLoIAAggggAACCCCAAAIIIIAAAgggUEcCBKtFFqxOX7iy1qcaK1ZrnZgLIIAAAggggAACCCCAAAIIIIAAAgjUsQDBKsFq6FOQYDV0UipEAAEEEEAAAQQQQAABBBBAAAEEEMgzAYJVgtXQpyTBauikVIgAAggggAACCCCAAAIIIIAAAgggkGcCBKsEq6FPSYLV0EmpEAEEEEAAAQQQQAABBBBAAAEEEEAgzwQIVglWQ5+SBKuhk1IhAggggAACCCCAAAIIIIAAAggggECeCRCsEqyGPiUJVkMnpUIEEEAAAQQQQAABBBBAAAEEEEAAgTwTIFglWA19ShKshk5KhQgggAACCCCAAAIIIIAAAggggAACeSZAsEqwGhPYoIqRgzVzvQ3k6PFaMryH+Y0Njw/TwLlr4wdPGPWMrunuPpsJVvPsXU5zEEAAAQQQQAABBBBAAAEEEEAAAQRCFyBYJVhNClbXDXAJTDdWaOjd0tg7BqhDPGQ9SBPnj1I0dk1+EayG/j6lQgQQQAABBBBAAAEEEEAAAQQQQACBPBMgWCVY9Q5WnUZG0Fr+gnpNnqYB7QlW8+w9TXMQQAABBBBAAAEEEEAAAQQQQAABBHIgQLBKsJoUrCa2AuisIWmCU62YpOMmiRWrOXiDcgkEEEAAAQQQQAABBBBAAAEEEEAAgfwUIFglWHWdmdE9Vd1u94/uxbq05yzNOM3YGCD1xVYA+flmp1UIIIAAAggggAACCCCAAAIIIIAAAuEJFEWwOmDQcJ3S73xdO6yfNq5PPIDJYLzqhinq3PWHuvbiftr8zaaobCQBPOD84fpN//N1zcX9tPGDtbpq/BSVHXNS0gh8v/U7ndPnyLSjYqvOvYxLgYi9EWGMd0Tatr1K0xeu9Fnbct3Wb7zkeEjV8qknasz6CzQntt8qwapPToohgAACCCCAAAIIIIAAAggggAACCNQrgXodrLbao41unT5fVTt3qlnzFrrhqkFJwWr7jp1167T5+vabr1KC1VatXc79IDmUNWbCyPFTzAlxx/gR9StYddlH1U+oaiCwYrVefUbQGQQQQAABBBBAAAEEEEAAAQQQQAABF4F6Haxa/TUC1HF3zk4JVo3Vqo0aNdZ+7Q/Q2MvPcV2x2v5A27mOYNU6duNVg7TBJXS1rl8IK1aXTx2mD05PPIwqOUSN3v4/U5lXqlr9JVjlswYBBBBAAAEEEEAAAQQQQAABBBBAoL4LFG2w2rNXH53U9yw9vWCu+g28xAxW+5x+ro4+4dTo6tVvo9sCZApWjW0CDujUJeNqVaOOQghWow+kWpKY7x1tIarzmFXq6PFaMrxHynuEYLW+f2zQPwQQQAABBBBAAAEEEEAAAQQQQACBogxWjS0CJtzziObPuc+cAdkEq8ZWAUYdf3n4Pr20dFHGmVQQwWqI7wWC1RAxqQoBBBBAAAEEEEAAAQQQQAABBBBAIC8FijJYNbYAMF53jhshY+WqFay6Pbwq3YrVnsdGV7yOHXGO58ASrHoSUQABBBBAAAEEEEAAAQQQQAABBBBAAIGCEii6YNUYHeOBVc1btEwaqE8++iDxACtbEpouWL1q/BRtWLdGFQ9N9RxwglVPIgoggAACCCCAAAIIIIAAAggggAACCCBQUALOYHXVv5Z7tr9bjx6KVFdr1+4qRfoeVVqd6YyIZ6roeT3PAhGPXUzTPbzKqNi+YtXvHqvWNgDGVgLLns+8DYBxDU8ClwJeffJEcRaISNu2V2n6wpWBTw16AlsBBBWjPAIIIIAAAggggAACCCCAAAIIIIBAoQm4rVh9p/L5tN34ybEnqKQkUtzBaqYHWrnJ5VOwevqY+TmZo4N6H5GT63ARBBBAAAEEEEAAAQQQQAABBBBAAAEE6kIg3VYArz3395Tm/Kz36SopKSm8YDUwrGcSGqxGz+pYsRoMlNIIIIAAAggggAACCCCAAAIIIIAAAgjUsUCmPVaX//3heOuO/t35ikQiBKvZjBfBajZqnIMAAggggAACCCCAAAIIIIAAAggggED+Cng9vGrp3Ht1/NnDo6tUCVazG0iC1ezcOAsBBBBAAAEEEEAAAQQQQAABBBBAAIF8FfAKVo0w1cgFCVZrMIIEqzXA41QEEEAAAQQQQAABBBBAAAEEEEAAAQTyUIBg1W1QPJPQYCPpWR17rAYDpTQCCCCAAAIIIIAAAggggAACCCCAAAJ1LECwSrAa+hR89pVVGtT7iNDrpUIEEEAAAQQQQAABBBBAAAEEEEAAAQTyRYBglWA19LlIsBo6KRUigAACCCCAAAIIIIAAAggggAACCOSZAMEqwWpMYIMqRg7WzPU2kKPHa8nwHuY3Njw+TAPnro0dPE4T549S9Ejqi2A1z97lNAcBBBBAAAEEEEAAAQQQQAABBBBAIHSBehmstu/YWbdOm6/mLVrGwSpfeFp3jhuRBNizVx8NvfIGzbhrnJYtXZQ4FpHaH9hZE+55RLOmTNSy523HshiCfNpj9YRLH8miB/XjlOFn/aJ+dCTkXkyd+6+Qa6Q6BFIFunTZHxYEEEAAAQQQyFKgqsneWZ7JaQgggAACCCBQE4GG2z/PePo/V35Vk+oV6XtUaXWmGiKeqWKNrm+eHFHyRYxgNR6K2gNTv5eqx8Hqn5e861ehXpWb/bdXRLCaOqRGqDro9J/Vq7HO1BljHtDf3A63Yf5lVfPcXpSrIYAAAgggUGACn35u3Rnm3vAWjVsUWI9oLgL5K7Bl0yZ99/XX2r51S/42kpYhEBNo0qSpWrRrp5Z77olJHQls2ZH5s2LPPTvVqGUEqz74PLNllwLOsNjHZTIXiUjbtlfpjr+8VeOqCrGCZ5//PzNQa9GkpBCbH2qbq3ZXa/vOahmB1wm9jgy17nysrHnjiPZsXlKU/f1lz/+XMiS77j9IDS56v1aHqnWzEu3bOmr+XSRx50CtXpTKEUAAAQQQKGCBDz5ao2lX9XXtwbA7F6hV09YF3DuajkB+CXz49pv6w/BTdcB+e6tBgwbGSi1eCOSdgDEtjYWKn335na6/Y772K+2ad20slgZt3vZtxr+jiypYtVayfvX5p9p3/wN1141XaPjoW6O3+y9dJGNrgMuuvUWNmzTVayuWqVPpofGtACbN+KsOPuRH5rx5752VmnD1YN06fb5efHahKh6aan5/wPnDdfQJp+rSs36dNL88P6dzGKzeXqTB6j9iwWqzxjUMVjf8S70HvaT/HvxLLZv+C3UusE+SXburtaMqFqoe6zNU/fgVXTRVuv7mn+mAAutv8ya2ULXI+tv950ckjVbD2Z2lH54tvfWo9jtqsD755yxVDcq8Oiab4W7TokQd2jQwQ9UdjfkhMBtDzkEAAQQQKD6BNevfNX9oe/vjbSmdnzL3ae3RgpVKxTcr6HFtCax97T+6c+xZKmnQUE2bNFIJyWptUVNvTQRKStSgJKIGDUo06Mpp6vzj5J/valI15wYT+GbL1xn/jq63wapzj9V5D92rl5Y+Ze69+t8VL5n7rdq3DFj33tvmsSfnP2QGpVeNn6Kf9jhG9946OmmPVfveqx06HqwjexyjUUN/Z46KEb6+uvyFeNBqDVU+BauT5ruvWP3Vuffof/90edLscvuen+kX5LwgZe3XDtre516Irlht0shzNCR9penDZmvCe/YrHqo5z56s4z98WX0Gv6TXDv6lXpr2cx3kB8Rnmeduu1MDl0hnjL9Kd5Y5T7LatJfGzhqoi7NIOHdVS1WxUPXXbiHjx69oyNXL9bZ16QN76FEjTDW+P1UaG2qw+pUqrlskDT9HA35gXXCNbj3nKSV2NO6qWx/prRQKn55GqNo2tlK1MPrbTpfebvfw2dFYMXt/f3xk6l+6TVeMUcnbc/XTq2/Uv2+/3gxX//bl6ebZVVVV2rFzu7Zv36bt27aZfxpf9xsQ/Wzz+2rXskQd20VD1Qg/APploxwCCCCAAAJ6c82qjD+0tWnZzlPplSfm6Ge/GehZjgIIFLvAe/99Vbdd20/VkYiaNWuhhg39/IxYeGr1s1eFNw7ZtrgkUqKSkhI1atTADFYP/onPhVHZXrDIznvv1RU6+Mjuvnq96bsvizNYddtj1bn3qv1rQ7PfwEs09vJztPnbTSkPrzJWo/Y//zITfcf2bWbgaoSx4+6crRuvGmR+v3zsnbrhqkHm+faX5wdaDles3pYmWD3m3Hv0gi1YNb42Xvbv+ZlxQc8LWt5qg9t5zj7Y27skFqw28vxLc7VGnrhQFdpLY2YN1NAOkja8rFMGv6RDx12lOw6M/v9rnX+pF0MOVpdMulPnL5EGGNexpYnW96P9sbXLz4DEyuyulnbtiq5UPf6Y1NvDpTW67dxFUvnluib2eb18+tPSxSepx8crNORe6fqbusvgCOf1lSr+sFi67OxEsPrxCt3274N1zW/ampfY8MSjOvtfXfVoFtc1tnxo2yJ6K3pB9XdeO936p5PUIyCyvb/dfvLjlLPbzNQkR/YAACAASURBVO1ifs8IVXe3GqSSzbPNcNV4lV7zvnbu2q2dVbtVVRX989stOzT1wb/pzIHn+m7J3q0a6OC9G5rmTdt4//Dnu2IKIoAAAgggUAQC/7fqzfgPbcYKVfu2AMZWAF7B6psvLNSWzV8TrBbBXKGLNRcwgtVbr/m9+fNR42bN1ahhw5pXWsQ1NG3S0Nx2MN2fRUxTo643bBBRowZGsNpIF4wkWK0RpsvJRrD6/dZv9aOjjvOs2h6suv0dXW9XrIYZrBrKg0eMMUPXbzd9ZT4Ya/6c+8yVrCPHT0kahDvGj0gZlEILVq3Q0uhIkGA1m/OyOcdol9t5foLVBg08RmP5U+p4w9tS51/qhftsK1I3vKz7P/y5LjrgZZ16oRGsHqr+elvzYndS//iCQVrYPxoIGkGsWcaaCb1O1fpRpRmPvT9vjo558AvH3DlUDz59sqJv8690/yWzNXHtXhrzwEBdFCDhrK6Wdu+OhqrHuYaqkj5eoaGjvtT5bqGecexeqdcByzVtmdGWdho2yRaIyghJH9G0D/wes5ePdfnAHnrEGaBmalOGjz4jZGwXC1WLrb+df3R4Wpl2r41Rw3cq4itW9/3lBWrVc6x27tqlqp3V0XB1527tqKrSt1t26t5Z83XGoAs8/5IxCuy3RwMdsm8jc47tsfc+vs6hEAIIIIAAAggkBJa//nrWweq6V/9phqoEq8woBPwJGMHqzaN+p6pdu9W4SXM1bESw6k8utdRfKip07nnn6E8PP+L65/fbd2ZbddGf16hBAzVuFFHjRo00eOR0VqyGPCOsYHXb1m/10xNPy1g7werSxI3FmVasZtoKwLjl39g79dqL++nwI8s09MobNOOucWaw+stefXTGBeXmIDz24GS9ZLueNTL5FKwOve911wlzwZX36cG7LpHxp/1lfM/PKx/Os/rg1t7333zd3AqgpMRjNP71lDoZwar16nWq1l0dC0WN7xmh6UUv6XXtpT/cbwScqzWq90LN06GatfhkHWcdj523zghMZ3+hwwcN0sKy1dFz3Y71b6slt9+pwUul/uOu0qRfOHvxle6/dLZuWmtd18+oSNWSqmOhapfD0odu0lo9UP60PjzlTN1wvGMPr8/+rXE3v6IDBl+iCw+T9MY/NHDxnrpt1E+1n6T/PnKfHt8vdp7vY19r8aRnpPPPUO80Odwnzz2ma/6vS/w6fnq8b+sG6hoL+Aqtv0mOfjoryd7fgzOEqkZ1+8wr1YftTtUBXy7UPj0H6bNls3XgVWviq1SNlao7d+5KrFi9/1ENvPhSz5bsawtVW++1t2d5CiCAAAIIIIBAqsC/3ngjq2D183fe0JbvNhGsMqkQCCBgBKs3XX26tu/cpSZNmqtBw0YBzqaoXeBvf6nQueeeoz/96RHXP7d8T7Ca7Yxp1LBETRuXqEnjxrrwaoLVbB3TnWcPVr/f8o2OOv38tJcgWPUZrBoPrxowKHG7v/3hVa+/Wmk+qGq//Q/UF59+rJ07d+jPsybH91419lY1XtZeq87RyKdg9bIZ7sHquSPu05+mRENU4/+tl/U9P5M4m/OyOSddG+19cLb33dejwaqf19I77tKFzztL7qXrZpynC/Wy+g5dptc799TSqT9XJ32lB4Y/pJvXRo93fix6br+xV+o2Ixz911PqPOEd6dhT9YAWpj22dmQXWdeNn5vUhOTrXBhgxaqxivCHLreHp1h8+m9dN/FlWc+LP+aiSzXUyGKN78+WLr82GqQmf71WM4avUfepJyi6wYDx9ctqP+ZMnbJvpmNf68lbn5YGGeXcRsU4d7FktcHHwBm3oneO3YpeSP395B9/1hULvzJuytfVcUfvDtv72/Xw1Nv/3Wp45/V3VPbWyTp4lHH7fzRErTJXqRpbABhf7zL/f/N3OzV15kO6uPyqjA3Zp3UDle4Tvf2/FaGq96BRAgEEEEAAgTQCL2cRrG79aEM0UCVYZV4hEEjACFZHDDpem7ZsV8uWrdS4aZNA51M4IfCPpxbojLPO0mNz57r++eU3W+HKUqBpo0Zq3qKR2rZqpktHP8CK1Swd053mDFaNlau/Pif5uUPWuUUZrNbY2zMJTb5CuodWWaU8q8vhHqtXPPCGK88Zl/1Rj92bWJ1mfG287N/z4xr0vKDlrTa4nefsg729b/7nNTNYNfYa9f3a+LJON0JU64RjT9WaM76Mfu+gnvrHVGOrgK80a/hDuuX9vTQ6FqxelBLKSjqop0Z3WqZb0hwz6lp3510yzv39mCt1q8uKVft1BrfP3ItIROazLY3A6yc//YnvLscLvvasfjf9Cw0cd5ZO1QpdM0sa8Yfu2t8o8Inta+P/b3hZa5Ku0DZxXrpj+32thTctlgafpVPNtNb+ek9/HLZYH/z2bN12kr8n4LY1HprUNhrwFV5/Y303Lb9W/2knyGtbcnt/fYXIsUu89uqbOveU/4nf9m+uUo2tVDXDVTNk3aXNW3fq9rsn6/qJt6SdO/Zgt2U7VqoGf5NxBgIIIIAAAgmBV1ayYpX5gECuBIxg9bJBx+rzb7arVctW5h6WvLITeP6ZJzTgjDNV8difXf/87OvvsquYs9SsWRO1at5Ye7dpocuuI1gNe0qwYtUhGjEjpBBfAaoztgL4/XmXauzlZ6c8tMpqkWd1OQxWR812D1Z/N+yP+uu05Nt+3b7nRznIeUHK2q8dtL3//Xc0WN1elbkH6/76lJ7/xckaZAsu1/31YfV++AszHF18tTTqkmV6w/j/ydEVq7PLH9Kk9/fSqPvO00Hz7tKwF6TTr7tSN/08+Vov3J3+mFEy8/Hk69jb5+xRgxKpYUk0VP3ZL7IIVc0Kv9bjNz6qD069TCP2W6ErZ0ojr08Eq4mv39OUi95T2f0nKPV5epmOGfUvloacpdOSglXjnMXSpZdphM+mt2leovZtoqFq4fXXPnpG31/WgROcJskjbO/v4Uf6W6lq1fBK5X919smHm2Hqjl3WatXoytUd5jYA0f83g9W7btctd9zt+oZp17KBOrWLmhOq+vlUpAwCCCCAAAKZBbINVo1a2WOV2YVAMAEjWB028Ff6/OttatGilRo1aRysAkrHBV78x5PqN+AMza94zPXPT78iWM12urRo2kh7tGiqvdq20uV/IFjN1jHdeeyx6pCpi2C1Ves25vYAbdvtoz/eNtp1b9V8DFb/8PDKsOdjQdS34uX/msHqZ5t3Z2zvh3//k/r9+UudMrJcY35qFP1Kj17zsKauV/R7+7+iQVdWalXHMs2/7Wc6IH68nYbfda7OlvO4pI9e0aDH22r2aV85zrUdu7SLrGt3O/M8zf5t7EFY8dZa7Yhdx1w6mvpq2iii1k0jZuBl9Hf1pz73tPnPMxr+0c809eTYCtFPVmj4dav1q5vP0u+1QsOnSdfc0F3mDgTGMdvXL98/VY/sf0783Jfvf0a66EQZubLXsZd+OlxXHWH14z3decEiabj9e5mnV+tmJeY+o4XY3w1PzVXF/mcl+v+fZ3TiVOnGB6N2bi9nf//74fZA779/vrBCZ578k9gq1d3mdgA7du7W9IcXaseObdqxfZt27NiuTz/ZqJ1VO3T31HtT6m/booEOjK0ObtF2r0DXpzACCCCAAAIIuAuseHNlVnusWrW9+cJCHl7F5ELAp4ARrA4552h9/MVWNW/ZUk2aNPV5JsWcApVLn9Lv+5+hv8x7zPXPj77YDFqWAs2bNtKeLZtr371bqXwMwWqWjGlPs4LVHx0VfVx4phdbAXgJuR33XGIarFLP6nK4YnX8o28Ga3w9KV1Z+R8zaPzkm1365vtM4erX+uv4R/TAh/aOt9OFN52l3xkrKz9Zocv/8C+tPuAXemB8d7WXVd6ljL2KHn20+MKDE+e7HYvXZR3sqvGzTpQemKrxy50DET1mD+D2aFZiPp3dCBmNl9HfL7bs1nfbMofJ0ZrXaNJ5i/R0/DLtdPFtZ6v/DyR9vELD/ij9YWIsWHV+ra80b8wjmv5B7OSefbR0aJfYFxmOGfVcs1zvGCUP7KGHT/tS5015N2XGnTTico1yuTe+ZdMS7dWipHD7e6l0k9V/s9dddfPDJyllF4iYiFt/N2yq0qYtfsY3wfrkk8/rzFN+Ht9PdcbDC7VX29bq2vWH2rZjt5566q+6ftx1ru/8Ni1K1CG2Org5oWo9+XSkGwgggAAC+SDwb1uweugPkkOeYXcuUJuW7Tyb+coTc/Sz3wz0LEcBBIpdwAhWLzzzKH3w2bdq2rSFmjRhK4Bs58SKfz6r7kedoHR/Zlsv50mNGzdRu9bNdMAP2urqG2azx2rIk8IIVg8+MvW+W7fL2INVt7+j99yzU41aF+l7VGnGXSuNvR5r+1UXK1aD9MmTIIfB6k2PFWew+r//jAarxmvt51X6fPOuIEOY92Xt+10233Mvbf36i3h/N23dra07goVv+d7h5o1LZNwSb4TIxd7fj76p0jdbg43v3Ef/ru07tmv79u26+OJzdcftU82VqsbXN9z4B9fh36N5ifbfI3r7v2HOCwEEEEAAAQTCE/j3W4kVq85ap8x92lewGl5rqAmB+i1gBKsXDDhK7374uZo0baqGDRvWyw5HchHG1Eu5/OhUSUljtWzRTD8+ZD/94aZHCFbrcFjswarb39EEq26D45mEBhtRz+pyGKz+eUnqisBgvSnM0vZVnIXZA+9WG31sFgu8vv/6C/MEK0z2PrvwStDf3I+v3bzwZgwtRgABBBBAIH8FXvUIVvfec5/8bTwtQ6DABP7v+ac14PReatGiqRo0aKASlRRYD/w1t8QziPBXD6XqRsAI/Bs3babt23bqsSf+pQO7daubhnBVff71Z/HteghW/U6IkD+APKvLYbB6wqWP+FWoV+WattlL2zZFw8b6+jL6aH/R3/o10vkwvs421C9heoMAAggggEDdCfzfqszPQeiwj7E/Ey8EEAhDYNmieWrSrJ0aN2keRnXUgUCtCrRo1Vpt991Xe+7DXYO1Cp2h8g2ffZzx0qxYdePxTEKDDadndTkMVpsfd2ewxlMaAQQQQAABBBBAAAEEEEAAAQQQQAABBEIXyMkeq7fP/JsOPuRHZuMrX3had4y7XCNvuEdlx5yU1KGtW77TtcP6aeP6tSkdHTBouPqff1m8jjvHjVCrPdro1unztd/+B5rfn/fQvaqYPVVKk4ROmvHXpHbcOX6Eed6A8xN1LzfaF/u+vbzxfau8cc5tsbqMp3D/8bbRWvb8oqQ218a+sdu2V+mJZWtCnwRUiAACCCCAAAIIIIAAAggggAACtSswZcEq/f6Yrlr/ZVXtXojaEUAgZwK1Hqz+stfJarf3fvp7xSx1OPBgTZj6iGZNmaiXlj4V76QRQl51wxTzayMwdb7ad+yscXfO1g1XDTIPTbgnWse6995Wt8N/queemKeevfpo8IgxGnv5Odr4QWow2/PYPmq3z35aWPGg2h/YOV7H+vfe1vV3ztaNsbpvvOcRPXjPRPM6bfeOlu/QsbNunBL9/rKli8xQ9bOPNySC1hyuWL39L2/lbHKEeaFPv/pOnfZrre/r2UOYwjDCJgxF6kAAAQQQQAABBBBAAAEE8legbYsGmrnwNZ1/8uF6//PkYHX1+xv16edf6c21n+ZvB7JsWZcD9tKhnTuo/Q8K+1b4Fo0jatbYfRXf9zuqtWVHxufCZ6nHabUtEMa41nqwakdotceemnjPI5o/576kYLVDx4PjwWm61apH9jhGo4b8zqzOLYS1h69uwWpSO1q3MYNVox3Gtc26h0brHjk+GvBaq1aN/2+9RxvdOOVR/eXhP5phbvmYu3TjyPO1+ZtN0WpzGKzeMm9Vbc+rWqn/w0++1v90aqtvt/Fh4wTGplamHJUigAACCCCAAAIIIIAAAnkjsFfLEt1V8You/V13rf50Z1K7Xqx8VR32baOOOytr1N7GTZqpuv2vtfeeLWpUT8MGEX38xXeB6tn8/S7Xa76ycp22bNmmn3f/cY3aVFcnN24gtWleotfeXq/XVq3TO2s/0oeffGU254D92uqQzvvrx9066ceHdtSmrbu1w52hrpof6Lr7tPL/ILjPNu8OVHe+FQ5zXHMarBorVsfdNVs3XDlIGz54L+56xqDL1aFTF9fVqkYhZ5BqbAtgD1qNMknf89gU1Vixaq2APfOC6ApZK0g1tgWwB63GMWPF6vV3zNaNIwfJWIHb45jearf3vmrWvKU++egDjR7WX5u//TppntTWVgATH3s73+ajr/as+fAz/fzQ/fTllsJ+8/nqbMBC2AQEozgCCCCAAAIIIIAAAgggUGACRrB6y5wXdeVZPbXq4+Rg9Yln/6mbftNIu3ZsrVGvGjRurv/9sov226t1jepp0qhE6z/eVON6rEbMXfSKevf6ZY3aVBcnt2xSom1bv9Vzy17X/654Sxf/vkyHl/5AB+3f1mzO+x99pddXf6zpf6nUr7r/UMf3PFxNm7fWd9sLM/f4wR4lGjN5nvvqQdsATCzvp4+/Kcw+Gt0Ie1xzGqwae61++vEGc49V62VfxWrcZu/2yhSsGseMvVrfe2dlfEVruj1WrbqNvVONdhh7pjpXqLoFq0Z569Z/I8D97RkXRvdVtW8LcEPyFga1FayOn1uYweqqtR/p2CM66JMCfvPV1gc5NrUlS70IIIAAAggggAACCCCAQH4I7NWqRBMfeE6jBh6rlRt3JDXq8aee1z1nttSubZtr1NgGTVvpmY2d1CkW/D03b6qqq6N3je7evTvpv127dsn4z/i+8afxMv48e/hENWtcolXrvojXYxzLti7j3Onz/qlTex9To77l+uQmDSXt3KKnlqzQTw/dV6cc/SM1a9ZIqpZ2x27ELYlIDUoi2rJtp5544Q39++1PdfJx3aVGLbS9ALfRbd+mgcZNmacFd56blvu0kY9q/OW/18ZNhbk0N9O4xt4qigQc15wEq0Z4etv0+Vr77ltJoaoxUsYK0JP6nmXujWq8jL1SL7v2FjVu0lTWw6zOiK0qtfZfTbdite+ZF+reW0eb9Vh1fL/1O11zcT9z39VWraMPuzLaYT2IKlOwapV/31beuPb/+8Uxuia2dUD864ujWwlYr9oKVkfPeTPXnyehXO/NNRvU5+cdtf7LwnzzhYKQphJsalOXuhFAAAEEEEAAAQQQQACBuhcwbrO+6cHnNPqCX2vlhuQVq48/tUTTzm2hqu+/NBs644n3zEDUCD2Nlz0UdQtDjeNjB/dQw2bttGDtgTqk0z7mec/8eYqO+fUp8c7v3LnTDE+N/6qqqpL+NOp4/tknNPjq29WyaQO9+vbH8XqsusaMGaOvN32rjz/7UlPvnqRp06bFv37ogWnqXnZs/FpLnv67WZfx+uOfX9SpvXvV/SAEaEH7NiV68rl/qUv71jr2Z4dqpxGmRhqqQUSKGMlb7GWMU4MSKVJdpWcr39LajzbrN7/uoY2bCm9Fp9HncffMU8Wt52iry56xzRtHdMboRzV+eL+C7J8xZOnGdZ/WDZJmx5ebd/ke11oPVtPtq2q1eOQN92jDujWqmD017RR3BqnpHnQ1aeZf9eryF1TxUGpdRkhq7au67PnEyljnClUraJ1x1zhNuCe6r6p9JW1dB6t/eDhTsPpf3XH8DNnX/faZOE0jfxHg0yNtUaPup9Rxzh/Ur/3/b+88oKK6tj7+H2AoihUQaWIDsURjbLE8jRjFFnv/jKJGfSrBFkVQQWCEEDUCEon6FBI19ooYsWHsiBpFAdGAKNLsRkEQBt469zLjDDLDBeU582WftVzOnLvPPvv8zvWu5X/23afi/v5MvIdh3Zu8U6T7XU9VuYaKx135EcJ5CWdT+WhoJBEgAkSACBABIkAEiAARIAJEgAh8PAIsY9Vv0wm4OX+J62nK6YwHfz+ODRMNIX2VzgUYEpGJRYsWoagkNVIi8YXbIndIpUUolErhJ/HB/IV8UllhoRQBfj6QTG0LXWMr7EiyRWs7S+7a4a2r5cLq8d/3ywXa0tmqXXr04eyZGDrNbRVqGunibFya3I/Ml6KwGrjSH+vXr1cSVtt3fpuVejLqIOeLtaCtpzDAqZcw+JlR8JmdgSE7J6G1bMSVMDgHxHLfRD2mI2xWSb3WMvqzD/rBbcsDiGCNMUEecLJgo7IQtWgTMFv2XX0otY1EuHf/Hk5fuIw5E/vijVQEka4YYrEedETKAhyKiyEtkkIHRSjIf43QbcfQtVM72DawxfPX2nXGjHUdHXiv2YHVC0Yi/Skv/mdnZ6GprSVe5hXBqq4YLv47IJk7Fg+eaZ9wrGpf9cV6aGAihsu8JSiGCD+tkiDtGf/Dg5B9rXJhldVPZTVLF0wb9s6dK6QMABvEslinzF4iz2plAunGIAmMqhsjMe4y2IFX7PAqWb+icCqbtKxX/Nm1bo79Mdl1CTxLMmZ9grdgU7AEVg3eHmqlWLKVzeMTxNvEXTkP/9BdOHPs4DtiblVlrE5fG6fmCRCHn4dEwnqtOway52hsOEYvB9z2O+MzYY8w4b4r6C/xTirG9rLHtfvKrzy866Yq11DBoN/LvNQ61PgSzua9AqLBRIAIEAEiQASIABEgAkSACBABIvCRCLSwFGP5ppOYOepfOHsrRymK2NgYJWE1+EA63N3dIS3JWJX48sJqoUxY9fV+K6xKixCw3Bv+/27/jrB6aPMqODoN4uY6GrkXnl5eyM9/g9zXefyf3DyEhqxGt559ORuZGFqWsMp8eXp6yoXUVQESbNy4UbCw+lm7juWQf4Sz/itxGBawTjOH49qxcOBGxGPPzGMw95qDbua8TfaAAAxvXVb/BCAyGz3cHWGafRJro8wxc0JLPD4WiD/M52C4XKlVH4pdfX0cOHoe3dpYw8q8LnLe6EJsaMAJq0zrYRqR7LVxVhuAZfu+KShADXEhkpLTcTExA8P6dsedrPL0j490M6qYlq17xYZ98J09Arcz8zmrlITLGO7UFX+m5cPewgCeQbvx3dShWrc2tpay9lXfyAB6enpwsDDEt/OXcIfTh6yS4FZ6nuB9rXJhlWWkshqoiu38qSNcSQD5YVbzJ3HiqLrGMkVHObtwJjvDQ7gMV8WyAYr9ZdVYnb+Mr8VaOg5WEoCJrkq+w9dwtVc7l7K/cOoIV0KAzTvLjS9XwGq7upUqA8DmqCphdWaoemF17eBI2IS64yvuB6o4rB18FZ0OOKMdt3D2fT1OsPgcp2H3bPZUyUbEPF+El5wlZue8FN8PNS/BpGjfHo4nM2ETOhlY6Yu0sSGY2YEXb0dss8SaH/uA+yFIRUu4k4oxjvaISyvvwcLmrOgaVK1NIX5YYSLHhV9v2fGXxYePB47AyXvtStZZll3pGGS8ZHvxIdho1kOXoiECRIAIEAEiQASIABEgAkSACBABYQQcLMTwC4vG9BFdcSZRuZbq5cuxCHMWQ/r8L87Zqojn8uxS9l3x9f+ySgGwvlXTW0C3dlNsuNYArZryGavRuwLRq+9g7nPUoT3wWrYM58+dkwdsVt8GPwWvQo8vB3B9LKv1/2b/ALNaYkRfuSf3I/O1bNkywcKqzBcbu3HvWbT9rL0wUIjHXpd4tAwZhWZsxI2dWHKtJSRft+TGPzkejJ0Yixnm0WX0t4b5FaCH2xcwyT6F0KNmmNHnEf93yXghQTABMXjjPsyd8AXAMlR1DdCmSR1O6dERiRREVdZVjCKmshYVISH1GXJevcTaHafhOuWtOClkTk2wYeteuWE/ls8diTtZvLB6+fRhuE0dgRNJubCrb4DFgbvx3TeD5cKrJsQtNIbS+9qqkRl0xSwDmd/XmfOXsO3khNWK7GuVC6tCFlgVIqSQeYXaKGasljmmDIOqWFNefiFc16kXVkO+ioTNOncMtgQy9/hjxpl2CA3kRc/LgS642CUELh2zcWDOJmAhb/e2xSHkq6v4PMIZ7JHH7LfbLMXK4ebApXAM8c3EpHXu6HjBHzPSBmD/nNbcHKswmbdR024k8RmrNx+UL6xWZg0sVgmmcTHJ2jvx/2bJsQDjUhK/ok3ZfBiT9Uh1LuGghqMqXsqM34UknI3QO5bsiAARIAJEgAgQASJABIgAESACRECTCNjXF2N52ClMHdYZfyT8rRTa1StXsG7QNeTd3c/1h8YPhruHB/fqP2u+Pt5YuMiDKwPA+vx8l2HeQg/uGvsesHwZfHvHwrDREATdGgS7hnzaU/yREPTuP5T7fPjATnj7+CAvTyFj9XUeQgJXyLNamfjaZ4o/GpsbISomRe5H5svHx0curLI5f/nlF5UZqzJfbGzE8Uv4tK3Q92gTsN81Hi2CR8KeCaknQrAHozGtlxnP7OYueF1rCVeLkyr7gw5kQYT6cFo6Ggg7BdOFvC+hrZmFIRavCMNP7iORX1gMA0NDNLOpjW8XeHKviotkJ1jpcJ+406zWrPDBrfvPUCzNh3vgfni4TsDpWO06I6d1E1OEbo9G4OIJSMnmhVVWGpMJq2eTc9HY3ABuK3dh8tDPEZf8WChOjbHr3qGlfF/fFInQvKEpXBd6cQeQVWRfkzLzlNZEwqqALdYkYXXuf9QLq2v6r0dUyZpEX05DxDyZ0BgHxWvMxMkrBN92AhATjoHel7lRIlhhygZ3DLFi9pGw4T6zKwrfcRTzA4D5wW1wyXUT4CazUQ3zeiIvrCZklC+sVnwNpWMtFa+g+FXxKYvDW8ZvOarhVU5NWuFsBNysZEIEiAARIAJEgAgQASJABIgAESACGkegqTkrBfAHpgzuiFPxz5Xiu3btOjYM/wuvU3Zx/SF/9oG7x2JOSGXN13sZFrov5uqp8sKqF+a5LeauccKqxAv+A+Nh1Hgkgm46ollj/j+hf0YEwmkgf9B2xN5t8JUsx8UL5+Vz161nxR1C9WW/IVwfE1+/mrESTeob4fD5v+R+ZL4kEolcSPXzWYotW7aoFFZlvtjYfVEX0bq1wPfwcQsH58bDYfVwUwGb6QAAC7ZJREFUTgx9ejIUezASUx1N+bhv7oF3XEt8Wz+6zH6vcXwBAdbY2LP1ZqDbw1AER2RDBHP0cZ+BzvzZXipbM0sjLF31K8Y4tYdUVx+16tRC3/a2mLvIi51cxWU1cuUASjxwGcPfe3HMpHm5iIi+igUzx6G1hY76iTTsajUjMVwC9mKpyyg8eVWA3PwiHDl8CAu+GY7kJwUwMRbD1X87dkhGIPe18gFsGraUMsOJyyyS72uxWB+Duzvgu8Xe0NXRq9C+JmW8VvJPwqqA3dckYXXBphtqIr6OwL6RaLDRA8OssrHXxQf3x/+EOdzhVYrXFFxcDEe/LRbYGOIESyWb0valfW8ExrfD6S3AQm6s+vZnQirG9LJHUmZ5wmol1lDm2ioavwo+7/h+X7t3OQlnI+BmJRMiQASIABEgAkSACBABIkAEiAAR0DgCjc1YxuofcP6qPaJvPFWKL+7GTWwYcRtv0vk0qR/PduJKATDBjrXSpQBk3xWvrRyVBn0rJ4QmOsGhRFg9t/sH9B88ivNxYPdWSJb74XVevry+6uu8PASt+l4uvh7atx2jZgfBxkQfx2Lvyv2w8cyXLB5VcNt93kN+KXL/Ds4Xa9sjz6FVS/5V/vJbEiK+S4DDyqGwY8bx++B7owWWjuEKA+Bp9HrswzBMqXem7P6eJQLso7PYeMIMU8YAEasfoevcbqgr7+N9qWoOVtWw9tcItGthBdO6dVCtVk30aW8LPV1dLruRKars7X/2kdXBLSwqQkFBAY7HpCAr+wlib6Tg3xOH4FZ6bvnL1SALtu7VYYfQs4Mdxg/sgBc5Uly+nohunzWHgaEuthyKRXTsHcydNFDr1sYwl97XAd0cIDYQy/fVZf5SbjcmjxuOTz9tLXhfSVgVcBNrkrDqHq5eWP2xTyQabPLACGsAD6LgMjkTXx91RidkY/csH5zq4YmQUQqv7V8MR+8zbXFsQRuAffbMwHRufCl7pWtA+k4/7LhniRTbfsr+VPC8woTVnva4k12+sFrhNahYW8yKWdhsW7JeFv9mC4T/5AT22x27dg4dFOJXwQfXoRSPKo6l+0vxUnebCWcj4GYlEyJABIgAESACRIAIEAEiQASIABHQOAINTcWQhJ3GhAFtceK68mvU8Ym3sHF0Cgoe8fVPA47YYZHHErmQ6evthQXuSyAtlHJZrP5cxiovAjEBNkDiiaDJORCbdcWmO/1g37A+d+3YZgkGDh3Dfd63czP8/L/HpZiLcja1TCwQuNIP/QaN5PpYVutEt7WoX1uM09fS5H4UfTFxVfansJA/OV32N4tF1mS+2Pdf9p1Gcwf1YubbDUtCpFsSmgUMQlPW+eg8wlc+Rjfu+xPEBO8Hxk5BJ6jo5yoGMLtzMHFlY5IQGfwEnV27oC7zFW0C51HqY2lubYzD0bEw1i9GCztLGBnXQu06NWBczRD6enpITrzBlQMoKgakxcUoKChEXl4+iqSFSMnKx+O/8zByYE8kPnilcfehuoDYulkLDI+EU+dm+GZoJ+S+KUI1fR38Z18Moi4kYY4zX49X29bGYi5rX+vUrYGH95NhVkOM8N/2cJnIE8cNx6OXBdy+1jCxgjT/NS5d/0vlvpKwKuA21yRhdelm9cLqil6RaPiLB0YyYRVA+g4/jI9uhy0/O8HqQRRmTDyIRO6V/w7wP+GMz3EdK3qtRyTrc+qA/lEZb8cr2pe+diEcPZdkYKbCXOpQxt5Mxeie9kh5VL6wWvE1sJkV1zEN0QvbKPfBSjnWsuJXyUeZKROs3+XIC9ny/tK81MARzkbAzUomRIAIEAEiQASIABEgAkSACBABIqBxBBqYiOG76QzG922D49ceKsWXePsOwsY/gPT5Na7fZ1cduC9e+rYUwDJPLHBfyouYTFj18cR8d0/OlhNWfT0R6moI3dqfYmtyH9jb8sLq/g1eGDR8HPd597ZwuSAqy4aVZb4OGDKas2FZrTO9NsDEWBcX4tPlfhR9CRVWZb7Y2J93RKOZHSeTCmi3cdjjNpr5DUQTmXXiIfhvTuC+WfT9Bs7d6/JXVPQn7/4BSS0Xon9z3uzZ6TD8fOQRRDCD49xJ6FhSrlVVMOa1DfD0yWPs+f0MZo37AqamdVCjhjGqVzOEga4Ol7UqKi5GYTHwprAQr17nI/dlLl48f4E1W0+iW6c2aNK4EbKf83VKtam1sKnBhRv062GwjE6XUV0QsvM8Lt9IxpjBvblrCWnKh69py/pU7SsTzBuZGmHWvMWcsPr12OEwb9gMLwXuKwmrAu4ATRJWvbeqE1YFLOYDmTzY7oex0e2wbZ0TSjRctZ4vxqVijKM9Uh+XJ6x+oAC1yA2x0aLNolCJABEgAkSACBABIkAEiAARIAKVIGBVl2WsnsWY3q1w7GqWkofbyXeVhFWv7TXfKQWgWA6ACaOy7FDZ53VzqqkVVtmE5YmiVSmsNm3csBLUPt6Qlg1q4lD0JVibGqP/F61Qo0Z1VDc0gL6eDneCvA6Kwc4Wyy+UcuUVcnJycfBkHFIynqNP93a491j7apDKaLO1sxa8+QgG92iOA38kwvXrvlxf/H3lg9c+3g5VbmZV+1qvpj5ExSKcj73KlXpo4tBC8L6SsCpgLzRJWJVsuykg4qo0ycL2qT4Ivm0N1y0eGGMjbK4L11Mx2tEO959o78NF2EorbkVsKs6MRhABIkAEiAARIAJEgAgQASJABLSJgGVtPfiGn8UoxxY4eiVDKfTk1DSET3qIopw777Uknep22HO3N5o24E9n2hrsrlSntXStVpkoqyjSfucfjppGOrialCX38z6+2NjAzcfR2FZIStZ7Lf+DDjY21EMtI+Dk+Th0+MQagxw/gUnN6hDr6UAXIq6+amFRMXeg2JMXOdh7PA4xN9PQ5bNmkOpUw6u8wg8az//aWUvbWtyUa7Ycxbfj+3Cf4++9+F+H8cHnq4p9JWFVwDZpkrDqv+NjC6sCgJVhEnPjHoZ1b4r0ZySslsZDbCp3T9EoIkAEiAARIAJEgAgQASJABIiAthAwr6UHSdg5jOjpgCOxD5TCTk3LwK/T/0ZxXtp7LUdkaIPIVEc0si45wKmS3qobiHAz+dF7+5FNH7ApCrbWFpWM5uMNM6tlCLGoEFcTUpBwNxPThnVCW3tLNLaqy70ynvzgCa7eSsfaXefQqok12jjYokjHAE9faa/uIVIQwFo1rCOHfzP1mfwzO7hLm9uH3lcSVgXcDZokrAbs1E5hlT1s+nW0Rfbf2v2rjYDbpcImxKbCyGgAESACRIAIEAEiQASIABEgAkRAqwiY1dTD8vDzGNbDDr/H3FeK/X7GI2yemQMUKNderfACxfVw/IEjGliU1CCtsAN+gKFYhNv3n7y3H9n0kvW/w8ainMKmlYy1qocZG+mhYf2aSHnwEKnpj3A//TGyHz/npjWrUwMNrEzRyLoeGlmb4V7WK+TkS6s6JPL/AQh8yH0lYVXAhmiSsLpil3YKqwkpD9H1Ews8y6GHTOlbjtgI+EdIJkSACBABIkAEiAARIAJEgAgQAS0mYGKsB79fz2PIv5rg8MV7Sit5+SoHnVvbYvwnx99vhXp1cCrLCZZm/GvclW36ekBq5ov39sPmP3wmHqnpj2FoaFjZcDRinIVJNZjVNuJjUczYFAGPX+Qj4/ErjYiTgqgYgQ+xrySsCmCuScKq92/aKazez3qGNk1MSVgt434jNgL+EZIJESACRIAIEAEiQASIABEgAkRAiwmY19TDqt8uYFCXRoi8cFdpJQWFhdxJ89lP31+cY5pfuRqGAI4fyo9JrWow1NdHkba/Py6AGZn8MwmQsCpg38t9KJVhIPogjzKF4ERAXn4hXNdrp7D67MUrNLaoiWe5RQKI/7NMiM0/a79ptUSACBABIkAEiAARIAJEgAj88wjY1NXF+r0x+Lq3PS7cTP/nAaAVE4H/pwRIWBWwsZokrEac+0tAxGRCBIgAESACRIAIEAEiQASIABEgAkSACBABIkAEiEBVEvgvubomio/mQksAAAAASUVORK5CYII="/>
          <p:cNvSpPr>
            <a:spLocks noChangeAspect="1" noChangeArrowheads="1"/>
          </p:cNvSpPr>
          <p:nvPr/>
        </p:nvSpPr>
        <p:spPr bwMode="auto">
          <a:xfrm>
            <a:off x="130175" y="-2651125"/>
            <a:ext cx="10839450" cy="60102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data:image/png;base64,iVBORw0KGgoAAAANSUhEUgAABVYAAAMACAYAAADPPjzCAAAAAXNSR0IArs4c6QAAIABJREFUeF7snQd8G0Xah//qzd1OsR3HTu8V0iC9ACEhpNBrgKN/Bxy9E/rR7gIc5eDg4Dh6gOSoIQFCekhPINWxneYSN7mr6/vNrFZerVXWtuzYzrv8TCzt7uzMM7OS9eidd1RzJ/TxIsymUoXbG519KkT5Iq1dXJDrtUSbbHYXnrp+QnSgUylEgAgQASJABIgAESACRIAIEAEiQASIABEgAkTgJBKoW2Y9iVdv2qVN5yf4T1SRWI0MMaKnJbEaGSIdQQSIABEgAkSACBABIkAEiAARIAJEgAgQASJABCQESKxGYTi0RHRnFKpVb58jFUZiNRIh2k8EiAARIAJEgAgQASJABIgAESACRIAIEAEiQAQCCJBYjcKAILGqAKIKoFQACjjRIUSACBABIkAEiAARIAJEgAgQASJABIgAESAC7YIAidUodBOJVQUQoyBWSyrsOFTiwglbIuo0iVCbk6HWxYDl0fW466CylUHrtCJZV47u8R6kJuqhUav5ftqIABEgAkSACBABIkAEiAARIAJEgAgQASJABIiASOCS5zaGhfHJfWMjwiKxGhFR5ANOmlj1LdvlRf36XaogFjGiV2zjqQB25lXjQF06DGlj0T2rFzJSk9Ep0QKzSQedVs2XDnO4PKizOVFircGxwjIcPXIEtoJt6KbOw6BUwKTXQq2OSCJyZ9MRRIAIEAEiQASIABEgAkSACBABIkAEiAARIAIdmgCTriRWgVaJVmxRseoFRHHq9QIerxf8X4/wrEqlhkarg8lsRnlZCWJM+gYDO6JObKNiNbugGtsqeqPrkJkYPjATfTKSkJJogVaj9reRK2WvF1Kh7HJ7UF5Rh+yjpdi1/yjy961Bb9Uu9OmsgUGvgZpCWDv0ix81jggQASJABIgAESACRIAIEAEiQASIABEgAqEIKIlUPRlidexXX/Eqb5w3L6DqoZ5vag+bzk/wn6qaO6FPfbhmkBJbw6E1V6xKxSlrQih5ajCZERsbj8TkTujUJRWpaRlIy8hCarfu/PdLzh2DWHPHEKsr9jhRlzkfE8eOwMj+qYi1GOF0ueFyeTgfZpWFjhe7X7DDrL+ZONVq1dBpNaipc2Dn/nys37If7ryvMTKlGEmxxgA529SBSOcRASJABIgAEWhLBH7YWoj3VuYFVGnh9Cycc1rXqFaTzRJ58Yv9mDU6FcN61P9RJr+I0uPE895ensN/vf7snlGtb7jC2DW3Z1vx3LVDEGvStch1d+Za8exn+/xlTxve2d9G1mdHS2ojtllaxgMX9efcWd1/2nEioM7SslukMW2wUCnDYJyiUWXGesPeUiy6fCC6d7I0KLKqzon73t2NEb0T/H3ZGmOruW0TXzOSYvSK74FgrzNmgyYkm+bWUfr6kJFijvrrWbTqR+UQASJABIhA+yLQVsUqoyiXqNGWquwa7VKsBpenXng8POCS2UDodHroDWbExsnlaSZSu2VyeZqU0jnkaD1rdI92L1ZtDhe+z05ExrgrMH1MH2R0TYDd4eRS1ev1wsNYhVXpglwVflRcrhoMOhQWV2LlxoPI2fYdRph+R2qSEXqtplUimtvXywvVlggQASJABNorAbmkO1Jcg0Uf7sHt5/cJK0Ab214lwlQq/UQRGO46TIj9dqAsomBsbF1P9vGM1bKNx3H+2HTotWqIAm7O2DS/IGL9xrZwAjwYH7mIDlb2yW5/a1w/mJxmbEb3TYrauBfHc6gvKlgdNu0vQ1qysd2MYfb68MIX+3HPgn5+WczG2be/FeDuBf34eA22Kf0yINp9z/qAxGq0qVJ5RIAIEIFTl0C4aFRx38mIWBV7RJSp4mN5BGtze65diVWn2x0gTzVaPYzG0PL0jusWYMXmwGgTpcDau1hlUvWb3K4YMuUqnDWuN4x6HWptDni9Hng9XngYiCB5ZaV8/NHDLHKVRbCqVTxdgsmgg8vj4XJ114YfMVi1ARkpJuh1JFeVji86jggQASJABNo2gVCCidU6mlGgkcQqkzP//C4Hj142EE98tAc3ntszYmTra19nY8H49KDRgG2beuNrx/ppW3a5X14xIfr8kv2494J+IaNmlYhVVhN52Y2vXfs7o7XEan6pDUXltgaRneL94HR7251YffV/h/DoZQP8447Eavsb/1RjIkAEiAARaBqBti5WWataIlJVpNWuxGplrR3Tz53vm7YfOfJ0xqisU1asfrk3DoOnX4+zx/Xm0ak2h1PIJevLJyt4VX8OgOB3D4tUZXtYyKq3PnJVrVbz/Ko6rRYrNhzA7vXfYIhmM9JSLDDoNE27E+ksIkAEiAARIAJtiEAowSSP8pJP5Q02fTzcMXKxKj4+VlIXIJ3ECMpIYlUuDYOlBJALQ2n9pNOQxbpMHJKCj345ynuHTfPPKazxT8eXHh8sCk5J22eM6IIV24uwK68CjZ0GHUxeRYpabYxYlacWCMVKHLry9kojjMOxaIl+YukYItVXGg09NCsegzPjUVRhC/jyoCUiVrvEG/H74YoGKTDE/pTXQ8nYYqwHZMTx1BryMStnwfpLfq9KUx/Ix2G4vgu2j5UvTS0RKq1EuIhVtu9/G/P9rwPi/dgpwRCQ/kKasiTUeJO3hyJW29CbDVWFCBABItABCLR1sUoRq5JBxsRqYyJQT1WxunKvE4njbsecSQM5vZqyMhS88Rwcq9+Fxq2BmrlPDYtABVRa34/KDd35N8B8zm3QGmOhVstX4arPu8oiWdUaFQx6HU8P8M2qP3B08ycYFnsYXZLMlHO1A7wwUhOIABEgAqc6AbnwECNHpflDlYqPcHJELlaZ8Ci22htMH1YqVuVSUS4e5deTS1ZpO9mXpUxSaTQqXDopg0fAyqc87z1aCYtRw/fJZU0kPmJd2AKbYr7NUO0PNR6DCclIqRCUiNVgU7vDsRLFnbSvWRk1NjeXfZFYRLufGK9I9ZWzFsWiXAK2hFhlX1CwTRptzB6LY4j9LpXakcaWyLpXakyDMSuyCHcfhhvXkfqOlc/Oj3bEqnh/jOydyFNbBPtCJNx4k7KVv36RWD3V3+Go/USACJxKBJTkP20uj7YsVinHqqx3Saz6gKgAm92Fp66f0GD85xTWYm/8ZbjkvAmIMetRXWtDwavPo/T9v8Oi1sFoB7QxHuhiAX28F7pEFfRJblgyvKixelDe5xroz10EvV7P86qG2tg+jVoFs8kAh9ONr1ZsBfb+G4O7upAYa+SLXtFGBIgAESACRKC9EpBHobF2SKPBmOh84qO9+POcXgFT7qWChZ0T6RhRXrLFq1he1GBSlZWjVKzKJZi8npHqJxWvYvSfKHZCCSSxj6WyRgkfse1Ky5ePJbnwEvezNn6x9jhuPa930NyWocSqNMKQRW9Kc2MGa4+UVc+uFr7gUrCIYiUs5GOluf2kpL7BxmYwUd1SYvXMgckB94e0zev2lIYUq+HuBbmMFO+dSPdhebWjgRhVei6T6s0Rq/JF8qRjTyz3rvl98dKXB/yvN+EYROp7cbE2yrHaXt+dqN5EgAgQgcYRaCtiVWmt65ZZlR4a8bhQ0/+jnRag3aUCoIhVNjU/uFj1eL1YcjAdMy+8AX0zk1FeWQuX2428CyfCcPwIYl0quLvbodYDKgOgMgEaI6AxAVkjNFDHeJGzRgfn/TthibFAq9XxNAJ8QTCWOoBlDmCPeXJWFZenGo0a8bEm5B0vw4oflyOr6hv0SouD2dAyqwFHvHPoACJABIgAESACUSAgj1iVT8MNFsEqFzHl1U6eH1Ua5So/pmuiiUfYsZySwXJOik1RIlZZHYPlV5UKT2m7pFOf5cik06qZ9GUyhm0iBzZtX76QlvQ6SviIbZeWHyxSNFh3hlslPlKe1UgRq8FYR2LF6hisr9nzSljII36b20+R6psYowsqEpuSY1XkVVbt4F2VFKNvMOalfSgdJ6HGprweSsaWdHxKx5QS/uJYlI9rJeeKkdzRjlgVmYnpGqSRxKHqJY63Zz/bF/RVULxnKWI1Cm8SVAQRIAJEgAj4CURT3kZTrLZWF5FYDUG6PS5e9fuRWlT1+zNmTR6Mmlo77CyvqtuL4nkDkFxjhyPBhbK/r4Ver4NWq/VHpLLo07TvRqBbTzUKdxpw/NINiE9IhMFg8ElVr5Cf1QsweevxePi/XK6qVdBrtYiLMeLH9XtR8ttbGJRUhS5JFh7RShsRIAJEgAgQgfZIIJhgkko/JdJUyTFSsXr4RI1/SrycmRKxys4JFl0oTjO/bU4fvPK/g/68luHkTChJJdaLsVj04R4YdRq/RFMiv6TRdE0Rq8HyTMpZNTVilZUjLkwmZxOJVSTRFUmwMzkXzX5qan2bIlYbe39Lx4kYkfngxf3x3oo8/6JrrS1WGX+2ycc1yyespO+aE7Eqz+Mr5ylGzy+cnsVTAojytLEiX1ouidXGjlo6nggQASJABFqLAInVKJD2r0QfpCxKBeCDEiJi9cv9yZh24f+hW+dYlFcI0apsq7x0MDo7nKiLd6DixY2Ii42D0WDgYpXP2FepYPygB9LT1CjcZ0DBFeuRkJgEo1EQq2LUKvuXCVW32wOX2wu3x8MXtdJoNDxqtai0EqtWfIuuZd+hf2YSLEaKWo3CLUFFEAEiQASIwEkgEEqsilFpbOrwC1/sxz0L+oVMBaDkGGkqgIIyGz5bczSoXG2MWJVP8RVl5txxaVi6Id+/cnmk6FB5PlZ5N8inXcuFWSQ+0raLEbGR6hRsqrq8XtHIsSpvW6R6hdsfap9cxkWzn5pa39ZMBcAkocg5NcmEgrI6f/qFcGI1XNuCjVml/MVxJO37gd1jI97nzU0FEE6simPkurOz8No32f7Xm6aMNxKrJ+GNhC5JBIgAESACjSZAYrXRyBqeQGJVAcQgYrW00oFN2rmYe84k1NkdqLM54fV6eERp7VVDkaq1odrsRvWzW5CUmAizxSyIVcGrwvVKV3TtrEFxjhYnrt2EraUafFmnQVW1UJ/CE2rU5ZfiwfFmTBuQCI9XxaNYuVyFCnq9FjFmA1au3YW67a9hcJoWnRPNlGtVQXfSIUSACBABItD2CERKBcBqLJ+OHiy/Y6Rjgi0mJV2QRiSjVKyGkoqsHvmlNozpl+SPegvVhmUbj+P8sen80ixNgXxaNXueidBgC29JpW5j287Kba4wYmXIF/BSIl5DLYL18rKDAQtrbc+2BqzSLrLSa9UNxoN08apILMQ6RqufIvWtWF9pTt/WXrxKGn3Jpq5LIzLDidVgbZMvXiUds0ruVdb2cONa3u/svoiUGzhS1LA4VkOJ1UiLV8nHVKTxJh+rlGO17b3vUI2IABEgAkQAILEahVFAYlUBxCBidUuuHYZRd+L0Qd1Raq2By+XmwlSrVaP2mqHIiLehyuBG1aNbuVg1mX1iVQUuP6ue6oxOCWpUFltQfvNanPtBDRbOTkXOwRLojWoUVwIGoxu/73Pii6uSoTPo4YEaLpeHC1YmcBPjLdi1/xhy176HnobDyEqNh16rUdAgOoQIEAEiQASIQNsiEGzxKvlq6aIYkS4+I5VDYovkZUmPCRZhJ+ZUlC+WFWpxJCm5UAslMckjlYTSc8Tric+J9QsV/cdSANTahVkx0rYEm17c2LZHEqvSa0vbILKKlF+VnRMpx6pYrth+9lhcyCoUK/Ec6X6zQRMQfRyOhXh+tPopWH3k/SXNl8v2sfHNZJtc9LXU4lWiWA3WZ5HEKqtvMNbB0ksouQ/FFADBxrWS+zxYKgAp32CvHcHKFevKxrN8MTvxy5U5Y9P8X46EG2/hxiqlAmhb7zdUGyJABIgAEagnQGI1CqOBxKoCiEHE6nf7TThtzp1ITbbwRas8LFpVpYJOq0HtDUPQM7UOpV4Pqu/fhsTERFgsZqjVarA0qCxytXrlUzDsWozynn+C+ow78dUfTny2rRLnDdDh/EE6qFVqLD4Shw17ivHR2QaYLbFQqXVwutxwe7y8DJZn9URpFbas+grJ5aswICsJMSa9ggbRIUSACBABIkAEiEC0CESaCh+t67TFciJFq7I6n8p8mtJn0RarTakDnUMEiAARIAJEgAicGgRIrEahnyOJ1cZeIlx5DcqSrbUUa24oBSMuxxTkgEbVQUkDg4jVpTnpmLHgBpj0GlTV2HguVC1bWEqnQfWf+qNfPydOOD2ovmM7EhOTeCoAJlWZfGVS1O1yoqa2Fg67AwajAXq9AXa7DXa7nS90pdUZ8PRuJ3YfLMSrE02IiYmHWqODw+XmUassPNZs1MNmd2L96pXQZH+Mob07ITnOpKRFdAwRIAJEgAgQASIQRQJKcpFG8XJtoqhgeXGDVUyc8s72SaOC20Qj2lAliFMb6gyqChEgAkSACBABItAuCKjmTujDlnoPufGFjlp4iyRWV2zOU1yDGaOy0JjjpQWfNboH2pNY/bpgOKadOw8GnRo2h5NPz2f9xcRp3QOT0DfrOIyxKlgT3PC6AK8TcDsA1cg7oB93Hyy7PgD+dS+sF70C9bgF+OqgDc+srcZd0yy4MN2AH/c6sdNlx/78ajw5TAVLTDw0Oj2PVmVpVtm1DHotz7m6fu161Gx/Haf17crzrNJGBIgAESACRIAIEAEiQASIABEgAkSACBABIkAEOjIBEquS3m1vYvXHiknoN2w0dBpmv72wO1x+2an5/q9IL/gUmf2d0KV74akGXDVAtdWA6lo7vLccQfy93WEfBThWApp38jHklSMYMTAZOw7XYPOViTjvjSO4eEFPbNh/DA/0VsNgioHLq4HN7oLb7YFepxUiXz0eHDt8CAW/PIdR/buia7KlI98z1DYiQASIABEgAkSACBABIkAEiAARIAJEgAgQASIAEqvtWKz+ap+G1B5DUVRSAZNBB6NBixizHjFmA0zOcri+fgienA1I7uaFm0WrulSAxoy4URdBM/l+OH/5EO4PnkTMtDHwXvUf/HTIif/7zwn8ZboO14xLwYe/OfHh5kL8abQOE3qaoTNa4HABVbUOLmfrbE7U2p3olBiDGms+cr5/EqMHpCI1OYZuLSJABIgAESACRIAIEAEiQASIABEgAkSACBABItChCZBYbWdi9frzhvlrnBczE1mDz0BhcQWMei1MRh1fOCrGYoDFpINO44XX7YBK5YVWpYZWq4FarYJGo4bJaOJ5VVk+VZZXVafTw2Qywel0wmG3Q6fX8zyrNbV1qK6uhVelgVelRZ3dg6oaO6rrHKi1ObhcTUmwwHoiD5s/fwxDenVC5wRKBdChXzWocUSACBABIkAEiAARIAJEgAgQASJABIgAESACFLEqHQPtIRXAXe9n+6u8a83XGDRwAA7nl8Kg0/CFpFi0apzFgNgYA8xGHbT536Fbxd8BqACtCi5jJqriFkCVfh7M1g/h/eMt2LvcCE/vy7AhbxmW7fgHJva4FrOGX4Zlvz+HTQc2wmCpgqY6DbOH/wVxhixU17l4xGoNF6sudEmyoKSoAL8fOorhYyajc1p3urWIABEgAkSACBABIkAEiAARIAJEgAgQASJABIhAhyZAEauS7m13YnXdtxg+ZBCO5pdCo1bDbNIhlonVGAPiY02Isxhh+XUcTGOuhNqUDGhjAW0yXLteR0mPN5Gw5Rxohl0K3cZ/oXjyejzwv7Nx3tk2/LLaiYdmrMeiby7CrEmdUVVVi/JKO/bmOnHV8LdgcwI1Nhdq6hxwON1I7RSL3EP7kZ1fgWGjJiKlS3rIm6a6zo5SazXqau3QadU8J6xXsnwa/9Xrhf8pL8seK/yITwr7vP7zGu4TLs8W2Qo8RyxHUr6vptI6RLrj9VoNEmJNSEmywKjXRTqc9hMBIkAEiAARIAJEgAgQASJABIgAESACRIAIdEACJFbbsVjdt+1XDOzVHaXl1Vxwxlj0XKzGxxqRGGfmkav6n0bDPPYywK2C69hm3toy9ZmwpV6E2JKlMOX/G1WJF8De/WqszlmKrUWvYGDCZTh7wJ/wY+4/sCf/F/RNT4DTBWz4owy3jnsPHuhhc3h51CoToymJFmzZ+hsq7HoMHnkGElO6BL1VaursyKuqwow+cegSo4dWE/6OUiI7JU62QWGRzg95brhCAdicHhw+YcPGA+XondEJZpO+A740UJOIABEgAkSACBABIkAEiAARIAJEgAgQASJABMIRILHajsVqcX4e4lWV0BnMKC6v5hGqsRY9EuLMSIw1CQta/TgYprEXw3V8Pw7EPwOdTsdzp7J8qkajkedYdToc0BsM/DHLr2qz2WAwGPhPXV0dnv31bCRoErH/eC1uO+NfUGlMsLm8qKy2Iy7GCItRjWXf/oDk9H7oM2gkYuISgkhOL44UlKHv4HgMidFCrVJwY0rMaATX6S8s4DilJ8mqEknIssNZ9Q+csGFXbi0y05KgYoaZNiJABIgAESACRIAIEAEiQASIABEgAkSACBCBU4ZAuxCr08+dj9S0DKRlZCK1Wyb/PSmlc9BOmjEqCys25zWpA9tbKgCXy4nju1dj2NCBOHy8DCaDlovOhDgTj1w1GrSw/NAPxtNmwZl/EHnpbyMuLo4LVCZXkfc+LKVLUZFwHpB5FVYf+hg/7/8vJvS8GNP7X8UXsPJ6PLj7yzEwueJwpMyJOye8A43ewsVqda2DpwEoKsrH9z9vxODTxiOz1wDoDcYA/l5mKr1e7Nh/HNPP7oZeUEGjjtxFYb2oAmmq4JDIlZAcIS2PadRiuwdLVh1Hn9QYxMYnNqosOpgIEAEiQASIABEgAkSACBABIkAEiAARIAInk0ChtRp5hVa4nFrUVpahhKV7NOlhsmjRPzMVCbG0OHmk/mnzYtXpdsPj8eXhZCvaa/UwGs2IjYtHYnIndOqSGiBd77huwSkjVpmwzNmzCeMG90CptQa1NicS40xcrrKFq9hiVrHfZsIweDI8pcdwuNcnSExMgtks3BjOTTfAdPqdUG2+B8X9/oOX1k/H2P6DsHr7UTw0YynMFgt0Wh1u/u9wqKvNXCTeNeFd6I0xXKyyvK6dk8z4dvlKlNaqMGTkmejUtRtU6kBryuSsx+vBzgOFmDqzG/p6AKc7UHsGlaDy3KthRrM0J6t4WGPEqpIoVenlWRNLAHzz03H0TjUhNi6xQbsj3Xy0nwgQASJABIgAESACRIAIEAEiQASIABEgAieDwI68QhwvdGD2qHgMz4pHvEGoRYUd2JFXgc9/3Yt+WWkY0pMWKA/XP21erNZLMt+SRT5b5mELHHm9AdJVp9NDbwgtXcNFurLrtLeIVVbnmqoKuEv2YGD/fjhaUMbzfcaY9LCY9Hwxq7ilSdB26Qmtx47cIasaiFXL0NOBlc/gyOkb8Nq22RjRozeqamqx63AhnE4vXC4vrAUq2Go9qNOp8Og5/4HBEAM3NOiaEgNreRne/+xb9Bo4Er0HDIclNr7BeGNi1e12YVf2CZ9Y9cLh9h0Wxn42XGIq8JxI4rTBoliNeKVqULbsCa1GhaMqYOXK4+jZxYC4+CSoNRGSxjbi+nQoESACRIAIEAEiQASIABEgAkSACBABIkAEWoIAk6pJXgfOn9gdO/YBq/YxmSpcaXgWMLl/BbKy4vHBit3Qa00YPbh3S1SjQ5TZbsRqONqigBNFmiBdAY9H2KNSqaHR6mAwmREbK490zUJqt+486vWSc8cg1txwIaKI2TODHKDiWTijuKkAm92Fu97PDijU43bjaPYOTBjWHQ4nUFZRy/OssmhVCxOrX8RDEx+POnUCYr1V0OgN8JqS4FGZoBl6EaD1wLvhLRwe+jPe2DEHA9OzUFFpR7nVicoqB6pqnDh+vBY1NS7EdDXj7sn/gkZnQafkeHRKMOOt9z9FtduAQSPGoUt6JjQabYNGszoysbr7UDGmzeyG3m4mViNpUV+UcgiEkcQnO016TLCI1mBFh65V4B6dRoVstQprVhxHz856xCYkBW17FEcAFUUEiAARIAJEgAgQASJABIgAESACRIAIEIFmEWDT/7fuK8PDF3bH0o3Aez8ACycDcyeDR60ergAWf8IEawUmj43HI//ZiOmn9UX3zknNum60Tn7/6WtCFnX1Q/9u0mWkZUrLCPW89CIdQqw2oCZ1miy9p0+xcdkaQrqazGaUl5XwaE/5FlGRnkSxyupqq6tByaHNOP+s8ThSUAq7w4lYi4G3Jea7TMDrgt6ohdpggcoYD21KNyAmEUjoD+jdqF77BUqG/YA1uR9jdc5XsDtcsDs8cLu8cLJcqnVeGLVazB49Ef3MC5GQlIgBvdLwy5oN+P7X7eg/ZBR69B0MkyU26CJOTKyyfLC/55TUi1WXklQA9cdE0rDBpvKHW8gqUnnyMcCPl5xk0Knwh0aFTT8eR49OOi5WtVpdk25gOokIEAEiQASIABEgAkSACBABIkAEiAARIAKtQWDjvmMY1ycWsMVjEReowN9vBJZtAhetc8cCk4cDcxdV4I65rEZWbMouw1ljRrRG9UJeI5xQzeo/nJ83acHtTa7jr1+8zM/N27cDTK6y6ykpt+OL1XBIfaJMOuU82OrubV2ssqn25aVFiHcXYNIZI5F9+ARvNc+1WvM19OvvgLu2FoAWapUDXksi3C49NFobXJZUWA0LoB98LWJiYuB0ulBbWwu3W5ir7/YwuermsrXW5oJWp0f/3unIzy/Eq//+Euk9+qPvoJFITO4Scio8i1Z1u1x+sdrL7YFDKlZD5lI9iIfO34Ber1+Fa9JFsXkQD8/dgF7/uArXdAuMSpV3db1sDZlUoP6URuRzZScZdSrs1GqwdfkxLlZj4hKg0/sSkjT6Nj6IN27cj9H/nI3TGn2u0hPYNdah2+MLcV5Xpee0xHGsHsvwi7/oFFzZonU6We0+WdcVwco5A73mXotnZ7bmN4wnm0Fjx29DZhhzPj67tk+EgtpyOxu2acrNd+Nm4W+ORmyt8RrViOooPHTruy/it5Gy9u74Bhd9nYKXH0nG0hZ/3VVYUTqMCBA6Hn4HAAAgAElEQVQBIkAEiAARIAJEgAi0IoElK7Lx9LW9sXgpsGojkNCVTf0H3lsFWG0VmNsf+Pvt8Zj3eAUSjHlYfNMwXLP4E9x+2UXwqhSsRN5CbRHFZ7DimVBl+5sjVlm5UrmqRKqyc05tsaqws9u6WGXNYBGhRcdy0C/FgxHDBqDgRAVPRqDXqeB22uFw2MAELJONojxW+RrGIi1NJpNvUSuWV5UtGCYcy/51uNyoszu5ZO2cFIfS0jIs/teniEtOR9/Bp6FzakZYqSgVq9NndkNPtwd2Z+SYUa9XlKhXcokqbNk+sXolFrLnZMUETP+PcImwu4PslD5l0quwQ6vBNp9YZbll9QajwhElP6w1pEVbkT+yejDJ8QZwX4tJ5ZPV7pN1XXFsnezrs3q0hTo05paU17cMXz/5Lj5IjyRX23I7W/t+awzvVjiWvb5s6xcgx4PK1laoCl2CCBABIkAEiAARIAJEgAi0FQJvLNuNT+8agnmPA3lWNg1aqBn7leVWXXxTPF+8auH9OwAjkPvxJJx+2WK89PhtJ1msvo9JC65ugPHXL4TnoyFWpXKV/a5E1JJYVTCy24NYZc1w2G0oPJqNXslunDlqGCprbHC7PdCoARVPgeCBmi1nz/PO8v/zf9lzGo0GarWGS1e2KBj7YZsgVgXJyhbGyj6Uhzc/+AqWhC58sarUbj2gN5qCpgAQ0TLpy9IBsFQATKz2cHngcHr47nBy0+vNxsPzNqD3P67EQhaxyjfhuV7ic95sPDL/G3zF9yXj7levxNX8WPb8BmAisHR1KQZffiVuPPoB/rwawMRZ2Hm7mHg5G48t+BZL2Sns+duE5yNpX5NejZ16Dbb9IESsmmPiYDCaFIymYIdIxapPhMxNwQdL9/GDpZGGBd+/h9uXlgDoL5GRkqg0f4SdUA7GAL8cB3odK8Eh36VbP3JR2ma5hBLbfgbymcQ6JhwbWMf69vWaOx7dl+6TRN4Ga3u467F9PmEWcC1wiXbsPF90mz+qbSxSuSAUo2ylEbbB2sKigs/Escfqo3JPDu9wsi98e4Qx098X0ecbQ5tKeJ9cUPAuntsE1EdyhmLAIqOl+4IxF6Jng4/pJt5KzTotGLNIbSgNiMAW+loYS8HHcrMq2ISTQ91vYnS8/P5JDnEfsOhOacR7w/uOCcslqWJUdBChKxOcTWhME06Rf2kV5LXWHzHfXtrUBAx0ChEgAkSACBABIkAEiAARkBD462e78cODQzDlAcBqZUK1gsvV4f2Br+6Lx7JfK3DHmztgtVmRwMXq+Vysvvj4bcDJjFj99n1MmhVErPqe/zXE/sZ2PitH3IJdT14eiVUFhNuLWGUylMnVE/mHYXadwLxzJnCD6nK6mEOFWsVEqiBTRanKd/BNUIni9HkmYdkzQoQroFWr8eOq9fjfig1I7pLBc6qyxaqMJktYqcrKbChW3f6IVXnuUml3eHEQj8z71idNpXuYQL2CC9RfF7+MN7tfiY/mJwG/fY+hnyTj65dGIxPZeHTBtzhw+ZX4eGw2Lv3zBvS973YsSv8Nl91WipuXzMQEAGteeRkrx92Ox0eV4j93fw/ceTmuTAsyKGSm1WRQY7dei60tIlaX4RdRkAZEdMolgVDP+ggsJq/+B1wvSq1lOOKf/t1WouoC68Gl2hYm8ZjAFLfAdkqFjSDh4E8fELzt0v6L1O76a6WxsgvO5NFt7DqvYA6fOh8gjBoIV7lsEh9Huq6CF55mHSKVp0JB4hTw8O2Rjxnf4xEH8MBja9GdTSPvuhEPPFaCC3iUsVKxKu8TMfVF8DHdrKY3+eRgfSYIYb9wDzpGI0nslk7zEa7B4e+3YPfP6dvr74P6scIEcv1Yj3QednyDB74uAU4Pcg81uX+admJAhGpABGsgm/bUpqaRoLOIABEgAkSACBABIkAEiIBAYPHSPXj/zwOx6L0KnlMVNharCtwxNwG3XxyPxHk7ffGrVkzun4D37h+Oi+/9Cvffs/CkItz50/sYNq2hWGXPi1uw/Y2ptLQspWWSWFVAuL2IVdYUJledDjvKSgphPb4f40f0wuABvbkk9biFKNGGclUUqpLForxevzA9fDQfX377M3Lzy5DWvRe69+yPlM5pESNVRbRSsTpjZjdkOplYFeoi3wIXnGJRpxvRyydRhWOz8aj/Ocl+LkOZTN2Inq9ejqvT2O+b0OuVy3FVWjYeu6Dh71emZmPRhd9hmaQS5993GxadHqFeAMx6NXYbJGLVEguDyaxgNAU7JFIUlSg0gk1NDiXQwgmvJlYzKqfJ6yuJvOUSWYjSBcTI0EjiTpqvtV4e1lc1hPQKdi1sxANvA7c90hdbAgS1UnkqvVZbEKvBcupG4qmkreHaGWZf0P5VOt0+KoMvQiEKxKqiMQowsdhwLLdGG+TXkN1vATljQ7x2MHEe9j4Ic55PuOPd95A/sj/Wfy2/n04CA4lMDUwDIB+rQV5LJF8itKk2nQSMdEkiQASIABEgAkSACBCBjkNg1bZ9mDIslUer3rHYCvYfi1idPDyBR60u/iTPL1sX3zEcWQnAx+s24NLzLoRXpVEEItxCU2xhqKZsO9dJ7U1gCcPOPL8pRQacs/On+vKHTTsf8sehLkBiVQH69iRWxeYwmVlZXoqi43nQOkoxYmAPLliNBr2CFoMvXnUgOw9rNm3HHwePISYhBWkZPdG1WxbiEpL5IlbBFvoKVng4seoXqUFzmkokqj+KNBuPLPDJVi5Phd+v8onVx5hYfcUnVkWZmpqNxy7chJ4vC5J1UZDfA6JUI+UBEMWqsbXFqkBXiNpM8aUCCCXw2rJYDSL8QkaCNkYEBht9QfiEvJYv4vc8UQiJaQCUyEZ2bRKrIRkUigsGBWMqH9OKXqJa4KAgY6VQEp2rdIyGjWpugWqHLVLaJnn0bajXjkj3QYTzrj8Tx94uxVz+BcV6pF2fgiVc1Eqj0luTgxjJL9ZLrIeS+1V+bltpU2vyo2sRASJABIgAESACRIAIdDQCx0srsGP3EfzfhUOw9IfDWMREKoBFl2Th9oszkThTEIx3XJKFhXOz8NSrv+KMcUPQI7OHYhQtLUEVV0ThgdL6SiVtqOelxZJYVQC5PYpV1iy2WJXNVouK8hIUFxyDreoEOsUZkJHaCZ1TEhETY4FBr+ME2AJT1dW1KCmzIu9oAQ4dKUB5lQ1xiSk8OrVT125ISOrEp/6rNcq+oRDRet1OXv6uQ6U8x2qWww2bU0g10GATcxHw5AS+qFMegSpG1QrRp4I8BVa/8greyLgCH81LAjb/gOGfJuN/L4xCd4gy9TJclXZIkKmLL8OVaYfw+EXi7+X44J7/YvmZV+CDuYmBVQkjV9kui0GN3406ngqgZyctzDGx0BstCkZTsEOURqyK50qn/AuyZP3p8hXf26FYFXMw8mi/Et90f1n7wu0LSj+EWA16LUHwLS1IwZHUM3gaALaFnjovE1UBdWurEavh2qNUYoeRdaEYMLEagrnQbdIx3cTbqNmnBWu/JDWCdBp5uL4OeVyzK9iEAmRtkopiX67hhq8dvvQi6C+5Dxr2ebDzeAqNLfCnAAh2PzWhEc0+RV4vocD23aZmQ6ECiAARIAJEgAgQASJABE5pAr/uPAS4tFh4TiZWbTyMpRut2LFPSAkwvH8C5o5N4BGs/1iyFia9CVOnTD2leYVrPIlVBUOjvYpVsWlMatptdaipqkCltRSV1jLUVlfy51xOB9weNz9Uo9ZAo9NBrzciJjYesQlJiItPAlvx3mi2+Be3UoAs4BCPy8EXwdp1qATTuFh1cbHKNolH9Z9T7zTZwlL1ElU4IBuP8khUJkzZ40N47AJxOn8y/vJy/fNSmbrIL1OlYhVA/mZcecdG7OFl98XfPz2L516NtJkNGi5WhcWrtLDExEFvbOlUAJIpuNIpvVyWrPUtTiVOrW8o9pggZAsPnZzFlESi4SJsfVNxx/THlE0l9QtUSdsXbl/Agl7S60mm+HJuqF9wSF5egDALVoZ08SrZlG9ZWSeXdzixK53KrWQxLvlCVLKypdPeAxiEmGrd4Bix31nf9Il067Xg/hBT3IcHGQdh+1qyoJV8fLVg7YMX3XAcBOQ1DvraIY5r8csNVnIwQSt/zam/H8R8vmJKBP/jVm+/74K8nftwhn+hqg7QppPFkq5LBIgAESACRIAIEAEi0CEI2F0ebNy5D8ePlWHW+AyeSzU+Pp63raKigkvWzzfuRZIZmDppBqBuXIBdh4CksBEkVhWAau9iVWwii2Bl0/LZAlcsD6s4RZ/lZWUbm9rPolE1Gi10egP0BiN0bMq/Wq2AUuhDpKkApjKxahfEaqiFqwKDRb18Xa1ws/NDluM7qeG5YZ5RkAZAiFjV4A+TIFazWMSqJZZH89LWsgSCL3YVvWu2dPnRqymVRASIABEgAkSACBABIkAEiAARIAJEoHkEjp8oxubf/8CW/SWwFRxDSnICvCYjenQ1YsywYeiR0Z2kagTEJFYVjMGOIlYVNLVFDpGK1Skzu6GH3YU6hxAlK9/kEazhcrCycyXLbfmLkpYRPodrmObKKiL3rRajlsRqi4yWhoUKOWVLfDtkEaNRq4NvEaVjLVV+1CpKBREBIkAEiAARIAJEgAgQASJABIgAEYg+Aa+4yLgXULhIVfQr0f5KJLGqoM9IrCqAFOYQuVhlEat19nqxGiAtgy5iFczAClo1WIBpULEaaGF5gcGDUyXPBv+VnxvDxKqZIlabNzLobCJABIgAESACRIAIEAEiQASIABEgAkSACLRfAiRWFfQdiVUFkBSK1cksFYDNKUSshhGXYnGNijj15QSQCtNQaQJCilWZbQ2VGSDGqMEes15IBZAiLF5FqQCaN07obCJABIgAESACRIAIEAEiQASIABEgAkSACLQnAiRWFfQWiVUFkCKIVbfTjQMF5ZgwpSsybIGpAIItYCUtLphcDRltKsvHGimVQCTBGiobK0sFkG3SYfe6InQyeBETF0ditXnDhM4mAkSACBABIkAEiAARIAJEgAgQASJABIhAuyJAYlVBd5FYVQApzCEOhx0FJdWITTNgcDcz4m1OOFyCsvRP5leSAkBJhKssr0C4NANh16mKELlq1KlRYtbh8AkbCvYUontaZx61ShsRIAJEgAgQASJABIgAESACRIAIEAEiQASIwKlBgMSqgn5ua2LV4XShpLwGpZW1cDqDLwKloFmtdogpRousPvHom2KAyeGCS5JfVZCrQTYFElU8KzDiVbKclcJp/T7D669EWOEqOUpr0MJq1CKvoA45e4oAGFqNKV2ICBABIkAEiAARIAJEgAgQASJABIgAESACRKB1CXROjEGn5BgYdFp+4TYvVitsXtS4TVDpzTCbLTAajTAYDPxHr9fzH51OB41Gw3/UanW9+vJ64fF44Ha74XK54HQ64XA4YLfb/T82mw11dbXwOmsRo7EjwdxQo7YlsXrLP/9AUVk1+nXRIi1RD4O+vr2tO5ToakSACBABIkAEiAARIAJNIVBd52rKaXQOESACRIAIEAEiQASIwEkmUFbtxob9leiZkYwYs7Fti9VjVjecmji/TGUSVS5V2XNarZb/MKnKflQqFbxeL/+Ri1UmV5lYlQtW9hyTrCbUoFuSYJ3FrS2J1Yue24y+ndVI72SEm7fxJI8oujwRIAJEgAgQASJABIhAowg42SKetBEBIkAEiAARIAJEgAi0OwImgxbFFQ7syLMjMz2p7YrVshoXimqFqFQmTVlUqvgv+118LEaqitGqTKqKmyhWRbkqRq6K0atMskp/xOdTY1xIjq2Xq21JrE69/xfMG9cJKjaB3uuFtbIKNbV17W4gUoXbJgGL2YTEuIa5YstpnLXNDqNatRoBujdaDTVdiAi0GQIted+7PPTNeJvp6ChUxGw0Ij624d9PFVVVqLXZonAFKoIItCwBGsMty7cjlE5jpCP0IrWBEQg1lhtDR6fXQKNW4fP1xRjeJ63titW9+XZ4tSY+vV+MSBV/l8pUUaiKkapysSqXq9IIViZSRdkqla5aODAw3ejn2pbE6pT7V+GC8SnwOD0or6hEbV0dendPhU4TsZaNGSd07ClKYG9uPswmExLj4/wEaJydooOBmh1AgO4NGhBE4NQj0JL3vZvEaocaUHty8mEyMbla//dTRVUl6ups6JWRCoOO/k7vUB3eARtDY7gDdmqUm0RjJMpAqbiTRiDYWG5sZQw6NdQ6Db7eVIqebTlidUteHQwGoz93KpOroYSqKFW7d++OIUOGoFOnTjwlQEVFBQ4cOIDff/+d51hlUlUavSqVqux38cdut2FM75g2K1YXjO8Ej8ON44VFXKrqtSpU1NKUssbeDHR8cALHi4rQOyMVdQ4PP0B8TOOMRsypToDujVN9BFD7T0UCLXXfO5zCeyxtHYdAYfEJ9OqWihrfIq3iYyZVy6opp27H6emO2xIawx23b6PVMhoj0SJJ5ZxsAvKx3Nj66JlY1WvwzaZSZKXGt92I1c25dTwNgHyqvxihKo1UnTRpEhYuXIg+ffoE5VFWVobPP/8cH3/8Mc+jygSqXLBKH7P8q2P7tF2xOn98J7jtLi5WB/VMh7WW/lhr7I1Ax4cmIB9XNM5otBABgQDdGzQSiMCpR6Cl7nuni8RqRxtNBSdO8L/Ly6qdvGnyxx2tvdSejkeAxnDH69Not4jGSLSJUnkni0Bz36P1WjVUBi2+21SKzC6xbVes/pZTy/OoimKVRaDKparZbMajjz6KadOmKeqP3Nxc3HPPPcjJyWkQvSoVqyzv6ri+9XmSIk7eCXKAChHPUlRn/0EqwGZ3gaUCmHdmiiBWC4owqHc6rDUkVhsHk44OR0A+rmic0XghAj6xKnvNpXuDRgYR6PgEWuo90emiHKsdbfQUFJ3A4N7pKK3yiVXZ447WXmpPxyNAY7jj9Wm0W0RjJNpEqbyTRUA+lhtbD51WDY1Bg283lSGzaxsWqxuzq/1iVSpVxd9NJhNef/11jBgxIiQDll9VvlmtVh7dKperolhl/zKxeka/+hxJERVpK4vVuUys2ljEaiEG9+qG8iiK1dpaG44VFIOJYaNBENsJCTEwGvQ8vQJtHZ+AfFy1xDjr+BSphR2RAN0bHbFXqU1EIDyBlrrvnW4Sqx1t7BUUFWFw724SsRr4uKO1l9rT8QjQGO54fRrtFtEYiTZRKu9kEZCP5cbWg61xpDGyiNU2LlbXH6gMEKtM6kkF6xNPPIF58+YFtF8qUuW/s8fiwlZ5eXm48MILUVtbGxC5KuZgZWJ1/IAEf9ltTaye34JiNSf3ODolxyMroytv/9If1iO1cxIyMrpAp9W0uFwtPHIUxwuP4LTRZ/LrG7RqeOtKsHLtVkycMqOx452ObwKBlvoQ2YSq0ClEoE0RoHujTXUHVYYItAqBlrrvXZQKoFX6rzUvwqYVDu4liViVPW7NutC1iEBTCNAYbgq16J6z6K8v4qG7bvfP1JWXfu8jT+LpR+8PuZ8df9Md9+PVF54MeczCm+7E268+F7aMUK2iMRLd/o5Waa+/vwIJ8Qm4aPYI3q/SBd2jdY2OVo58LDe2fVoesarFD5vL0L0tpwJYt78CbMEqebQqe3zaaafhww8/5G1nwjSYRBWfF/9l0lQ8ng20t99+G6+99po/36ooVdm/bKGrCQMT/WzbmlidcwaLWHXiWGEhhvbO8OdyijQYrNYqVFfXCYexRrFgCbFxvt8Lisowc+oorPvtD5wotWLCmMHYvGM/0rqmCOeJUcCqQComkwEJ8TH8Jm7OjVxZVYX1v67A+MlnIybGghizHltWb4TDaMDQwYMiNZH2R4GAfFw1dpxFoQpUBBFokwTo3miT3dJqlerZxYK3v9+PaSO7tdo16UInn0BL3fcuilg9+Z0b5RrknyjC0F7dUOJLBSB/HM3L5eQe5n+S+/+MV7HPQ8LjXo9fh4OpsfzDdcCmN8Jx6RO+p4SIafEzFP/XF0Tt9f3Cn/L93T9kUP9oVr/JZYVrt78tvGH+/wmfFcVWy573MwjT9n69e0Cr00UluESsP6ug8BnV91nW/9gLr0fcJ/zr8X3WFZ/3P5Y9L7QzsFx2nbGjRiiuf1PG8A8r14TsT/HjpvQA6XNTJ4xWXLcmD5ogJzanztMmjW2SkFRa/yeeexF33nID9HoDnnpxMR65904sevZFLHrgbjzy1PM8KIyNBY/XI4wP9rtvzPB9fEx5+Lj5+zOP4Pb7Hsfrf38GN91+P958+a+87tfdcjdefWERv4beYFBaNX5cU8ZIoy5ABzeaQHlFDV5//xeUWp2494bxSE5O4AGKtIUn0Nz3aK1GzSNWl3OxGtN2c6yu2VvuF6titKr4L0sBMH36dE5KeAFhLyiB/4rPyZ9nC1MxYcuiUlluVraYlVSqimJ10uBkf0+0NbF6HhOrdU4cKyjE0D7Kxerx4ycQH2dBQpzF37aSskrU1tn8j8us1Zhy5jB89f06Hrk6sG8mNmzZA7PJiKQEYUEvJlGTE+tTJTAZ6/Z4kJQUD71OkOHN2ZZ/+zPSsrpi2OCB0Gs8ePy5xbjqkguRmp7RnGLpXIUE5OOqseNM4WXoMCLQ7gjQvdHuuiyqFe7V1YK3viOxGlWo7aCwlrrvXR5KBdAOur9RVcwvLMLQPhKxKnvcqMIiHMwE3XmThghH+QQd/1wEYP+00ejerXODEn74fQ1mbygTPj/5hh87XuXx4qUP1uGOK4TZYmyXKFrZ72/+dwnmzJ4dzeo3uaxw7X7m7dV44E8ThSAQnycWRCPw3LtrcO814/nzjW37+HFjERMT22gBFayRuZJ+485a5cWyVbswZ+Iw/rs0i50gXlVclortEf71PRZduE8cL1m5BfOnnc57UCznnU+/xmkjhiuuf1PG8PKVa/CXq2f5ZTarsxjA8/F3a3HxueK4YhWub88jL72N2TNnKK5bkwdNkBObU+e5582EyWxpMXH15F9fxJ9vvBZGkwkajRZud+BaKo89/SL+csu10Gq0XEoH2x5Y9Dweu//PMBpNvBzpxsq88c/34W/PPsz3sWMaszVljLDyh2TGR7zM7sMVEY+hAxoS+PbHrbB5EnEwtxh9MjU4d8pA3q/NCXZrDc45uflY/uvvYH7utEFpGDN6CPd0rN47d2dj/dYcvm/aGX3Rv3/PqEfiysdyo9rsBbQaFbQmHZZvLkVGW45YXb2nzP9tkChUGWS2YNW2bdv4i5nb7Q6QouwNqLq6Gnv37uWdkJGRgc6dO/Pf2T4mU9mPXq/n5dx1111YvXp1gzJYxOrkIb4ITUlQZ0jYrZxjdTYTq7UsYrUAw/p09+dyijQY8gtOIDO9M2ptdp5DlW1bdh7AnLPHhTy1zmZHZXUtPG4Pl6dMouYdK8Lo4f0CzrFW1iA21gKjwQCtVvYNeaSKyfZn79jBc+BOPWcyyqxWLH7zPfz5xuuVi9XtP2HSy9n+UvtdeBHemlUfgdywOjl4buFWZD17IS5ObWRlO+Dh8nHV2HHWAZFQk4gAJ0D3xqk9EHqlWvD2d/sxdQRFrJ5KI6Gl7ns3idUON4yOFxViWJ8MlFQKi1fJH0ezwUzQzZ40xC/ZWNmCEAX2Tw8tVs9dL4hVv9b3CL//7YO1frHKh6YkyvP5N97DFZdcEs3qN7mscO0WxOqEeqkqmEvOiIvVhROE6E/x6grbPn3SBCQkJjVaQAVrZG5eHs6bNNQ/a5BVkYtVLsmFugqRt6ogkbbSCOP6SYRiRO6SH7dgwYzThTHha9vTr7yLs6ZOVFz/pozh5T8xsXqu/5rCR0yh/oJYFYQ2H3cS/tfe8ySuvewixXVr8qAJcmJz6nzTwitbVAY77HY4HHYeTcrEKfMd0s3pYPuFQLFQYtXldPIZuMx56PSBEaksYpXtF6/R2IjVpowRVv/cvXsxZ+ZY3pRPv/gZA087zd8scd/uPAVitXA7bn7wEKY8cwEuEjIXRthy8fy1W5Gl9PjtP2Hqq4d8ZSbhJqXnRapGC+5/5tWlGHfmWSiv9mDJkq/wxpOzYbHE8jHSlrc1W/Nx5ohMFBZb8cv63Zg9pS/Mllju+eT7zpvaH2ZLTFTb1Jz3aPaSplULYvXHLaXI6NyGF69a9XuJ31gzscqkKvuXLVa1ZMkSLkjZC40oV+12O5/av3TpUmT0SoTOpMGh34swZPAw3HbbbUhKSgI7hr2gsxcUi8WCjz/+GG+88YY/4lWMbmVlThnayT8O21rEKhOrrloHjhbkY3jfTMVitaCgGN3TO8Nmc/jbtv33bMyaPgY1tTb8sT8PBr3O90WvF243S4vghtNZ/02ZTqfF0fxijB7RUKyaLWaYTHromnkTH9ybg7zcnUhMSsH2Pdko2LcPjz7/nLLXhe0/YfLLwLPvTUNoXSwvKtcnVi8gsQo0GFfycbYnt1RZX9BREQkY9U37EsLmCPwjK+KFonBAU+vaM70+XzWrxqZ91ijUpnWKGNM/sO7yeyHYa3B7ap+U4hDHD1GHah7a8IP4t5tPRO06doeQ4ke6GfTBZ0zMGtUwequxFemdKkSsklhtLLn2fXyk+57eE9t3/4q1b+p7XGbX+iis40UFGN4nE8WVwt/Z8sfRJJWbdwTnTRrsj0wUpSq7Rlix6otY9fpePoWp5sDi/woRq0w8SqMj2WGPPv8P3Hz9ddGsfpPLCtfup99ejQevmyAIZlnU7fP/XoO7rx7PIykb0/bHXvgH5s46J2ryLyfvMOYwscrnwzMFqsL/Vu3kz/n7kAd2SvtBOE5MHcDh+SJX/RkcvMCSFZsxf/rpErEM3P/Xl7Fg9rmK69+UMfzjz2txx5WzeJ19zRKTSeCT79bh4pln8shb0a6K7bzu3idxzaUXKq5bkwdNkBObU+cbr76iRcVqzqFDyD5cELK5kdIrsBMjuouA0t0Y2r8nEpM7K0rL0JQxIl4ud99enD9T+IT+6XmHzmkAACAASURBVBc/YcDIermqtH+PffcFPs5PRG7aSLx+buDf6cHLyMUL121D1tMLcGEkEVu4Hbc8lIMpSo5VWuEWPm733qPYl2OFSxMLgzkVy1euxpyJyZg2fgAMBmObjlpdsS4Hwwb1xqHDhdi1axfmzhjIXw9YveX75p01CPEJiXxftLbmvkdreMSqHivaulj9ZXexP9xXFKtMrk6ZMgV/+9vf/NP5Rbl6xx134Pc/duOBv83B0IkpyC09hn37T+CLx/fAU6PFc889h7i4OB6dysQqi1hds2YNnn766YBUAuxNi5U5dVj9h7CIL06tHLE6i4nVGkGsjuib6c/lFGmQFRYKYpVFoYpbdm4+iorLOYMGU/il+Vd9f6CwPrCYjRjULzPgctaKapgslqiI1bLiYnz5zTewWq38J6NLIm685Y5IzQNgxWePrgRuvgAXNYg8zcXz1/i+reL7xMenIe/BFfjeV3q/Cy7Cm7OUvEgrqE47PUQ+ruSP9+aVYtIISstwsrp30x/5YGK1PfQBq2uPtPr7af3eUqQlatEjLfJ0oMbwrahxIS3JiBp74HSpxpQhPzY3vwL55S6cMaA+LUyke6M9tU/aXsavj31Dc3AFPfergoEB/JZuyMfAdDP6ZbXua+z+PCv2HK/F3HFpzWpjnzQL3vp2P6ZQxGqzOLa3kyPd9/Se2N56NHr1Ze9x3aVitbCABzz4xarscfSuDOTlsYjVoZIcqfWy7cCMMSFTAcwUI1ZFseqbNs7E6u2XnylETPqiHUVDd/eTL+Evf741mtVvclnh2v3Mv9bgfiZWea5ZITJVnBIvilX+XCPafv8zi3HRvPMQH62I1dzDmDNZkKiChPSlApg8lDPheVRFOmI6A3/aBlG2SlId+IQlO++LlUysjhIzIfDG3/bo87jyovmK63+8CWN4BRer57JZ/vVSnptfFT79fi0uPGe8rzfq+4Ptvu4+QaxGi21jBlVj6+ytrYJu+09469sNGHzZDbDExkclNUSwOrO63clSKwgjgktpjtZnrT/6dh0unXWmL+q5YaoIllLi02/X4iIWKey7BwLGlNeLJcvXYcHZ4n4vHl/8L5x79nRFwrgpY0TaTiZX5/rk6ieNlqtWfL5oGzIW9cDaRVZcumgE0nnhuXjxum3I9AtR8fFIHH5oJcTQgb4LLvTJWLZffD4JN4rncbFajqvemQohtlbcQpXPZK2wj0V0/bChDOwaV+V/jofZn9XjpmPln3oEHZpPv/trg+cfunZSY4YxP/adj1bDW52HWlUSYBkEr0qDbeu+xWWTdfyLMv5lGUuZyVLAuFl+XiH/bn0qTDYDXEyryVKluH1f4njgdXuh1mqgNyfggitu8Ac9NrqSkhP27stG7hEr6lwa1NTU+H/YovJjh2di/BkjsDe7EL9tP4Tu3bvz6OySkhIUFhbCUVeGWWeNw+mnDY9KWgD5WG5suzQsYtUsitU2nGP1510n/MDEBZHYv5MmTcJ9993H5ScTpUySsghWFnk6+fyBuG7RSGgMDuwryMX23IMo3KLFb28UY9CgQXj44YdRVycs3sQiVjds2MCFq5iPVXjxEQZWWxar545LhqvGiaMFBRjRr7t/ylGkwXCiqBgZLBVAXb1YFV+0xRdekYHvtdz/Rhip7HImVs3REavsWq++/hpOnDgBGBMw7+yzMHKEgoWr2NSAN4CHHh+BhhM15dMApI8bOUUgEox2vl8+ruSP9x0msXoyu7i9idWs1HqJtub3Ipw1Kg0lvmieaHGsqXMhNcmIyrroiVWTXoN1u4swYXAXfzUj3RvtqX1S9ozfRNPmaHWHv5y39/cJ4PfF2jxcMaNX1Ps/UsVZX361Jg8LxmdFOjTs/r7pFvyTidXhlAqgWSDb2cmR7nt6T2xnHRrF6rL344wukojVQvZ3eSZOVPgiVmWPo3hpHM47jFkThRyr9QszCbk1D54VWqyes86XY1WSioKd//J/1+G2y87wz1oTPg8IpuyeJ1/CHf/XNsRquHY/+85q3H/dRF9+WF+EJ49Q9eLF99firqvH8/YxiSBuodrOtCdr/ZOL38TMGdOjJv9yc/OgUrNKCblSWX025ghf4IoSWIwiFvPBitPnBRni+6zKol09Qk5dYSEj4fGE3oXwqlTgH/g1aqzfuBZzz52puP5MNDR2DK/8ZS2KCo/xRZUbuy285OSI1cbWubeqBk8YDsDt0iNv1GyUDDsLBmPDaEC1ow5QqeDRNT2qjtVNFKu+rBD1+WsBfPTtWlwqSlPpQOYjio0tLz5jQnsmE9r1m5A3WYiaWrJ8LeafVZ9T+Yb7n4LSvmjKGJGPiw0/LsfNN13Mn96R04iZbIXbces3CXjtTz2w6V9vY83p1+Pu4ayUXLz4p23IemoBLuBRqdLH8n3g5/4n7UK8xiJed/yMGcsS8d5jgqQ9/t0XWPhlGc7+P7FsJeWvRO78C/HayFzc+vAW9GDndt2OWx8ux1X/mooxQW6MtBQT/u+F+tli/7jnHOSX+BYZV3gjsbVxnvvHD5g7yoWeg8bjyXf2YfzEifj0kyX45Lkp6JJk4ikh2ExvNguZpZngQtXr4ekz2axkF5sBzlJDOB2+GeEe/9pFLL/v4cNHcKK8Gpdfdxt3Pc1NL/DDL7tw66UTUOMASiqBY6UOFBcXo7S0lKf7zM7Oxvz58zFn2kikxAH5ZUBuYQ0KCgpQVFSEn1f+gCcevD4qdZGPZYXY/YcJYlWHlVvLkNG5DYvVH7Yc43lBpNGqTKz269cPL7zwAofPBkaXLl1w6623cthzbh6OIfOMgFON4/nlyLYdRE2+DtueqeVvsq+++iqMRiM/LyYmBt999x3ee+89n5UXXnrYPmbGzxlV/8GprUWszjwjGa4qB44U5OO0fln+b8YjDYbiEyUSser/rrTBm7n0rzTJ96ZhixfEqhlGY/NSAZwoBzb8DmzNsaJ/Fzv2Ha6DQa/CgCwzeqfrMLRvmEgn9i3Tm8CDi4KL1cBpANJpAY2YIhAJcgfYLx9X8sf7j5S1i2jJDtAVQZvQ3sSqdJrkL9vzcf74LJyIslit9onVqiiK1RijBit+O4opI+qjHCPdG+2pfdLBxfhN1v8U9Vvm1T+GBPD75JdDuGH2gKj3f6SKs778748HcMmUXpEODbu/X3oMF6uThwvxEfJt284dQZ+31q8PCYi/G62YOmZys+pDJ7cOgUj3Pb0ntk4/tMWryMXqscJ8jOyX5Rer8sfRbENeXh52HLD6c3VKDUru0cbNCknvWp/iSVxQSYjqFD4bFR7Z3GbEarh286n1fAq9IITrhbMPkz+/p7i4kyBfxY1HuqpZ3jw1Ysw6JMZo4Cjbh96DxygWk5H6OCc3F3OnDA9YkOrBd49jYO/OkgW3AnPc8ipKRCy7htg9QioAIYI1J3svHl44mIs9JoZttdX4bMkX6DdsnOL6N2UMM1lTXV0FlvuzsRvL/xmthcEac20mmurqauCSpLsLd77G40TWhs/RfcvXQHomjg6dhaLTZwdE8MUf+g0pW5fD2nMkioaf3eSIOiZW/3LVub6cu/7RyaUpi08Vxap0fPOjfCkk2Jj47Pt1uOgcFoEubMIwFx6x37/8cR3mnXWG//GNDzytWKw2ZYxI2e7dthWXXjCNP/Xv/3yNEeMnKO66AJnKhOiWHljBI0IbI1bDHStWhR2zEsszTvcJV6Xlhxe68oaKcrUpUpWVtWr9Phw6XIypp6fAW1OAFz6rgMcQD71eh6EZHvzjkTkoLi5BTU01HA4hry4LTqytrUNhYYF//SGbzc6DD1naTJfLyb98EtNuWqtqMWLsVKR3z+JpGln+0+Zsy1cfwOxpo1BtBwpLqngkan5+Pv93x44d/Lp9+/bFwoUL0TlBj6NFVThy5AjYa/+xY8f4cQ/feQni4hOanRague/R7DsyXYweK7eUIaNTGxarX64+wPuMiVWenNn3YzAY8Mknn/Ap4uzNMCEhAVdccQU/dsCZqRh+kwk7Py5H/o46DH1Ah8INbmR/XAuWde3ue+9FZlYPLk4TExPx/PPPY9OmTXyAMZvPfphYZdv8SX39Y6atidVzxqXAVW1vtFgtKS5Ft9SUgFQA9S+24guvmF1c+idJ5Nun3FoNo6V5YpVJ1c/XAxUVVlQcWAunug66Tv1gVMfx/p40TI355whTZYJv8jB96VGRQ/jrpw9Ebm9HPiLSh8gDJFZPave3N7EqnSa5YvNRXDS1Nwp90TyNBfnR59tx2YUjGpzWEmI13qzF12tyMGNUfdqLSPdGsPaN7tW4D7hi4347VJ/AvyXaJ4XIxSo+b2x3RDz+b3vODOD3wfJ9uO2CYU3u/4gXDHEA68u3l+3GlWf3b2oR/Lz+6TF4M4xY3b5zB64+X9k0rhEzr8H7byxuVn3o5NYhEOm+p/fE1umHtngV9n7crXOcv2pHC4WABzFiVf44mm04fOQwZk0Y4hNuPkHomzp+4+O7EJOuLLL+x++XYtsnV+OZd37FfddOapCblNX5rsdfxO233hLN6je5rHDtfvadX9FjgBCF55uJ7peVOXvWoceAepHkPwZAzp416DFQiGbVqACzQYV4ox2luesQH6uHMT4VsfEJMJnMTa63eCITq/OmjhAig/lHLg8efDcfA/t0luTLleRXFady+9MC1MsxMRcun+rL1BITq1cP4XLYbrdhw/q1sLm8SOicpbj+TRnD7LMzWwyJRcE1dvvsm12NPcV//CXnDVeUEzTYBVid2ed/Ni1a3B5/dRUevmU8nnp9bch/nx9Tg+6/fozYTol4B2MxZOHlMLrt6Lb5a5j2b8ThyZfDmjYQap2w8FSDNHsKWvvTqnX4y1WzBA3q61u/IGW5SdmCYDPrp/FLo1J9Qx+ff78WC84+kzt2FnkuL4uL1RnC/cA2JlavvvgCRQK+KWNEvM6+bdtw6YU+qfr+1xg+XmiHsi0PL12/EssDDu6FJ9+egjFg+7Yh88n5vohV6eNw+1hh8v3iBaxY8sQSHJ7zJ9w1XGn54a4bvJXpncw4XlyrDIHsqAefW4qUlK4oLimE3eFGnSsGKp0RapUKpUV52PjxDVB5nSgpKYaNSVOHsKhZVXU1ThSf4PctE5k2m43LViZW+f3Mo1wdqKyxY+ioSejeoxeP0DabY/gXBk3ZiotLkX2kHBp9PJe4TJCyVABVVVX8h/3O0gGUlZWha9eu6NWrV0AqABatyqJs2TFqbx0unT8dI08b0eQvMFgbmvUezdZ/UgFaiwE/by1tH2I1WMc98sgjGDyYJWz3onPnzpg9ezY/TK1WYeSl6eg9JQlGdwyOHi7A2lePwl7l4sc+9dRTyMzM5IMm1mzC1RdfgnJH/UJO0mu1ZbE6aXQSnFYbCosLMbJfJvLLlH1DWFtp5WK1YSoAoeXSb239qzcGTCIIfRuVllfxG5lFrDY1RPyLjXXILnTBmrcD1sI8DB3YDZWe3rhpQSqyj5TiXx/8iDf+emXYezl/+VLctLUH3nxwGAKz6Vnx1TNf4uisa3HbMAA7V2HOP6245rG5mNflMF65ZTsy+O9NeanoWOfIx5X88bGiCopYPYld3t7EakpijJ/WT1sOY+G5g1BgDf66Gw7r2x/vwG+bt2J4/+G49YbAZPfVdU6kJhpRZVO+qBcrz6FxAyyXsw3IK7Ti7WcW+KuQZNHi4xV7Me30+nzSke6N5rQvXNub0r7GDFFW/iTbm405RdGxz+w9J4Dfh8v34P4rRzfo/1++XYpnnn4EN910OxZc9Sdedm72Ptxw0QwMPeNMPP7sPxET2zRBzcpiffn3T7bg8rMHKqp3qING9IzHP/63F2cODp6rdX/eUVx99jC8fE1D+a/kwmPuj37UsJLr0jHhCUS67+k98dQdQez9uHNS/Xtc/olCnNYvEwXlwt/l8sfRJFVw/CjOZWKV/wHvmxLu+/2mRorVrZ8sxDPvrML9107iC1kJiyrVb0ys3nzjTdGsfpPLCtduJlZ7DmALJdUXL7REhZw/BHkqykgfKv7ZJ2fPWvQYMB5qNWDQqpBo8cCWvxYqjx2jRp+OnHwroDHzqads9mRztqNH8jB3av17BKvdg+8cw6A+XerTMPgkKq+jT8CKAYdC9/hmWUoiWVm7juTuw4NXDeZiZMOG1Tw6re+AwShif+QorH+0x3BO7mH87eXXsPiFp6HWaBqIxk+WbkZyNxbB6xvKXhVYNkgmAzev/wUjxkz158plY5OnQgCwZ+vPuO2qEbDExEIvW/W+qf3DZFLXRGPATFZ5WUzEGg5uQ5ef/wutFyjoPQaxJYehsxbj9+k3ojq+M7QaLbQ6fZOFz5q1G9A5mX1hI13sRIjCZgHZhVZ52itxlNenmOiaqPVHuMrFa/1n/PrWLf/lF1x6wXzEJyTBaDSFRdjUMXJgxzZcefEMXvbb/16GoWfUS9Wio0cwZ/oIbNofZoHknaswe1sPfHNN/d/lv/37XWwYeS1uH2bFV09/iSOz2e/C5/zZb1pxHfts3/UwXr55O7rz34WmsfM+Tp2Pv5+TIBz7TSLeeiiIO/CXqbR86bUaXrepYzPYeQdyirB83RGMHhAjLObuBWqrq7BkdRVSkpPgctgxY6QZD940FUePHkN1dSUcDiGQsKqyEqVlpXC6XLA7HLDV1nKxKqQMcHHRWl3nQL/hZyKzR2+YLTHQG4z+meRNaceBw3U8sDEtxYw+XcAjVosr2VT/+lQALJCOLS7/0ksvoW+6macCOFYKHC6q4VGtLE1kRYUQeLJy5Uq89PRtMJrMTXZPzX2PZsz18Uas225FRmcLVHMn9Glwv0lhNfP9QxF3IYtN4CZGrAYroGfPnnjxxRe5sWZG+7bbbsOePXv8h+rNWmj1atRKPryzN8Jly5bxc9i2Y/l32PDVl6h0urCn1g679F24jUesimK1gP0B11+5WK2rtCI9iFgV36BtdodkJVAx6buX/xEhrEQpTJ0Rcv8I7/TxcRbOs7S8EiqdqVli9bmlVVg4yQy3sw5P/u0rvPTYxXj10yIsPK8LDh44hA/fX4I33nwk4pjicnWZkEOKbb3Pn4+/nS28cM75Z47w5OiemP6b1S9Tf3vvXTz1m+TYiFfpuAfIx5X8MX2IPLl9357F6g8bsnHTvBE4VhZarB7atws/LvsIN9/3Vz/otz/ezqUqjNyDAjYrPn/3bv/+porHp19ZyaeWsDdyaXms4JRYLd77ZifOGdfbf51I90ao9o3qWf/BW8no2ZxTHXBYU9un5FrsGC5WK59Terji4x7fNy+A37//tx2P3zCxQf+v/vp9fP39Cqz6YSkuuf4WZKRmouL4cYyecQ7+89YrgFqDx196q8lylfXls/9ei2vmNE14ig2OKFb37Q4fsWoHKmzAjrzDuOP+RXhj8UuKWdKBJ49ApPue3hNPXt+c7Cuz9+NOErFaUOT7u9wnVuWPo1nfguNHMGvCMH+eTv/HGK8XNz2xu1ERq5s/vhp/fedX3HvtRMnnAN90cwD3PPEibmozYjV0u1mO1Z4DfWLVv5CS8NmFRaz69/kmRYvMmHTtOXA8dBoV4swqqCt3oyh3Gy655CIuHnbvOQiXsTOXC00NHhH7/mheLuZPH+mLIBQk4QPvHsOg3kJkh5hPNUAAS9IA+AWrRIB7fFPEC44cxD2XD8SeP3Zh5/atvP7ss92e/YcU1z+aYzgv7wj+++GHfJHkpxY9wFPGySXop36xKkRV+kWyF9i8QRCrTF6I+5hYZTGme7f+jJsuGYg4BSJQ6X33xOIVeOXhc/yzV0Odx/pIYy1C4ptPIqa2DJ7EBPw27344zQk8SlWnq09lqPTa0uPWrd2A265kqQD8qVV9vwtfErzy0So4DL4visUvVfyMVJxXr9h9PGJVTCPBSuLjhKfLUGHpj+twvi9ilR1zy0NPc7GqhGdTx8jYfvWLwYbisjGMWN3873exnktUydk7V+G8bT3wNZOt7Pc3Az/nizKVnfvEb0Af5gSYTAWTnj9hJS8qCdeK0rVwJ+58fCsOipcYPU0om20hyw8lU1tWrL7/2QYkxhsxcVR3aLRaLvLZlyqL310Dty4NRoMeB3/fhO3L7uD+i02ndzhdcLucsForUF5eDpZDlb1G1NVUw+4QolfZsdbqOvQdNg5ZPfvyL5QMRlOTI1VFlH8crOCRqv/P3nXARXG074fe4cDesWPHrrFhiRKNij2aYkkxtqhJLEk0IeVL1MS/JGosMUpM0cSGNXaxYQcUsYKAFFFAjl6P+/9mdu9u79i73b07FMzt9xnubmfeeeedd2Z2nn3mnbp166JlQ1m5UAAENCWxViMiIjB+/Hj06dMHtb0cy4UCIOFAyUX+fv3Z25SN7+BgXExjU+do0nfsPBwRRoFV56oJrBJjTp06Ff3796exUu/du4fFixcbHLuGDx+O2bNnU9oxcaTARQvxKnkYKi1DfkkZ/s3KQQEHXK0KjNVHj1PQuVVj0YxVAqzWrU0Yq9yAb6zZlEBhcTFaNOHfOqTFZmWz3Lgdh7z8QlT3ckduXoHpwOr2HEx52QFJyZnY9Nc/WLdsDjbvvY/7t1Mhjw9B0ZP72Lx7nzFzlCWPBAvo+pXud95F5NEZqDl2k7qULstu49BMDSClXfxhfOz+LZpHnMH0puTzXrySvQ4Dwf1dSGFuPqG0L9Z9vcBq7E8Y2vE2PqK25Fz6fn8GZiG6chmrB87dxdzxXZGQXqK39P/NnAR5oRzvfPQlWrbpKkpL8laVYaxK34Y2btoK7Ni8sFw5dWS2WLf7Kl7t3VJ9T6hviKmfqArpJDKlfmLKI/L7xb0nJqmkNEtT52nZb8Ouy1gxZ1C59k+JjUL1+s1waMtq/PlPMAW7N277Fx2790NRQT6mje2HDp1fwsKvfpRUvioxacsl605g+phuRuVXZRIEViOjEBQcLLoMQ8Aqedl3sSO7w4JK5NlZQV4WHvTk2aEhWgWehKQc1WJDdduL3d0hVu6LtQtEqN/zzol03P0IV9UmewfbdMdmseY0OZ2UudXkwv5TAnSB1ZTHKeji0xgpKsaqzndzGocCq72Z0+WZOJssk1EJzPhaOrD63ebTWDS1Lz0Aid1srj4V6+OvV1YuYFVPvb/bfIYyVsnFZQ0xrFQSCoBzT0UWITskbp9D8za9aQgAmV0Wbl/8GyNeHUrP8bh16zbu3Y+FV2NfuLvLYGdvb1IzJsTFYYwKWGWZmQRYbUsZq8zhQ+w575xwAYTQwokHywKtBCgjKBrJY2OtRGbqA7z5ci3s3rUNw4Yap785fXjOvIV4qSMT2zwsIrac3Vau+Bp7Dt1gGKsqHya1Z1m6BFj1pcAqw2BlfifAoRK3w80PrBKmXi0Pe+0dnDytbaUogde5EDgd2ArrtKcosrFD/IQPkNHxZbMAUOdUwCrHiemZ7uz31dtOU2BVBTiTmML0EDOShB5uBjTzuIPRg8lhdOwbBhJ0gsQQZusTciwMIwapQgEoMfOzb0UDq+b0EZM60384c35BMT4I3I/PZvREjWquFFgk4CoZQyJuPsTGbZHo1KUd7l6PwLRRrTB5TE88fJhIMbCyslJkZGQiOzubAqsE7CQxVkmoTBKL9WlWHpq27YbGzXzMBqqSpoqITqPM2vr166N5fXfkFwPJT7LpgVTkrCTCSCVg6fXr1zFu3Dj07dsXtTwd8DA1G4mJieoYqypgNT09HV99OlXUywB9rqLry1JdivQ1exnLWK1eRYBVKwcvKIs0DERSacKiXLhwIXx9fVGvXj2sX78ef/31F689fHx86H2CgpNGWLJkCW24Rc1rwbZYCZSUISqvEPuyNCyhygys+nX3QnFmISQDqzlZqFurmjawyhm0yRuLFk3LA6t8oCpxpKjbD2BlbY2Mp1lwcXaEnZOrSYzVzXtTcf/2fcjl8bAticLqlStwLfox/ljzEwjp+/XXx2Fgb3r0n+WqQAtIXkRSUBUSFo36FnmWxZ+YZi0PrMZgw6BWWIqe6HK5DQdY1fe7mFLMk0YXWN0begsfTuyBOD3AakF+LgLnjKeFF1mVIGjTMVGKEGCwrpcjsgukA6v6Cqgrs8XaHZcw0k+zfVyob/DVr3tT42KyXYrVxFvSVz9zyCb1J/L94pgt+Oa8Pkueq2W/1X9fQNC8IXrbPz3tEc4f/B2HdgQjD27Y+M8JyhA6dvAP/LnhJwTvu2yUeqQtF605ijkTehqVX5VJCFg1RfjyoNVYNG+ORgQBTSMaY98UDVPiw4NyoLMfswODbDM+EoIfoPluSvnl85oCjpqS17y1MIc0oX5fDliVPCeaQ0tDMixza0VZuBywmpqCLoTwoAJWdb6bU4+UpIcY2qe95sAj1fZ9wj6TCKxepozVUCycQmKsqmJ4agCZBZUIWDVU72Wb2VAAxNBsXEkCUhJAKfbWWTRt3UcN4NG2YG2WcPc8WrXrDS+XUsSF70LLJnXRu1cvxMXHIyoqClFRN9F98AS4yzyNZkap2j7+QSzGDO7CIuHMn8Wbk9COxFiloKImvqqK76PeMcgKYXYNMvAr+UhCGDjaWaEoKwEO2ZfQoJ7x+qeY0YefPEnDylWr6brzk49m0RiNtraag29s7Wxx4PhdCqxSkJBtM9XLgqsEWO02gAENy1TgIQOy3g4/USGM1R8/G2IQWLUpyEHNA7/A8fxRKOTZuDfyfTgkx0F2dBvSPvo/yH0HUYDLlJARBFid88ZQxj8pEkoDpapDXKzZfhqF9q05QHN5Rq+Pxx16OJXah9QMbsbv9x6/gBGD2GciJTBriQRg1Yw+Ys4x8b8iK/1pLtb9fgE3bsdjzJBW6N6pCRrWr0UZpY/Tc3AkNBp/7TwNhSIPKClBvTrVEPT5RHRtVw+xsbFQKMrw9GkGsnNyUFpcSkNkFhYVIjs7C0+eZqNZBYCqpG0qJbBq4hzNBVbrVxVg1bHxJBQlH4KymOwB1Vxk9P1hMQAAIABJREFU0Jo2bRpGjx5N3yqeO3cO69atw927d2miatWq4fXXX6eHWxGEnlCLly9fTj+3q+aM2U1rAXmlQKEC8sJSLEp+ohZemYHVft2roSSzAOQks26tJTBWKbDqhfz88jFZyeRcWFSCliyw+lSeo3di8fRwo3a6cfsB6tWuhriHqXiSkYVatWvBxdUZdra2Ro1tBEQlwbTz713DqxPGYaCfBUQ1ypAmZtL1q3LftWKsEvBuGrCBsE91C2aBPRYL0bBYdRmrXPbqt2i+rA2WLmbYr2/tLMEPg8knJg+mAlujx+LS8RZYq2a9mljhSpR99veHymmzZgGzHUh16Q8FoI/FWzHsXrG6chmru05EYd6E7ohJ5Q/Svuf31UAJcDoshJ6ePm3el2jfRTiwfUGRAnW8HCHP08+EvX8nCs192Hh0Itq8npcjNuy5gjEDNXmE+oZQ/UQUy5tETP2MlU3yEfmDn8w1RQRv3kUPpmvZL+jPM1g5179c+69e9iliHkRh9offon7DJkhPjMbSWRNh41EPny1bj7Urv0anTp3x+nsfI/ibj9RlTVnCbKX/+e9z5cqfOUHjN6Qtl6w7inmv9zWpjhUKrC5bjUWLOcDq4+v48FfgYzZeOGWw1umM+Guq30jc8FDgbU2ccHQDjqeQGOONcOnb3diSxFRXHQ5HxXodKcOWvcx2uUHTuaxYrnn4wFEOm7XbQAr6Er2212HC7dAwPI9kGHT5Abu97sUIryPU77WBVUNzosq+ZEwejq3k69T9ePKjv3qO485/2js/9OfRzItDcZS8ZDM455rUBf5TmcXOcdxQAOQgjO4cYFX3uzkN+CgpAdfvZ7PH3WtTNOMSPRB2Q8OXFip3pexvnO+8UA3UqdKrtqVnJF+rPIxVA/UmgFGpogxKEoiSIFIscKraPk/xKcrwJBfzXytrKzjZ2aK6pzPcbTKhyH+CCePHIS09HZcvXaJAxJWr4XhrzhK4e3gKxp8UsnV8bAzGDO7KAl4MWPbJ5mS0bcEcXqViGKoBMaoq2cZNz7nShH5gGYr0VGpbK7g5AVbyKBRk3MWE8WON1t+cPkzYaYTxu/HXrViyaC5lv9k7OKhNRA52IoxVL8pYZRmp7JZ1AqReu3gSHbr1Z9m6NMKoOsbqnQoAVoUYqzYF2aiz5Rs4XDsPRWYmMl4ejfBhc2h4A+8/voNH5BkkzQ9CfvNOJoWMIKEAZr3xilZYDo3HAmu3nUa+XRuGpU7cgmWpEp8hzGYCUrf2vI0ALrBKGa/sIVZQYt/xMIwYqGJwKzFbArBqTh8R6i+W++UtQMZlBY2DWkAPnyJ9isQ/VR0qRfpdUWE+CvLzkZWZjqcJURg2bBi8vGRISUml5EJyQBRhpxaTGKsFhTQ0QGpaBhq37oImzVtRUoM5tv9ztT99IRYuLi5qxiqJsZqankN3k6vip5JwAJGRkTQUgIqxmvg4h4YxILvZkpKSqP7kMgdj1dQ5moYC8HRCWHgmqgyw6tz4bVhVb4P8qP9BWVg+qHGLFi0wefJkDB48mAbFJcg7oTN7eHjQOBGXLl2ibNYTJ5iDIVrVccXSXt5wzyuDVVYJBVdjswrwQXyquv0rM7Dq16MaSp4WIOnxI3Rr5S06FEA+y1jNyy/gHae4wKrWQxXZOsA8n7AX8+HGrTjKcCXhAEiM1ajbcWjevDGcnZ2MOgXRMnhWDgvo+pXu90QusEq2O04H1h7/AI0Nqq9vy78uyDocW1ULTS3WD7OovKUOMfCiMnDKMPv7w2pLrllAFtzWWpatLMAqecIXo2sNzuFV/xy7jjnjuyH2UR6vt3w/bwpmf7sGP3+3AI8SH8CzWk18tvJ3wY5RWFxGgdXMXP7YrbnZWQjo2wI//LIbvl3ZE4MFpBJ5v+69hvEva4I5CfUNffUb5CvtVLzjkY+1tDNUP1Nlk4KI/FeyPxG0s9QEC26/pWW/738/jR8+GKzV/skJsVi1aCbdfRJyOATL1u9CM5+2eBR+Cr9uXIbIyHj4jQzA7E+YGLAPY+/hzI5f6ec3FjO/tW8iK+eLNx5oXsSStvx8wwkseLOf1Cpopfdt4oG1Bg6vunMnilc+OTdEfak+O8rRw7cPlgWtxsRRo7Bt2x4s5gKr4AKn5HMk6n/qiyT61w9dtYDXBPw48wQSVPHEtbQg9+Lw0s9+6EpiipFt/iRmGGHCknhhG4DP6T3di6RlD3tg3fdK8GaEdWQPieCAuoz8xgjTKkc7r0mGf86Zhfq91DnxxFw7/DuMvDTkgrAscMo7/wGG8mjmRa6hjA2z85yNXamKFzfH1eTMcYnsc/kj9lBZ3e/mrF4SZay20wBxBDBkWWnxQ3uiYf2aoos7fPMsrk7eiU/f6U/zcMMKkM/08Kr3KsfhVYbqvYyNscosWlgQkq1QLI2j2odzSBKB6QAba0CeEo6Wjesh4eZhTBg3FjbW1jgfFoaEhARcuHABbbsOQPtOPWgsP1MPSoqNvY9xg7upwV2ytlq8ORntCLBK0FNyrgUL/qqYm7QKHMYiZaxS7ZWwsQJcnazgUJqKpOhDeHPSBC39w8LC0K7bQNH6m9uHmYNw8qEoVfDGWN2+9wruxmsTp8Q67vsTWos6bEmsvHcX/o7VX43FnM93IujzAMz7KkT9d80nQ/B0xecY8eQSStPT8bSWN5a0novxkwfA0dkZ1lbWqP3H17C/cQHJb30KZYd+RsekPHv+Ama9zgFWWRCdaXIl1m4/jXzbthRsVx3mVVbGgKb0r1KJttVuY+SgnjSequoFg6pvk4T7T4Rh+EAmFABJP2fpd5g4RtzhVeb2EbHtY0mnsQCJpUrAVfKaiPge92A4cq9MoYCiTAFy2FpGWipir5/GiBHDKbCZmJSERykpKCgopAdXZT7NQMqTDDRq0RFNm7dWb/83NZ400TYu7iGSHucANi7Izc1V/8vJyaEhAAhORw7KItid6iLfq1evDjc3NzRtyrC2vLy8aH8iYCrZgU7yk7wE77Mqy8PU10ehXfu2kg+MM3WOJn2OAKvnqxKwauNUHx4v/Ylix2wUxf+BkphDQFFOuf7l5OSEDh060KC4xBmI8ckWDtIA5KpfxwWvD/ZGgE8N2KUXwzqtCMgoBrJK8El0Eo5kVpFQACywmpiajO6tm4gGVgtyslCnlhcFQvmuwsJitGzWgN4iQCkz2JYHVb1kDGP1+q0HKCgsRn5+IXLyClBaypzI3aZNS9jalj/50TIgVg0L6PpVue9SgFWt2Ks98bU6rqoOS7Xc78RW+pituveqhl3Fa8ks5vhAVSKj8gCrRBthXXWB1Y9ffwn3k7UPZyKSIs6fwoXjBzDzi5W4fzcSa75hDqea/ekPaN7KMHs9v0hBQwHoY6zu+H091qxYgiEjJuDT/60V1RQNazhh9Y5LWsCgUN8gwKq++okqVE8iofqZIpvkJfIH53+hJcam73qjxCrOaBbfC66P1wZWt4Zi9cfDtNp/0/8WomnHzujYYwC2rFqOkJBgbNlzBk2atcY/q/+Hhj7N0eNlJjxEQsxdnPz7FwyY8C79O/WzH9Q6tmrkpu43txO0nw9IW37802EseMvPqDqpMgkBqxcjozB3QnnwNos8LxZmgQKshUDoHTmCggKxPmglBVbJb716dUOfPt219FNv9fdNwIf/yvB/UxpBDW4iFB+m+rJhAcqDoAxoyh7ioDqYoZZuOp58ag340mrHXiVsV3KIBNFz+t6nzKEQNEyBIbkmNcFzySzU7w0Bq3E/90X3xRcAcOc/lq3K1obZmaH7spDnpSOn9vx5AAjOuc/FhFW4UGlznJCvmNMQKUkJ8GdjjapBRJbCljBMOrB65a2d+OxdBlgljDcuGEOA1fcrCbBqqN7LNp9B09a9QY5O5zI/yVomJvoMmrZhdi2oYpmSuKROdlZQZF5HesI1uquvT5/eeBD7AA8ePMDFixdRrXYDdO49FG7uHpTFpWKFGduWsTH3MG4IE+9bRVhZ/GsS2raopX1wGAsMq9KpD63igKwEFHayt4KbXT7uX/4bjeqV19/OtRr6+48VrX9F+DBh0BGAhwv+qOxXXFyEvNwclBSX300pZGM7ewe4uLqZDHaryiEgMIk5yYRj4EbpBezTktF8xXS4xdxBLqxw+71AZPcdSUNDOJKDfWxtoSgpRo09a1BcmIenry1UH2IlVA/d++fPX8DMSa9oge/UD9iEa7efQY5NG6oiE3uXUVcVTkGhVMK3+i2MGNSLCe1B/68J7UGB1ZNheHUAC6wC+GDptxRYFXN4VUX4iFQbWdIDsfv+QvKpf1FakAcHr5pw824Ke3d3lBTmo+hpGgrSHqMoNRV1/EfDo4cf7l49hlGjRtMDqmLu30dmphwZT9ORnpmDek3boVnLtmYFVUkbhewPRW8/f7TzdkZtD+BxNhDzGDRmanJyMsuczcOZM2co0NqsWTN0796dkiJjYmIwffp09OzZk+Yn7wj48hKQ9f6dCHz75UdwcHSWxBaXiqXx+Z2dlxPCrmWiXrUqEmOVVMKuem+49AxCqawUCudUlD09B0XqNSgfP0BZejqU8nz2SYCpso29NdzrOKF+M3e0blcNfbvXQddGMjhnlcIhvRg2j4tgk1oI5eMirAhLwM+xmjAAJH/lZqxWR8nTfCQ+SkH3NtJCARgCVglIqgoFoHIcXZYq90GASaN5a0q+7T50Hi1aNqUn0Zn68GEZNJ+PBXT9qtx3rVAABpijZIG3ohUuUTarwPZ/C7Cq09jkPbQ2U1WVoHIBq0Qrw7rqAqtzJ/RAQlp51vzaLz7EyLdnon5D5tCzhe+MQGFBHpr5tMcHS1cZ7AwEGCSsxCw9oQDmTB6OPgOHYs3yJfj7aATq1Gso2LlqeNjjlz1XtIFVnTFXt28QYFVf/QQLNJBAX/36thE+YZVP7Jlo7Z0fRP7LJctMUZE374LLr2rZ74ffT9NQANz2P7FrI6rXaYQmbbritw0rEXUlCrdvnUetOvUxff5SDBo2lsomoOqJbRsxcOJ7aNRMc6AYt2CfBq64k1getCdtuXTdMXxcwYzVixfPYu7kkfhxake9tvQLDKUs3KD1QWpgVc6SdZYFckIBEAksK3Vi5ziE1Q5gTsIlgGlEY3yOEyx7lFpHm11K0hz0xAYaRoB7z1RgVQ8LlQVxVUDrCwesCvR7LWCV9xBGQy8JVa4iBKyqXkZyXUsnj6g51+zd/D8gUPwcJ/T8ZE5jJSUl4JVe7elzOBObko3BqAQevqofWD046Svm6V21TZ6wI5VlLCNSG0yiaQgzitDiiPwyJdp1IGU+v8tQvUmM1WZt+jD1Y+2hqlHMTQK6EsYqw+CzYuOSejoDxY/PQ1GYCRdnJ8pSdXd3pweokDM+atRvgBYt28PdQwZHJ7K4Vx3/Y5wNYu7fxXh/5iUaNSuARb8moV1LBlgl/1QHEanaVh0KgEVXyR8SAsDe1goeTgCyb6IsN6Gc/h4yL5Q41UCnjt1E62+MD587T14e8V8cOE+dgPtbl87Gh30joQRIzFbyV+olVWfX3Kfw/+srWCUlIK1ZO6R/sha21WrTbdgqHVRbtEsVpdRP7OzsjdQtDDMnDVX3Uaa/MjUkfr3u7zPIsmrLHl5FwiMwLFXGb5hQAJ1qROPVQb0YX2ef1FkB9MXDgRNhGDaA3cGlVOKDzxnGqihgVWBOlNoWlvTGWeDs/DfgVpADO/8JqN/Pn4L7pC9E/bgUAzq1R05sDP48chwDV/0Oj1q1kZmRhiex19Dfrx+uXQtHekYGYuMT0apTHzT0bmZ2UJXUat+RcEp4bNWqFRp4WSE1C3gQ/5CCpmRrPwkDQA7RysvLo795e3vTHWwkHAC5/9FHH6nz29lY8eaVy+Wws7PD8sAZdFcBedkh9pKKpfHJtfNyRti1p6hblYBVUhFrl4Zw7LIYVj6doHR7DHikwsr9MWzc02Dvlgln22y4OxWhhjtQz9MOdRxsUdfWFrWsbFGj1BqeBYBbtgKOGSWwf1yEOxHpWLr7Ds4lkaORtK9KDaz2rI6SjHw8fJSCHhKB1do1vbQPr+JUO7+gCD5ajFVmoGYeIlRBs5XwkrlrBXNSsVqJKAKsNm/exKRDrMR2Bku6irGArl/pftdeRAKUkbObxD3VCQdAFnkHRzLx4yiLJloEY1Wz3V9brqFFZ8XYobJKrXzAqn5L0YM9ONskd56Iwpzx3fEwTZs1n5GeisCFE1GvpiZQL9m6QoBVeaEc/7fuIGrUqqu3oPyiUtTxdERWfmm5NPdvR+FQyF8Y/9YMCvLNWfwt/Sx01XC3x6a9VzCWE2NVqG/oq59QWUL3DdVPKK+Y+0T+IKsfyyW18f1GTHZ1GkXkEq30i84P0rIfibG6/AP/cu1PGCtnt69HJmww9q3ZmDa6N1xcZVi99QCVR0DV43+tx6BJ7+sFVQ0pStoycIPpMVYFGasssKrShWGqAnJy/CL5q2KsRsYjOJgBVg1fTDiAs5BhItn+z1gDP34bgYQkGSaqt/DzAKsRjTnb/eWY9gUTi5UbMoAyTa81ZgFYXU10QViiy26c7axiparSq0INvLihAIT6vfCcyJ2/mNjje0ffxqGZzEsk5jI0x4nMI2rOldSlLYkFLKA7xwn5ijkNmpQYj1e4jFXV1nclkPjqS3pDARBg9bVXOvOqQuLYNWyoefGYnZ2D3SEhGP7qMBpf9I0PvsKHH+i8ADJnpUTIMlTv5RRY7asFMquB1ejTaNK6L6xgBWsrJWxtSFxSKzgU3sO9iGPw8+sHFxdXuvWfxvJLeYIhk5bi8rnd6NO7jyjASYT6uH/vDsb796BJVWDZwk1J6NCyFhNHlXMIGcVZSfxMFhljIgUwQBkBGVwdAdv8+3gYfbyc/o8fP8GCxZ9j1eZteLn/QNH6G+PDBKScP3kYS6lk2cIserrt0DlMGKqJ5ak6dIsAyEtX/oIB/fublXUqpg1IGlN07tenD41p6ejkRMFTLthOAU4WMScglzFAPGGsTp9IQoGxPsJymJhzzQiwehaZaMuwVNXb/9l4qyx7tVOtaIxQbfVXC2JeChAdD54Kw1CWsUraYq4EYNUYHxHbLpZ04i2wb9IgNBo3DfV6DaDxUO3s7ZESegCeD2+jvpMj/j59FjZd/dB11Ou0jxFfvX1xP/xfeQXh4eFISkzE1choBEx6H65u7lSGObb/c2uwn5BZ6tShwGrDalZ4JNcPrAYumkxfUtgQKj57XbrxRJ1fCFj97vP3RI9zKvlSsTS+1rGr5oywq1UQWFVVxtqzGWzaDYJN+1awbqCAtccT2LllwMEtG+6uBfByLUVNZyvUcbRBXTtb1LGxRU2lDaoVW8PqUSGuHE5CyP44nLn+RE2r1zVUpQdWn+bjYQoLrLKnjwp1xYLsLIgFVjUTvup0UK503Tfamnt7/j2P5i0swKpQW1Tm+7p+pfs9MTUL/ToyISNUl2a7I/MLc+hGDOeAjnfw1pZoNBcRCoAexLGFu3WSSLQAq+pJJjoFhcWKcm3A2GgvXsleh4FarVMxh1eJ8WHdE5NDTkVjxuiuSMrQ3vK14afPkC/Pxag3ZyA/Lwe2sIWTiyuWffgu5JCjczc/fPhJkN4i8wpLaSgAPmA16NvFNB9hqR7a8xdycrKw+wR/LExuAV5udvjtwDUE9G+j/lmob+irnxhbGUpjqH69WjEnxIu9zt8uH8uMyB/otFGsCNHpPgvtrWW/1dvD8O2MQeXanwhMjY/G/t9+wc0Hd9G6bQ9MX8CEJoiPuYNjf67Hy6+/D+9mPqLL1m3Lb349iTmvMdvejL18G7MxVtvxg/wXLwgzVn3nMYzV4O1BWP+jELAKpBxmwc/PCPuUua5s2YyvMBD7pzZif0nAjzNYNmlt8hP5zm7b79YEgy7L0ZAAq7WZdPSQq8tPSdQqBnCleXQvXZmkka7jwy+v4T5N2gSfr/MDtmzGNnJ4lb+M0fVRR6oX1fEymPAA/tJ81Nj2qah8Qv1e/JzIAqkkNnnHj8AcLfQOttExW2COE51HdSiWvjm3oqz035SrO8cJ+Yo5rZT0MJ4JBcCyHtWgnBJIGq4fWD0w8UtMHNpFS5WTp05h3759dOs7AZwWL1qElT+sQOfuveDo4IjzZ07gaa4C0+Z/jsUff2jOakiWZajey7cwjFVVGAAiXLVNOvbWGTRv25cyPR3syBZ6wM0mC9Fnt+Clvv64dTMShQUFNObgjahoDBg9H0pnb5w9sgbD/IdIXrDrq9i9O7cx4ZWebBxbhqdCgVWfWuoDrcj2bhWhRQWuUkDVisSEtYItYds6WMHZSo4HF4PRq5+2/jejozFz9nw0aNgYC775P4wa/qpo/Y3xYXKK/fzJQ9nDtdjwr2DIOQyw2lu9j13FlCb2mbbga0wcK44lKdlRBDKYovObE1+DMz2Iy9EoRqpQXYhu70/01zrgTO3LVsD6v88gQ9meYanSUABKKKjPaA736lL7JoZT4JRAsSzKzTLbiR8dPHkBQ/v3VKtCgVWRbWGMjwjV2XJfugX+mTAQg9f9Q0NsODk5o6wwH1E/LMKAdm0RlZSCLSdC8d76vymoSl4a2drZ4drx7RgxYiQiwsORmMQAq2Mnz4aru4ckpqdYbff+ew316tXTAlZjHsTTUCtxcXF0+z9hrJJ4qV9/9jbzkoVzwN2RU7fU+QmwypdXxVj97gsjgFWJWBpfvSljtbIDqyHn7qOMBvkxfFl5VYO1d23YNnSBXV0bONUC3DyUkDkr4a5UwiVfAasnxch9kIvEKDni7sgF5VpbWyGgT3N1wYKbPngSkDeiZr2sgMKiUvRfHAq/l2qgNCMP8Skp6NmmMR6JBFbzBYBVEnu1VXPmTXX6U20WLzfWKjNEa7YdkZpW8yQsVoAAqy0swKpZm/5ZC9P1K93vD3mA1Wet43+5PP2M1cpnFaJrTS9XtWL7z97BOyM6ISVTc8gUAVKXzJqAb9b8DWdXJn6z6tqxaTX27NgEJ2dX/LrnvN4KEmCQhALI5mGsznxjKH7+4xDNe3D3n/jfJzOxZusBdOrObBfUd8mcbfHXkUgM76MB84T6Bl/9zNEqhupnLvkD3OgZ5erLpsl8o0QrHmjCNnxxspuW/dbtvIjAdwdotT+3kOSEGFwKPYDRk+fRn+Pv38HRP9Zh8Bsz4N3cOFCVyCFtuWJrKGaMZVhCxl4dWGC1tx5g9QILrKIIhKOqFVeVsFVVh1iFRsYjZHsQNogAVo3VlT8fD1hq3gJeSGlC/d4yJ76QzS6qUrpznJCviBIqMlFiQjwi7maqI3IxbDYGSXx9zydIKIgBOeSIkOcUZUr6r5Rs+//ulBpYvXnzJk6Fnkbwli14593p8B82HDVrMqfVFRQUIDj4N3g3aYY+/QYhv7gMsxd8ii8+XSRSw4pJZqjebPXZGKtM+aqdd7Y21nBysIOHmz08rZ6gNC8V9vl34epghfZ+byE2MR2REZG4HxODJm37wNa9EdLlBUh9eAUBw4eZ7ZCkO7duwcnZScNOVQLnY2rApoQ5D4TvIqxHW1srODvYwt3FFtUdsnDv5lV44R4aVrdF15enICYxAzciI3Hv/n207tQbNeq3QEmpAsdOHsP40QGi9TfGh8+eu4B5bw6DkmXTqn0RSmw/dB4TXumlDXazgPfbCxlglYQsIHFKn+Vlis6TJ02sUJYtAVbfnUAYqyy5SfWJZaNu2HEWT8raMbGQy9jYqjQ2MnOAFXnZ0q0uAVZ7snYnmKtqgGCkHjrJYayCZayKbAtjfORZtu1/pay0O1Fwqt+IMlHJoXr3dvyKhoVP4aAsw0+7Q9DpnY/QpkdfuBA2qoMjZU+HHdqKsWPHITyCMFYf4lrkLYydMofGYDb1YD4+u4dIAFa//fzdcmMBN78YYFXqWCIVS+Oro201F1y4koE6Xk6wCujT3CB6aWIoGVG+zQdCnr6eiIws/tPrRQk1IVF1Dyf09dUw8gQh0mcMrPZ/qQZKjAFWc7JQu4b+UAC5eQVo1ZwwYDQuwWxTKc9apYG92YvrQHsPh1mAVRN8rzJkFZowLYvI59tKVRlYPRIWgzeHdcDjrBJqxPS0R9ix+SfcDY8AHIGg3w6rjRt6PATrly+lv5PLycYVa/44AhdX5iUO98orKGGA1QLmAD3V9dXC6bh3+wbmLyHMmz7YvmUtCIOVnDqv+k1fa7o52WDXsSgMeUmzXVeob+jWz1yeoq9+5pTv5/W3ucSp5fzvWCct+/26NwKfTOmtbn9DBRJQ9fDWtfB/a5ZJoCopg7Tlj3+F4e2R+mOfiqm8WGD1+t0ENgQAGwqAgqpydTgAElM1JMQCrIqxeWVII9TvLXNiZWil56PD8wRWHybEYUiv9swTOtkuzj6tk+fz+ctuwbVefS2jHP03BDd2TcXuY+GYNIwJLPL2O+9ALs/CqNFjEDB6PMt6Iy+jrNGxSw+09GmN7X9spmnvpJRg1kcL8G3g0udjbLZUQ/VeQUIBtFUdUKXh6pEQnI/jLqNdy6ZQJOxBxq39UDh6okCehrTUR2jQrDncmwzC+YgE1KzfGq16TYI8V4nCEiD85CqMGjHcbODf7ehoTBhGmIQM05BcISfCMXJAJ/WhYTQMLG1TevQQxcQIXTU/Ow0xV3Yj5vI+lDjw69+2TRuMGz8JijISa7MMH365HK+JPO2d6CI03vE1PgNSDmVCFqjxO/LBCn//ew7j/HuzNeGcCaUE3l70vIFV43R+FsBqdU839SkmGk+mXsMyUElLMP6hulSxa1WwhIoIpTmIiwtYaMM/R0JPiwa5jfGR5zpovKCFk0PhyhQKylgtTHuE2M3fo3ezxjhzPxb/3onD1OXr6RZ/J2cX9bk3FFgdN44yVknol6vXb2F8JQBWSYxVwjjVBUZVwGrr1q0pUz82LgGxsbE0XAthu2ZlZYEwVu3t7cEHzAo1vTmAVbtqLgir7MBqcnoOLt16JGR+s6I9AAAgAElEQVSPCrnfvXVd1KuhYVlVNmDVWMZqQU42atXw1BtjlQusZmRma9lWiLHqKWOYZhZgtUJc8pkKFZowLYvIZ9oc5QqrysDq8StxmDS4HdKymViohK2a8fgRFGUMIOrdrJW6vnm52UhLTea+50GNOvV4gdVcFljN0QFWTWkpFwdrhJyOxqCujdVihPqGbv1MKZ+btyLqpyu/X82d5dS1qfWOpCooHm/SSr/smK+W/f44HIUPJ/ZUt78h4T8vmYWhk2fDu7nGJyQpw0lM2nL97kt4w7+dsSJoPkFgNeIsgoNDRJfx7BmrolWzJORYQKjfW+bE/667PE9gNSE+Dv692jNgnJrRxgAthoDVXUev4fVXu9F09+/H4Pff/8Cdu3cpiDpgkD+6du2CrKdP8N2yFRg1KgBdu/fG0zwl8oqUmDl/Ln74H3P41fO6DNWbxlglwCobp5SQg0i0PkcHaxRmRKNaYSSSr/6Gpj7t4WBdgsfpWYi5exd2TrbIVtaBoloPdHn5PWQXO6OgiBzaRYDVIIweaT5g9VZ0NCYOIwxOFhRTAntOXsOI/p0ogMpEdmDOtSAhDSgHkdTDygpXT/yOW2f061/g0gYfffgx7B1dUKYoY3whcLlowIyULDTe8bU7AVZrViv/0lvIR/49cVKSbkLypNw3RednAay+PX4IWx0GoGZenDCo9b4TYRiuip/KOdRKtZuUpD94khxOxWz152PQPUvG6oUIG3XT0GBU6h08cnXsee6uHnJ/+QztHWxS2va/lFbFyL+6agncU+JRmJ+Pf6Lv4s2ffkeNeg0osMqNA0yA1XFjxyEiIhwJBFiNjMb4qR9UGGN1z6GrqF+/vmAoAH3AKje/Icbq8wRWqwRjlXSKGw/SEJOU+Uz7R/P6nmjXtIZWmZUOWO1VA4r0PMSlpOAlCaEA8kQxVplQABxCqvqNKvM7D1OV89veIxcoY9XJ0V5UAOSURzmsrdm4f+xgW6u6E6rVqP5M295SGGMBXb/S/Z5gCQXwXF2lqgGrtTihAEIjEjFuYCsaq82cV05+MY2xmlPIBpszg3BHOyscPHcXfpx4wkJ9oyrVj2siYr8+NfeYwWraIlae6Khlv39O3sGssV3M3v5CipO23LI/HOMHGB9OgJTRvrEHft53G/pCAQjpYblfNS0g1O8tc2LVbFdzaE3mY+4cJ+Qr5ihTJSM+Lg5DSIxVdnswfUZngZf5y/kZq9d3TsWuo1fxxvDuFJAtKS1DaZkVUlIf49uvAxF14zqOnQrD9WvnoVQo0LZ9ByhsPZBdUMYAq3Nn46cV35qzGpJlGao3BVbb9aV7owl7ksRTdbSzhpdzCR4/vIF7d2+jU81kyMoSkJl4GwnpJSguVSK3oBDWrnXQbvgKlLr6ICdfiRLCGFUqEXEyCGPMCKyS8AsTXyXAKhv/lTJWryFAxVhVxYVl25Js3y0uKcaliBiEXbyKjnr0t3Wvg+Z9Z2Govz8N+0CXZkpg/pfLMUnkFm8xawC+BjtDY6xKP7xq6oKvJekm2VkMZDBF5ykVHAqAgL5vjxuiBlPpLn7yloAF4/eduIDhA3uwgCt7spXO7lIGWNUfV54PWBXrJ1LHubAIG8hqe9DWUIVE0oCr5Dcm/KDqHolDv3G+9lke5mz7F03WkxuXURC6D7kxd5GpVOK2rB5GzFoIV1eGrUoOUVNd5w/9hnHjxiM8PAIPHyZQYHVCBQKruw9dpaBq6+YNUNcTeJwFxCZm0BiriYmJSEtLQ25uLhISEvAdTygAkt/HxwdtWjQEOdMq5mE6jc1K2LYkL2Gskhit5N8yHsarUFtLxdL45BFglTBWa3tW4lAAKsWT03MRk5yJzJxCwdioQsbTd5/EVPVyc0Sz+p6oW13DVFWlr2zAav/eBFjNx4OUZLzUpglSRcZYzcvOQq0aMuQXaB8co6onw1htSCfjp3KJjFUPxm4EWG3ZsqloYDU5JRsj+6kO4GA0+W3vaZAYdMP7dkbD+vWMbVZLPiMtoOtXut/jH8l5Dk4ysjBLNskWqGrAau1qmrfO52+mIKBPC8jzzQ+sklAAuWYEVu1trXD0Ugx6tdUcVCTUN6pS/biOR4DVl6rvluyLQhlWn+2qZb+QczF4d7iv2dtfSA/Sln8euYGA3txT2IVylb/fztsdP++/gz56YqxKl2jJURUsINTvLXNiVWjFitGRzMfcOU7IV8ypxYMHsRjSq4OaCEG3jbPvFj9coR9Y3XnkCt4Y3gMKJVBUXIYSBejnUgXwJD0Dnl7VkPooCSlJD7Htj9/QqHEz9OjjjzqNW2PW3BlYv+p7c1ZDsixD9SaHV5EDqhgWF2BvZwWZsxUcrfOw48BpyPOUsFfmo5XTVVSzyYSNdSmynqYjO/Mx3Gq1QJMh3yNLWROFhK3KApMRp4IwNmCE2UIBREXdwGvDejMweBmzsTvkZDhG9u/EAuMsO5FuFWTA4ftJuVi3zbD+1eq1QO1u72Fgv950vayK5EZCAbw+boxo/Y3x4dNnw4w+vEqKbpKdxUAGU3Se+vqkCo2xeuZsGKaNG6xuQxWlSfV3/4kwvMoeTEWdRMV+5tRXFzjVNQUfsCq2LaT6yPlwBtjTsFUZpioFUjl/VTqSrd2/fMoQvSyXsAXOfzkbdYsLUFBUhE0Xr+CjbUepf7q6utEDq7Li7sPduxmNsXr2QDDGjx9PY6w+TCAxVqMxYdrcCmOs7jp4hYKfHTp0QJ06dfDkyRO6lf/u3bt0O39qaioIW7VBgwZYHji93DjFzW9jY8Obl4Cqbdq04c0vZD2pWBqfPJtqzgi7XEWAVSGD8N4XREKlSRUU96xjrPauSRmrsSnJ6CURWHVxJicY8teIC6zqi6uq5qvqibG6TzKw+hAj+3XQapAf/z4NX28ZgreHYviIgRZwVZq7mpxa1690v1sWkSab2CQBVRlYvXznMVo08IRPw2om2UA389OcIhpjtajEYMhwSWXeeZiBe4mZ6ObDHORBLqG+UZXqxzUGsV97W/Mulo+nzShnv0OXHqJ761po4/1sdyNEx6fj0q3HGNrdtAd1C7AqqQu9MImF+r1lTnxhmlpyRXSBVSFfkVyAgQwPYmMxuHd7TXxVTkiAj/QAqxH/TMGuo5fxxoiXoFAQ4JEAHtrzZtwTJlQPucLDr+KLRbMwwH80xk1dgDnz3sMvP/2fOashWZahei/fHIrm7frCGlawsQHcnazg5VKKg4eO0Bix1dys4e7uAgdrJfJynsLH9jwKn9yBXJ6OGq1GoG6fT5GZb42SUnLaOg1rShmr5gRWb9y4gaKiIhQW5uJRahqycnNQXFQMRVkZFHT7vhI21tZwcLBHdU8PNG/WEtH3M3A/tcyg/lbVOkBZpzceZ8hRWFSstcNQLGAm5jmHr8EISGns4VVSdJPsLAYymKLzswBWp44ljFWWeawJmkp/O3jyArPNX3MeVbmaGsNYFdsWUse56AcPMXmI9lrfUFt2fGXqcx9nzOlrFSnr7u5geCTcRlF6Gi4/TILb4DHoPHgEBUodHJ0omHrm46l46buNsLK2xsUjf+K11ybi2tUrNBTA5fAbeG3avAoDVnceuEzZpFxg9f79+4iJiaGsVRIn1RCwys1PgFW+vKYAq1KxNL62tKnujLBLBFh1rLyHV5nkhIJIqDTpguKeNbDatyYUT6QDqzk5ucjPz6Nxd/guDzdnoxmrMpaxKhlYffAQI4d0wOm7zJsrb1kWQkND4e3jR99ikYsbd8W7VjHqVbM13ICRpzB0/QN1muYBY/Cjv0xao/+HUwtNmGQRabnMYwFHe03cISkSC4vNy/gUU7axunLZPHShFpMhprhKkaZTM20AWKhvVLX6VbSRde1Hyjt+LcVsxRaVaAAAlVAHO/75YVBnDfPYWAUswKqxlqva+YT6vWVOrNrtq9LeHHOckK+Y01IPYmOQnJJIz00gz/c5ubnqMxSUjkMRduNqueJ6tXgCvz798ObIXpSpml9YhuIyK5QqlCDDaSkbsDXy2iXcib6O3zf/jPfnf46OPQagzMYNH308/bkDHobqTSpMgAQHezt4ydzh06IlihWO2Hk2FV6Opajh6YK0nGLk5JagdjVHOJY+hnvGQaC0GO4tBiGtwBby7FyUEvou5zInsFpcXIQ8AqYW8+8e1CrYyh4pjzKx+7xh/UsLi9Csz+uo1agNrKytqA24FzntmzDYxJz6bYwPMyClcQdBiQXzzNl3iCxTdK5oYPVG1E14uTpAScB2ZRnKyspQqlDQ78oyAvqX4fDp82Y1yRC/Xqheo7YoZrNUHzEfsJqAVe8fxzFOzZk1fhZWvf8Avdb3RzeQNOFoFDgKo2tzP5vVXJVCWHFOFq59PRfNq3kiIzcP2yOi8O76v2lcVWcXVxqSMfvhA1z6ah5eCvqT9v9tG7+lB1mRlztknCgoUmLCtIqLsRodfRcbtx5AYWEhLVN1kbK54SUH9G6HV17uDXeZJxwc2FOLAfDl181LZAYM6YJeL3Utl1+oocwCrNZwRthFC7AqZGtN4wulfB7AaloeYpKS0bttE6TKRUzO5NDQsjKUlCroAwMdnHXqZVNWogZWuW+wmThAnJMHWbaqVn72y76jF9DSR3wogOjoG5g8sh+jSRGQRbcEZCEyHhjZnYnHorq+/DsLIaGR+Hh8E7RsUD5kA01HQNV1QOAGMrhaLmMsoOtXUv3MmDIteSwWqAoWsPSNqtBKFadju0ZsKID2poO0FaelRbK5LWDp9+a26Isrryr4ys2oaLw5sjeKSwFnh/ILmBuJpVjy4TTIn6bj1dFvor//GBQWK5FdqMRnn7yPX1Y/X8ZqcZE4YNLKyhq5+UrsOnUPpU7ecLJzRIE8DiUKBerWqglrRS6KU6/AtTQJshq10bHvqxRw0AUlibeqgUkHB5Odl4JkJSUUHDN0kdtP0nLwz/FbovTvNnAUjadoZ2fHUG05l7WVNd0SzI21qK9sY3z49JkwPE5NQlJqqmT7UGDV0wuOjk6S85qSwRSd1cCqGfyBrw4F+XkIv3YN0ycOp4xy8r6DrsVpYiXeW/w/LJn7frmsJJTmV6vWY9zIV2FrK669uULE+rlUH4mOfojJIzWM1fm/ZQGFcjYMAEPW2bJIc58yVnnHmQSsmh6ORl8S0FRf63PTiElvihc937wXv5qHptalKLa1x9+nTsHv0xVo2Lq9mn1KxrLQD15H5uNUDNiwE45OTiAHnHFf7JAxgTBbnZ1d6Bhh7qu0tBTEnwsL8ikOpe/Sp4eU/I5OznQMJICy2MscGAdlrF7MQC2ZhbEqyu6VjbE6gDBWjQBWKTiqJAM0J9I9xwJF+XnlgFXVjn/VWwX+w6sYIQR63X/0InwkAKs3r93A5An98NslQC7PgrxQDrkcNBTA5H7awOr8DVnw8wUCg0Lx8bT28Gmsy0KVY9fXp4B3R2EM74BLBtjjOEq19cI7X6rSMQNvwwAZNoUwTNfBM97GfF8ibxceDiefGdD2lf2e2LTUFy9y5FepE6aoTmRJZLHAC2ABS994ARrRhCq0beSOdSTGqgVYNcGKVS+rpd9XvTZ7XhpXBV+5fv0mXhveGwXFSuQVKpFXBHpQE2Wt0sCiQGpKImrUqgMlbCmLlQCrJP2XS2dg03MGVsUAk4TVl55ZjL/2X0SRa3vkl7mirEgOB+sSOJUkAqV5KCtTwL0sGW196qJ1+84gi3JysrQ1iSGgc0kBJs3he2StlZKagz/2honTv0NnODu7mgUcMcaHxYLdfLYRC+aZw65cGfl5uVAoFBTklnoRAMrJyblCgCiiC9Hr/PlzGPhSJzRrRFacVhSIVyqtEHL0FP49dZ4CqzWqe6pVJwf7nL8Ujm37jmDSmFEMQ1ki8CvWz6X6yE0uiQrA/A0J8PVppI6xGhp6GntWsSQrAARY5R9n2PW6ev2uqj73d32ftVt5xdaz5Zp94Vt9pLrCc0v/8OQhhC6ZjdRiBVJLS+HatAX6jX0TMidnFD+4A0X6E6Rdu4S0rAzIuvXFoC9WUp+ws7PXerFDwFfS7ja2tqJevEitMBnLiD8rFKVaDFVdOUQPG2sbqgf35Zak/Da2el+O6dPbHMCqtQVYleYWlQ1Y7d+vJsoIsJqYgt7tGotmrArVOleehezcfBQWFiMvv5DG6DHm8mklnrF67uoNzJ3QD1mEdFtIgFVm63/kHTkmD2mEH/cyGvj5ZCHosByRFyPpdwLA7vxhhLZ6jyPxwQZg0ef8wOelzb/izzpj8NMrMgYk3eeJTTRtAla9dxxHewzCv9MaMfd+BgI39kf9f/fgnUed6O/J/+7BcvRn8r/Al65fmdvPXmDTWar2glvA0jde8AYWqF7bhu5Yd8ACrP7XvMDS7/9rLW58fauCr0RGROHoqVMoLilBcXEJioqL6eeSklKUlGqHVyELYt1r05rny1gV0zo3H+Th18NxsFIoYKsohI2yAFbKQtgqFfB0s4V3PTd413VH7ZruFGggjC3CmCSAGR9jVUyZ5kzzPPU3xofFgN367CMWzDOnfYkswoQjNFBDLDq9OltbUwBeDAPYWL3j4+KQkpyIxORULSawi7MT2jZviks3YwAFGzOPLUR1z6d1a7h5yLS2VBurB18+qT5y8+oNTA7QAKfz1yfA17cR4lOB+NQsxN8JxamgkeqiOgZMBf84w67XOUoNnknIT+T3cDT8ehTG1NL3WbsmDWu6YPb3h9U/rlngj4dP8sxppgqVRfy2uKiQhngsKS6m4xYzljlScJLsTCY+Tv4RUJPcqyhWaoVWtIKFmwPjoMDqBQtjVXRTVTpg1a8Wyp7kmh1YJfFbyEMWCZ5uymVjYw17ezvY8rz11ZV77twZTHltJIIOJ1CmKr0K5fCWyTB3QiN1cgK8EkYrHYTj4xEYHCkRWOUOtESsoYGXcw8qsNYbF786BUwng7Yp1qn8eaVOmJW/RhYNLRYwjwUsfcM8dqyqUizAalVtOdP0tvR70+z3X8pt8ZXK0doEECZbTwsLC3gZiWTLP9kqTYBUO3t72BjBdKrImj5P/S0+XJEtK142AcRUPqzQeeFBgDPC7lOUKcB3j7wkIAxsKVuixWuGcviDEDhFSFRT/DXA6rz11+Ht0wHx8Uz4P/mdUIRwgFW/1wwBqyoAlauxdGCV5FaBq1UNVCW68zE5yUsKNeOefWmgCuSoeoFRGV4cSfG1ik4r5Ltiyreu4YKwsHTUlDlYDq8SY7DKCqzeT0hBnw7mY6zSTkriX6j2/4sxDl8aSue2FvXWlwKrASMRL2firRC2Kjm0KvQO8MXkRiBxVeVy5nfyl1wBJBzA+kjsXKPDWNUCS3UVMxJYrSXHLgKojmiM0/v0s2GNNVVlzKfrV+b2s8pYZ4tOFguIsYClb4ix0oubxgKsvrhta6hmln7/32x3Y2pt8RVjrGb+PGQ9Q7Z4E+CJf5nCbDutaNahsTV7nvpbfNjYVjNvPhVwVqZQlIvHS0Ay1QE+urF6VeCavnjB5tBSqo+QtX6APyFRaWKrymoTxiqzxo+PDIVMJgMcgeDAkQiY8myAVRW4WpWYquZoP4sMjQXMgXEQYPVCWDpqeFiAVVG+VRmBVeWTXNxJSEG/Do3xWOThVaIq+4wTnT13BsHbQ8qV6uc/D6vmMoGss7JAgVeCqzL/IimwumvNW+XyJZGt+1ca0y3+9XXu6oYC8GdDAdRHAv7vveOIH8WECdCVQb7/80iG+DodX/gwAMRkun71IvjZM3ZrS3EvqAUsfeMFbViR1SLA6s8H7qCvJcaqSIu9GMks/f7FaMdnUQuLrzwLK1vKqEgLWHy4Iq37YsiW6iNkre/n50dJUkHBkfD29gUcPRCfmkAX9pRAlRqPwHl+8PaWYcr78/Arb8gRsl4PRyO65Z9rS+7v+j6/GLa31MK8FjAHxqFirFqAVZFtYwFWRRrKjMlW73xITwic+iMJEaCKEcAUEOAjp6EA+IBVcp8Co3ueqrVpwQKmZPs/AVBVh1e9qx6YmUEYPYCjF0k+L2juMYdW+f8s1/7NjHWtbKKkTpiVTX+LPhYLVJQFLH2joixbNeRagNWq0U7m1tLS781t0RdXnsVXXty2/a/UzOLD/5WWNr6eUn2EAqs9/GiB8XLmEGpvH1+6Q1Uuj2dA1fcZUJVcU+ZZgFXjW8eSU4oFzAKs1nRB2PkM1PCwt4QCEGN8C7AqxkrmTfP1phsIDuyHkMPXOYLlzCAMIIgwVjeVZ6wap4W+N2CMNEMsWOPKq9y5xEyY4fezK3clKql2nZq7l9OsMtjyWen1NK8EXq524luHOaD4uV26drH0DWlN8az8SppW4lPr6m8BVsXb7kVK+bz6fVUbL41p8xdtjBDjK8bYyZLHYoFnZQGLDz8rS1fdcqT6CAFWfX0ZYJVchC8VuJ7Z/k+A1XlT/OBdW3Mw9LzF+oDVqmszi+aV0wLmAFatapJQABmo7m5nAVbFNHOlA1b71wKe5OJ2fAr8SCgAcrLTC3Z9uPoG5KkMU1VeyDJW1X/pr9j96wdmqnUCVr7LbC0YW5srUo6dX+3CL4kMg1X7npmKroRidP1K9/vle5mo52mLJvU0k6A5qpGVV4q6Xo7IK9I+ldYcsomMipYvpOeDZDmSM0vRrYWnOmlF2VJIF+79yqpXZWwvS98Q71nP0q8qwlf49G/TwB3rSCiADnXFG8KSsspb4Hn1eymGq4g+wC2/IuS/iGOEkK9IaVNLWosFnocFLD78PKxetcqU6iNnzp6Bt48GWKWreLmchgWY95ovZBxQldwLDJyHzWv/r2oZxaJtlbSAWbC0Gq40xmp1NwuwKsoJKiWwmvZiA6uiGsaSqEIsIDRhhkWnwb9bPaRnF5u1/LyCUtTxckR2QcUAqxUtX8gYTvY2OHsjFS+1qaFOWlG2FNKFe7+y6lUZ28vSN8R71rP0q4rwFT7929R3x7qDFmBVvBe8GCmfV7+XYr2K6APc8itC/os4Rgj5ipQ2taS1WOB5WMDiw8/D6lWrTKk+cubMGXh7awOrhmocuGweNv9sAVarlldUTW3NAaxaVXdFmAVYFe8AlQ1Y9RtQC1YvOGNVfOtYUprbAkIT5unIRxjVuzGemBlYzWWB1ZwKAlYrWr5QO7g62uDI5Yfo51tHnbSibCmkC/e+sXo9Tk3DiePnKaN8zKvDUKu2BjCWUr6+tFLaKyEpE2cvx+ON0R3NUTSVwWcXS98Qb15j/UpVQrdmMlyO0Y6vbQ5fESuXT38hYPXGjYf0VFv1VUg+6dSB/sb5lZOmb9++4g1sSfnMLCC13x86V77N6S9k1w0JZ6T6S3yDfte+t/GHKZLrJmW8lCwcQEXIN3WMkFKPZ6W/kK9I0dmS1mKB52EBiw8/D6tXrTKl+ggBVvkOqjZUawuwWrV8oqpqaw5gFYSxej4d1SyMVXFuUPmA1doUWL0Vn4z+NBSAGOZgPFa+ozq4idTbC+9+M1ri9nYiIxyNJOcTZ2dLqsphAV2/0v1+4moiJgxojlRRfie+ThWx8OGWXtHyhWrq4WyLfWdjMbBLA3XSirKlkC7c+8bq9dfve/DKsP6ws7fD1i3/YOacqVKKFUwrpb3+2hGB+FQ5pk3shtrVXQRli0nAZxdL3xBjOSaNsX4lvgRNSim+IlY+n/5t6ruxjNV6vGJu3EjA5JEdoIrOwwBmQOSdBETeicQX00eq7xEB3PuBywKx+edVYtWzpHuGFpDa7w+dzQRSQwFHGWQywNvbG76+HcAEz8mi/yUx5uKJb0RGIjIyHpHxcshJivh4/PPnfMm1q4g+UNHzp7nHiGsXz2Lblp+p2hOnzkTnHn3UVRBrHz4Z+uQaM0fobdjIUxiyJlZ9u8XosVg91FzhlrjP7uRzHHpv6o/u0H2m596T7IICGUxdP+iuYQDz2kiovqbqLySfc1+SL+i2relrNKHxTn9NKtJ/VKWa0g7lfQg9BuHIO95m8F1T9OLWjbtOr7w+bryPSOgHlqT6LaA1RlQEniPHzi934pdEooKx8vl8Wc6Zf6Q0sKH+ZZqu0rA0PTrXcLEAq1Kas7IBq/0HMMBqNAusPhEFcOk4ZeQpDF4DfE0frsRe5pg4xJZlSfe8LKDrV7rfD1+Mw5v+bfBILgbQF1+L3IIS1PF0RE6hQnwmCSkrWr6QKl4utvjnxG3492isTqrPlge3rsSwtz6C1L9COvDdl6IXN//ajb/ijdfG42bkPUReDIWsti9GjukJVxdnY9Qol0dsexUWlWDlhjM0f2FBLr5eNNIs5fPZxZi+0bWJm1H6XHmQo86nzxbmkE0K4ZNvqmwpfqVbFqm7mPJVNhJrHyly+fRvzQKr/TrwA6vX7yUgwK8DBVLJpQJOyefQi5EInDeSucdlrbKfCbC6xQKsGtVXKjqT1H5/8EwGZIiEr48vPZAjMhU0ZjyJIxcfH09jyxGwNf5OPAO8kjTx8Qi5KIc8Mh47dn8kuUpix0vJgtkMFSFfyhghz1XgRkwRou49wqzxTXmrsfKrhWowlYChH32+QnAM1RXEJ0OfXGPmCF7FjXoel9KS+p7dn+UzvallmZpfir340j6j8iX7gvmBVaHxTr8lqwKwygWeGUBmY71BOGoQXBXT9mLSCPmgOWQIlWHovvjyjfcRU/Sz5KUWSI3E7CUP4GcSyU2grSNPYXZKR6whL/e4n0U3gXhfEifSgDwTdZWGpfFrqySHV51LRzVXW8vhVWIatNIBqwMJsJqHqLhkDOwgdkt2HFa+HY5G/xvDslTJ9zj0/rUTEgN3YCN9KwG0GDOO6UgAkg/twtRdTwE0xde/Nsa5t4/jCGswTToih/29J5mcNKCRGNta0lQ+C+j6le73/Wfu4d2Rvkh6Wh5Yffml+rwVcnFxw4x5X6JX3yFwdfPgTSN14fbu6N7l5Pyy+5xegxqSr6v3sbAk8P1mSmtVd7PF74duYHjfFmoxhmxpSsmet9AAACAASURBVFlS8hqr19qNm+Dt7YsvpvfDqBlfInDeFAStD8Ebb42Hh8xdigom+cP2g9FAST6u3UiggMXMqYPQsZ0QA0FYPT67mNI3hEvUn0Jq35BaVkXIN9avpOpO0j8r/VvXc8W6g3fRz1cPsHo9ngJnqosCq+Qi273pX9WBjMxvzCWnAKw8NRJb1gUZU31Lngq2gNR+/+fRdEzpQRipMoRGEiAVmBfgjZDQSMTLmVAA3jIZ/HxlCAyOpNr7+cggc5QhODgUO3Z/LLlGhvrAtYtn8NfmtVTmpGmz0LkHE3JCnpGGbZtWYsaiZYLlPas+pjsnpmYqceyyAg8fM2ETXhtqj6b1+eeX4b1b4a9DF5h6Du2J/eduq+slVn8+GfrkGjNHlDe0HDsDTwDvq57NdVNwnrHhhfe0nuHD0WiMJzbuYpiu3Od3gPts3hRDLmSyz/+qtUAnJHym+0yfybNOUKURWzapD9+aQncNIuhyOgkM5TdsI/QEjiQ1wZZAGba/HQ76/cJTaq83U3ZgKXEZ9fqFT39iF771j9Q6CKWX4Atqfbl2MdXGjH5C453+WqjWlQPQnfqffv/UXl+S9OTiW08ycpg2BFokPsU9VgFtfxeyrUo+dx3M95t+HbTXz9x1L/T4h9T1cdXxceN9REw7WdIYtEBqBGZ/lok3f1X1G25qMWOhiH5Eyjggw5p3GuPSpl9wrvO7+KgjGZ/C0SCQr1y+eUu3r+n2N8NjhP45TKcsE3WVhqXxt4ySMFbPpVmAVbFd90UEVumkdpk8aHSEZomoOykS4JXbgcoP+todztDDoVhrW9I9bwsITZh7Tt3G7LFdkJBeUk7VmHs38cn74+Hr64vQi6E4FpaC6+Fh+GbJO3TROPbtuRgybAJvFXMLilnGapkoEzxNf4zvFjLbzz9ZsQVe1WsZzGdIfuydG9i+kVlcvvbeYjT1aQ++30QppidRHZktNoZcw6j+rdQp9Nny4NYVGPbWwnKSpP4uRl8peqnkZWdlYv/pK1g1dySuX7+OwKAQzHs/AP26d8CoqV/Cu0cAUChD2zbV0KGpjRg1yqUR6w9Ll+/Bp3OHYcXGfUiKfwovT1csXzrJqDK5mfjsYkzf6NpEHIP3yoN8vToL2cLUMoTkE8WkliHFrwqLy3AmOg+PHyThzTFM/xBTnspmfPr/sC0NRUorvDbAHU1r26ttK1Yun/7CwGokJo/sJ873ithN4RRgzYLfa/N0gFX2AZnnhSWzKAUHZBFXpOmpuKADF2gxIDniJAZztzhzXt5K08c8oIG0MpnUUvv9n/ueYNXcRvhyw3UKpBLwnAFW4yl7lSCt3t4y+PkAgcEEiJfTsAFBU7wx5f1Q7DhUfuwX0ttQH1751QIdJuf3VNyZAzvx5x8bsWH7USHxEDNGCArRSSBmjPjf1idMrkIg/k4w85mEWIAM3387Xkvi8N4t8dehS/S3SUO7Y/+5u+r7YvXnk6FPrjFzRDkbkUXheuATrWdxTSryjP17XZbwQPrSXk/2uV1nfKD9DPiafWYvl29NJjteGALitPuYsWVrtOcB2tTAsFRv4QIGTN4hs8liH3Thb8hGceoxh5FBv3eKw+zPrqIxkVFHH1BhTv1F1FeEL2gADtV6qzIDq8dxRDV/afkn167avs5fP7bNKOnHlHmALy8zpyWM1PiSYRsz/iaUhtRK+vq46vi40JwowtstSUywgOrFhGoMVImSNhbyAZ/a/ZG8dNIi0gXK8ZqeuUq7Ovp8WXe80jdG8Izr6jmsvOFIvY3V1RzAKihjNQ2eLlWIserZYyzc2vnD0b0arKysYG0FlCkBpZL8VWr9U5ZxvpPPUIL8Rn8vU6K0VIGS0hIUpcaiLCYUVg+ZN9z6rsoIrFobwVj9gfPGlbBQv1GBphEn8bJ64eOF6fTBh5lsNtQfhGNqFmocfng7HN6cN+baMpkHnY/Nd36MCcOOJauxFhCaMHccu4m5E7ojjgdYpQ+7nesiwD8AIYdDcORaCvMA3Ksu/Hr44dad+/j94BVe1cjCp66XI7ILxAGr965fwa6NqzDmvflo0aGrYHWF5H83iwHjPln7l1oW32+CBelJUFdmi/W7LmPcy23VKYRsaWxZUvJJ1SsnKxMH9l3Bqi+YLfc//rYXoaGhFEyfNyUAkfFAYGAgvP0CkZoShfEDGqBN85pSVKJphdqLpLkaFYdzF+5h3ntDcPfBE/zfryF0Af7hjFfRslldyWVyM/DZxdS+YaxCYmxhrGyxtpYqX4xfZecqcfW+AndjyiAvjMf0EQ3g5eFEi+reVBiQvhTLgNF89kl+UoatR9IpG7RXywL07lCTyhYrl0//VvVcsd4AYzXyUiQmT9AGVrOyshAcHExjaRKmYkBAAB0fAQ/IC7MYwChVjnmBgQjWYqyS+ZawYjhzNa0tOzcnquZqqS1jQvqIk5j1qBPWkgUu97M+kfTZAppnDROKJgtq7ecPk4RJyiy136/bcQ9T/GWITwXDWC0EAnrIICcM1ouRtM19e/hCJo9HcGgkfekY4MfcDw4Kxd8HjQNW9c2fxOePRzBz8aCOdUH6TUF+LpYueAsffrIKdes3ErSH2DEoJSkBB3f9TnemvDr2Tbi5648TKmaMeJxeiEu3HuP86buQy+OxcNaraNpEM7b/8uM3VPd35y7B/329AJ26M3FVwy+dxYdLGQBZaIwTkqFPrjFzRDlDp0Zg1nrgU97FKt8zt+oZ3Bz3zCGD1EhHDu+awtT+qy+/OerwLPQX7GKAoC9oWLNEGrPe4upuqo0ZHYXGO/01IeXHoQ9dWxpqF33rS6H68fiaCLNqkvDZh9ElfqTKlkI6qOZljdTy7aDSk0+WIYWrjo8b7yOSGsyS2KAFWF9s0AXBdP4wdizULYSRCxbPISDulJROOPaqHD+EN8bHomJ/i/Flc+hruq7mAFaZUABVDFj1fncTZr7SBS521iBAp7WVFaysQT8zQKsVbJgbYP4HUHiGgq7kD/NXoSxDqQIoLFXgbmoONmzfB+szmocvPh+ubMCq38DasEnLQ9SDZAz0FR8K4Idp4fD+Vme7EXkACvFE8Jdsp9RJk3xwF6bs8sQ3m9mJUut+HHhlWobCKm0BXb/S/b7t8HXMGdsNMan8DLuA3k0peBASEoKQc7GICr+Ild/OoovH4ZNmYODQsbz2KShSoI6XI+R55ZmwfBmCv2Hi0E1ZslKUvYXkBy15m8qZ982vanl8vxkq7Oe/y4cimDmBCVlQz8sRm/ZdxUT/DmoR+mwZunM1/MbOKVeU1N9VAsylV15uFnaEnMGW7yardSOMVbLFVSYjB7T4UpCIbMkPDg6CzGcKPMoKMP+9buXqYkgnkliovUiadb+dRsAQX9SpzYSXWPz9dhRmlaBpXWfMmTlG0C+k2sWYvuHXtpqgHnwJQm9mqH/WZwtzyNZna1Nli/H3oAM5zJb4QjnkqfFAIQNCBX3zpiSb6dqHyiUX2WIfTwBNIluaXD79BYHVi5Hw6+GNkO0hmPL+FHh4eCAhIYGOfXAEjbnp6+eHoGWBlHVHdCL9xLdHAAKDghC8nhsKgJlfyRbIuLoDsXYYC1ARQDPFE413PeDM5yStZmvisXdJSB5NfrINVjPHM+lajOkiQoZOM5CF/34Z1r7bGJd++QVnu5DFqBw7vwhHgy91t4eR308AM/Rvcdans/cYT2zgbG9eOyxTUz92yzNjD7H11q7Ht7+eLudfn76tn2kstd8H7UyErywevr7ekMlIXFU5jaNKxknCWCVsywB/GfwKQyCXMbFWSQxWeY8pCHo/BMEHyo/9poyXq5d9Ct+uvWidI6+cx5zF3+LCyQPYvnUDfgzeL6qviRmPiaAdW9dh7YolVObkGQsxddYivfLFjBGqzAVFpdj09wkkJ2Ri2dLX1DK3rF1OP5NyIi6fw87f19PvY998Hx27acIFGdJfSIY+uXz6C/lKeWMYeo7Wvcf9bo575pBBasSR80jfmsLU9YK+/Oaow7PQX0w3k+ILKnmGfEJMmeXTSPdhri5x6CNyvWh4fclXPx1fqy21fjz2JXPap5l4i1dnKTY25Idi9aw6Pm68j4i1hSWdOAuQ56wdiA9gXwzoxWgk+KcWLsRoQZ73llxoymJBYjQT48vGjt2c8s2gqzQsjb/uZTVccLGqAastP96D2X2b4nzMI9x9lEmBUrCAqZIwUpXMP/Vv9HuZ+nfd+y3q1UDH5vWwbOdlKPbMNugllQ5YHVQHNmm5DLBKYqzmiDlEKA4/TGWB1To6TnmlMY6915gyUF7+KRPTCfiqTiPHzs/ZxVEdXRnk3g6c6j5Os+gT098saSq1BXT9Svf7nwcjMHNMV8Q+yuOtx1i/lhRYJQwtEm+QHNhBFo1+QwIwdfZncHHjj49GtgMTYDUzV9ifE2OicfrAVvR8eRyatukiyp5C8tcsm07lzF68QS2P7zdDhbVvIsPs7w9r8i/wx40HTFxFUrfgA+F4fZiG0i1kS1EVE5HIXHqtCf4Xe1ZpQFVV0YSVR5iqXFC1RbtpeFJSRgGzHxa/Uk5LQzqRxELtJc/Kx5p1p+FEMNXiHMDeDZnyPBRmpVFgd9k3M1C9uuFTlaXaxdS+IaKpeJMI2cJYuap8FSFfjL9n5xTjwo1kXLlyh7bZxzOHoXZNZnwY5Msf2uN45ONy1eXTPzUjD5t+OUNZop4ezhg5rDPatqgvWi6f/q3qsozVjvwxVkMvREIeGYrIO8zYR4DTUPKdAGqRkZTJ7Rfgh8BlQQhZH0x1I2xvCi57+yJ4gw6wSufsTohfJ8fEr5iwPZc27kLi8E6I/1Qzn1/a+AvOdmVBTq35+jjixmrmZ5Juaz3mO13U7oR6vueXUd6zSLolZHuYWm4cfvhco586x6MIzFoHfMrqrSvJkM5k+6jmmQT4Zgv7YlfnGUZsvXXLruvpVG6cTsks0NuNpPb7NdsfwVsmR3wh6F/v2t5063/IYRIKQA7vVBmC3g+FrIcfPOIDaWiArFQgcLscIZFTsClkhlnHSwKm7v5zI5U5+vX3KMj6+dw3MPqNGWrAVWgMETtG7PpjA9b98DkVN2rSu5i1kGGU8l1ixgghvcTeF6u/WHkkHZ/+Qr7CJ5/2xUtNEMzTV7h9lj6j7/Fk0+k+j3O/6zybaz3bc9MZkkHGGs14Ibrs1JN4mXdNoWcNItrg+vMbpafWeoYju8L0F1dR/b6gb71lqD3FlambyhgfZmQQXeLQh3e85ms/7vpSTP1UZfCsZUVVlc/fuXOkGB3EpCHKGLM+rjo+bryPiGooSyLRFmD8LH4Us1vYuLFQpzDy7PbpA/TnYEHMc5+XDj5kSEl9vix2/jE0h3HKNYOu0rA0/jqXVXfBxfNpkDnbVJ3Dq1otCMGcfk2x5extfFS6CDaluZraWdmAoa/aADZ2gDX5Zw/YOAA2jrCydQRsndjvDii1dcNnNzvi9QGdsGznJRTvrprA6vWYZLzc0URglU6EKqYLE+CeslrpQweHAUOAV7qo01lUUae+ygYTb8ougESPCJITZmbk4GZYHBS5ZWjRoybqNjZtu69kBf4DGXT9Svc7AQPnv9YT95M5fZBjl5Fdm1GWDgFK9l6JQdS1i1gy7w2a4oOFyzFwOD+TML9IQUMBiGGsTn6ZAVN/O3ZVdIsIyR/ZpxmVtfdsjFom329CBbZq5EYX7WsW+ON2guZk94Y1nPDz7svlgFU+W57atQb9x8yG1L+GdDOHXnnZGVix+l8EBQagg3cjwAHgA1UXf/gx1h8qpQfyNG3ohQ/efIlXNX06kcRC7fVXyBWk52RiZP/2yC8ohC1s4eTsgO+D/qaAVUefFpg3SzsGH58SUuxiTN/o1666kMvQ+6ej0vWmE7KFqWUIySeKSS1Dir8XFJUg9PQ93Lh/A4tmTaR20Fcen5349P95awRKrdIw+uUuqF/bS21bsXL59BcEVk+FIsDfFwF+TCiURo0a4bfffvt/9s4DPqoq++O/mUx6m9A7ARKalABSpEhERYoFG7pW3NW1rrC79rb+1bWvArqKursCdmxBpCjFUA09IE0gECAkISHJpE6f+X/ufTOTKW9m3kxmkiln1ixTbjn3e8998+5vzjuPR+8vXrSY3wmeCavzX11suZkVMGdWLubNX4z5LGJVVFi9Hj1XWITTLpaI0T/D7odSu+9qyyiveNgSveAgRHoSUdy1Ye+SQhnwtiEIs2dHYu1VlsvDrBG11ioehVV/bBbfFFtvqMm6FR+3+LKyiqvsOO1JVGW1fV33b39WgsLC/OaOLTct429Yblq2+PlcFOfl8sjlwnIlCo+ARzk//yqwZIX4OWlLjpf2FA7v24H357+EhR//gL07t+DrT4QfE2+8/V6MGO16U0gpx2Nr+/V1tViz/At8/cki3PXA45g+S1jPYg9fjhHO9cXs9jQWKcc4d3a6a1fMfm++4q4P4YcOdrNY4eHww4X1XBz2G1vPoijsz80vcj63d/xRpvmHkhqnAAz7dSq1b097Cn8FMUbEkzDrr51We5w3+2J7IpH9j1vPbtkHbn1BdL8VeGHVXx+WLqyK7y8dfJalwPHwg5rjj3tSeUv4nvPKGBC3MxD74/Dxcf99ROpcUTm3BBx8VLjxHv8hmj+kHgs9H8+cj0H83Aos+K4IYKkH3Pxg3mxzS4VVp3Xm8B3mSKaltvqmpYnPSlgKq4MfW46HJvfFxxsP4TEdu0yKCalyQM5EVSakKoAYQUyVxSRwQZX/xSYKoqpVWJUzsTUOj27viTsuG43Xv/kV6u9cL7uyRxeKEauKygYUWoTVSkkRq+F/kCo7VYUje86w0B4UH2F30i3EXU/OC/+BhdgInP3K+fWnK/fioRvG4lSleITP1aP6QZmphKpYhR92C3er5e91USIWSfjvys2iI2YbHxYBUuslFcDuLb9gwT8ewS33/w3TbrhVMj1v7TMb2cNqs9Vu5/ekdDiwZwqOnHEUnjumx+F/P+zCbXYRq95YSunLlzKBsKuishLvLlrDxVV2eatzpOqTf38UXbt1wXNvbOYC52P3XIwelkv1xWwVs4mV8zRfao0e/1j4LZ5/6FokJcU7NPvp15vw85qNSEyMxwfvSstVKJVLS9eGL3NlX9ab7/rbrrVeMNpvTX9vLfsHWiJWc91ErP7ySz7m3inkHrY+lnywBIu/XMxzTOfl5wn5NG+eg9zcWTztAYtsYZeKz180H0tEhNXeL1+PG7EXD6xQ4unue/BFt+uFvHp37QH/zBJ5JTy379m+DHvf02vnz0Q8au8GXPZ9BpbYnVAX8B9ahQ3wOJcqntp095kvNkptw/3q6JqRiDIPkarWmsFY92mV72D45FnA7/N5CgwWsTpvfjH++K/dHpezP8dL5wb/9/azyB42DpMunYmFrzyFEWOENAF7d2zFw0++LNq/r2vsrusuxsLFK5CaJqRpEXu05BghZrensbiz/60V9WDXNfzxqlS3drprV8x+b77S0mM11ScCwSZAPhxswuHffqB8pLFRhx37S3k6qGKVCh0UMbg490Kkpwq59ulBBIJNIBBamjEcI1YHP5aHhyZn4X/5B3DtqD7ookxjV/3DyG9OJeM3pWI5VPmNrCCzpQVg+msMy7gqYzevEm54laLQ4+XvtuGOy8fgja+3Qf39wx7nLRSF1djKBuw9fhZTR/RBJAqrqspSVJcctc1LrLIfjhUUAQmZKCxkd4fNR0LGEby+SLiTOz0CR8DZr5xff756H+6/fgxOV1pCb+y63rtrC557+HbkDMxEfmEhNu+pgfU9Jij8Yd6jmHG1+B3bm7QGdM1IQG2Twe1gKstL8bdbZvLPX/rwS/TOGiB54N7af/Lum3Hg0Ha8vPALDL1wHH7bVYCnHv4DMnsOwjtfrZLcj7uCHdPisPjHXbhlenOOVXcs1y9bgEtnz3Vpytf3pRjti13W9irOVeKdD1ZhzpxcsIyB1pyqTz3yOBdV2eMvLyzHmGE9cfuskVLMcCnjbr5qVA34esUOHDv8O9LTa/HM40/Y6m76tRAffbREyF8JIFGmwdtvPIfkJN9P0sS4+LM2Jg3O8Gv8mw/V2Oq5YxGItlknYu23tG1f/Mq5LzZ2Kf1bGUnl40u7YvYP6JaCD1b+DnfC6gaLsHrq3Ck+d+yYx9YGSwPAM2sqIYip7K7mLKqf5dW0HEaZsLrUSVh9wxJxemNXFb5+bj1+6dEXT/15BHrgJBw/E1LyvOcQNWpfhlnD2rArt3cDLl1Yg/u4IOv0mZjHlu3FA5bLw6wCLhNWn/61naUN10olK7/Fndv7cjG2h8PH7vpzttn+tZfx2Np3LufX8nOo5M+699arzNiE4/++gOfe5RGrxcDcp95BhyzxiFFv7Xn7frPWP3P8CN5763m88t6X/C22zlYVFPPnM8Zlwv64Y9+n1PZZnQWvPIkZs25B9qChHs325Rjh3NANlw3Dx98JP9Ledd0kfLNuP8Tes9ZzZ3/ZeeDzDbV8HV6U1YCLhrRHRlqCQ3fu2vXnO8LbPNLnRKCtCXg73rW1fdR/2xMIhI8wUXX7/lLMvcmyJ9IC+46cwuI1hbhy6ih0au/+x662J0AWRAqBQGhpho4p2L61AukJYZgK4L/5B3DD6L7omJ4miKhcTBX+WB5VvQnQGc38T280o6q6DnlrdrBbXGHs6CFI79QBPRPqsTT/N9x++Ri8uWwrNMs9Rz2GmrA6+bKuiItgYVVdcwZlxUX8Rjhs48kiHVkeOpUmE4UFSpuoets9N2LYqFF2a5ttqNahOcMlMOAG581mMA8FnjZ0zra534wKFrLyQq4i10gg+zG0/iZy2c+/4Z5rLkRJldYF5oRB4jktk1PSMPepV3DxpTPd3iW4UWPgqQDcCau3Ts8RnbzPVjPRwvvDW/tlpafw30WvYvWKL2yNTb/qD/jTfU+gazfvd032ZkG71Fh8tnoPZk9t3mx6YumtvUB97q9d585V4IX5n2POzbP4DXiefvRxdOvWHDL39Zr9GD6wK/pndvTLVHfz1aTWoqq6Fkajkf20hsxezZJNY5MaleerAKMR7FN2Q8OOHTsiOdn7HeadjRTj4u1kMljz6c13/QJsVykY7fvrV/6MpbXslyKsqoSUyvxhFU35TbTYG5ZLwvn7tt+lBHGVpc1wL6yycMINeKB0pEU8dTruc9FzF37nvfbDP/n3hsh3g325i/phmiX1DxdKRdtwnA0ulNpdrjzt4XvwKJhAK1we5iqgAs51bN/Jkmx2HIMg5Np9r0tqwx+Pcqzj77rX/74YTE1nEcnsXGbkzPsQw1JTAWCfTb4m1zFidbEK9/zDLoWAD6ZLXQNvvzAX3XoPwE13PsBbn//yExhpucnTnh1bMO8p8R+rpbZfdvYUWDqA/oOGebW+JceI6y4diiXfC8LqnddOwnfrf4PYe1YjnO1/+rV84QcONh3sB5ByduM8IS/yv1+Z42C7u3b9+Y7wCoUKEIE2JuDteNfG5lH3IUCgpT4iJqrWaoD0BGDjkVPIzy/EddeywA03D/7DsHBFJHsI5xU1dj84hwAkMiEsCARCWNV3TMGOrRVIS5CHT47VgZYcq//5ZT9mj8lG+7QUm6BqMAJaoxlag0VQNQn/skjVr5dvxFXTxkEeI8dXeZswfUYuuluE1VsvG4O3vtoMzYq/eZz8kBNWL++KuIrIi1g1GTSoP/4NjOrzyByYw3OOscsnC4uLkalU8ssp2f1Ays+Vw1VUZVMYeJHRt6OCN2FVyOfEN7H8SwGWDbBvvTiWDvyYvX1hfrvhEO6aOQKlNd5vMuXLyNjGh6UCqPMQsepLe85lg92+N9uUSQp8tW4frp8y2FbUHcufv3gbU//wV5cmfX3fm03scyl2Hf31eylNuS3T/6Jrfa7vPF8XDXB/SamUxn/9vVZKMVsZMS7+rI3xEu3e5sE+b77b0j68tc+g+NqHFL+ywnZum7GwvueJi7W+O/tb0q6Y/VKEVZYKoNbym5NVQC1kG4WCQrz9ePNnzHb7z59/9XknYdUnd/W5sPtoUp+bivgK/qx73eGPkZOb03xzKhUw59ViPLZEiGaWGRtxbulg7gPWiNW/PvMuOmZP8ounlDXMGn7gthl47b3PbT9w7tm+GV8teY/3ycTWkWPF+5favi/G+3KMYO3+551XePN3/+VJzP/n4xgxRrB1747NmPf0a6LveTtGlJ6vx7vvrONpa9opk3HDrLHIGdTba1/uvju9+YovfKgsEWgLAuTDbUE9vPpsiY+Ii6rCVQPsh63evdPx1/9bgj/eNUscitv9c+D3w+E1K2StPwSiVlgd8EgeHs7NwkcbCnHzuP5QpqRCbzRBZwD0JiFSlUWosudMVGViqyIG+OKbDZg5dQzW/rIH5ZW1+MMtM9Ejvh5L8vfj1svG4q2vNkH74989zkWoCau5l3fjEat7jpVg6sg+OF+v98eXQqKOWa+CqfY3oKkMqoazyBmXg/R0Ierx1Cl2x2QVcnNzsfjLPORkZnJxdfyYqZh+m1huzZN4fc5uZL5yA2Y75JpjrbHP1lqiWdvhPlsZoQ7GA2tK+mHpC0p8bn29rRoDbpyNO88uw1PbmLJwOTbwBNEqLHtuGRadFhCyMu/PrLFr3/qeffSms23s9QlcvHgUTru0xerZl7c8vzEDi74WfqHz3KfdWG02O4/T+dLMZndw9ivn1z9s/B23XDEM52oD63eNar0grKpZrGHgH57aH5ft/ZKTgmPNN6Lyx7rUxBjk/XIAV09uTl8QLJa+2CfFriNbv8WM66Tns7Xvf9V3n2HgBPEblnmy03m+xkqYI0/tbfdx/sS4ROPa8MWX7MtK8St/23auF4xjh5j9/bsm44NVv+OSEY4XtlvtWb/hF8y5+RowIZU97CNT8/ILMf8Jy2eWaFUhilWozYTVTz5cECgkou2UrPwGd3xtvUGO/fdgULsN+8b9Wfcy7xSP9wAAIABJREFUQyPKlgjXmxSrlMg/Avxt4SqkNf3M/YJFsbK/ebNUSEchz7H6/GLg5hdX+MUrGGvA3pBgtO/rMeKjhUL+13sefgq7t2/Glx//m7+++a4HMWrsJNH3rGNwZ/+Cj7bDID+P2TPGoWfX9rYhe+uLFfTnO8KvyaVKRKAVCXg73rWiKdRViBLw10eYqFqw76zD5f+1GkdR9f8+WI7CgkK8+IJrcImw/14H3O9un2+vAYjthcX278177mYtwHGP/OJHrleSPHuPh4jaEJ03MsuVQCC0NF2H5PCLWO3/9zw8fEkWPlq3F7PH9UdyUgoXTw1uRFUmsMbKgSWfr0FaajJyJ+Zgw+a9uOTySchMFITVW1jE6pcboVv5qEdfI2E1eEsxtfR7lnoOvTMz+R3GHR5aFfYVFiMvT8XvpswiV9mllOzfdxYuETHKXjwVPp429894bARQ8OGHWNKdCaBKYO96TPm+HZbyvG9CnZNcHLUeXC2vR57E/U/uRB/WRpe9uP/Jaty5+FKnS/OtAil735uw23zA5xvc7UzItT94u2vLMi6rSMrsXwC8zG1x7ZONddNoNm77LyDncbqfU29fmCu3HcdNU4agss59LlR/PKbBIqzWB0lYDXb73sacHC/Hiq2HMHN8lq2oO5arPn0DM257FL7+680Gsc+l2HVoy9ctElYHT7zRZ9Oc52t0VrLPbdhX2Hm80af6YlxobUhHKMWvPLU2JisZOyTOmS9rW2q7YvZLEVbZj4D+PoItrPprV7TXC9S6729YC3RRNkexlgNzFgO5A1XIP6LE/U9/jIyu/f3C7csa8KeDYLTf0mOEL+NoLfu9+Uqzza7nq8IP5uLplHwZq7SyYj/2O4sS7Md/53Neaa23bilXloCnH46kn6sHdBz83N16+bLVPk+2WHuXUiZwlkr34cD1SS2FFwF/fESqqMr2+Xlr8rFo/itITnJK41W2F/e/Dzztkred8XNcJ+J7YXvOzntuey3AcT46KxPw0BvNiQbffXQaztlyPbXm3Ln73mDBXdbjtUhglmjAWRDtFj3WuevP3+Obv/Uc7QiksJoaH0apALL/9j3mTsnGh2v34PoxWUhOSvcoqrLo1Ri5DCtXbsKMqWNhlsmxYs2vmHzpBGSnNHJh9Q+XjcHbn+dDt9rznaNDTVidPLUb4isbsOtoCaaxiNWGwEYOBnGpuTSdULMZsabjUHbJRHpnywmlVsWjeGpVViEVWPxlMRdXi4uLUVyuwmsL3kNSkrPQchKv37kbma86/5Ll/L79a6mfOZXb43SCxPt017/lgH+nNWKWve6Hl5dYTli9tiXVRrF+LOLySE+2OU6Ls185v/55ezGumzwQ1Q2BjSytb9LxHKv1GlNQXDDY7XszOiFWhjUFRzF1bKataLBYerPF/nMpdv22cZkvTbqUHTp5ts/1nedrZB/f86Tad7rnZJNPNohxobUhHaEUv5LemueSwVjbYvb372KJWB0pHrEaqPFQO6FFIGDr3tCIM/8dzQfHo1iLgfueWYyO3f0TU+0pBWMNBLv9SDxGePOVZqbSz8mCsxo8nVcGp8fgtyqVqbdzdbF9RAutZ4LQE0W4xOv+RKwfqeNqoY2W6tJ9ODD9USvhR8BXH1Gr9di2p8RrpKpVVJ37wJ9w4QiRPN1sHb0HPP2i2FWXznt7+z23dS8MwOueW3w+OqcL4ioXVVlC2DZ5SDkWeNI4WsFot8c6d31LGVPwjouB0NJ4xOqWCoSVsNrvb99h3pT++PCn3bhhXDbiE9JEL//naQF4SgBhEmoqq7Fl214oYhXIyRmMpHbtMSRdEFZvnjIGb32+AYafmu8qLTZ1oSmsNmLX0TOYNrJvwIXVFz/8xQXDs3++JGirMbbhADTndiBzYCbSlUqboMoOsCzvFbvpA7tjbl4++B2W735gLoaPsL9pldW0ExZh9UanVADO79u/lvqZXbkyFvGagaUvjkQPeGrLHpkb29gB3mtbUm1k/Ull4H46nf3K+XX+njO4anw2VE2BF1ZZKoCGIAqrwWzf2wKJU8iwflcRckf2tBUNFktvtth/Hqp2MaEg1OaL1oZ0z2pNvwqGr4jZT8Kq9PmPpJJtte59YRiMNWDffzDaj8RjhDdfaWbq7lzNeh5nl7rqVes5rVDHdrnqi0p8bn0tlrrq3r5sF4RlzzqlrrqyBq/b/dA/4MbR6PP1TtuNX3nkLC/DBEbWt8XWG9th0dfH+RCEMhmW4bDPBXuFtoos9ZpHK31fIWav0E/Jj19bUplkNQcmOCwSZ6bu2nIdz7S59+KxkWLn0M1j4+nAOFM/xlW2B/c/UYM7rQEVvAm7tjm7y3HJ9rUovtZii21/IMyzMBdO9exs8sRHOn+47C0jZa/py/HUrzn2t4MA1fNljlvapfTjnNDT+q0nMHfWcNuVqbW1rpf/N4uqd4uLqrY1Y78W7EciYT8uac/tnk7n9HicsybRbylEv+pL2eNby4xC8RPN4nLzMVvsmOb83cL0DeHhs1+JHuusg3Xft7fjm8PxcnwWpm077vSdZf0+8s3mQBzfdB2SLMKqLHxuXtV73rf466UD8OFPO3DthVlQxMgBM/8P1v8XXgvvWB8xMhnkcjl/aTKZYDKxm1wZ8cWWg7juktFY8Ok6mNc97dG9Q1FYTahsxM6jZzA9CMJqp/R4l5D3iiAfSBortkFdWYDMTHaXViFi1SqqqlTFXFxdnAfc/cwHyBwwyM18uT9R/fWDD3gqgEXsRHDPelzyfQY+cRFGrScsTieT9ieW7HnZelyysw9+YSdYrK0F1bjfuYxLjlf3wqr3tnwRVoUTyQ1jLWO1kfJ0Eu+I09mvnF9v2V+K7B4Z6N+jnV9fC+4qVddruZCm1Tuu4UB1Euz2vdl5tKQax0pqMHFYN1vRYLH0Zov956FqVyjOF60N6Z7Vmn4VDF8Rsz+7SzI+ZDlWKWJVuiNEQMm2Wve+oAvGGrDvPxjtR+IxwpuvNDMVNpir7SBPt4h7ns9X1+LEjdbzO6EN/nrUSdz3xE70ZW103YP7LCLeRQ5OxMqfxKQll+Iilx/hvZ1nrsXq8ZfbnfeCi5usfXt7mbh3+9ewnBM3d+7fvsLZXqvt7laGN7HafuzuxuPYBhvb5tFM6GTn1uuABxwDN3wZl8CmGtZ5Fkbh2B8vc3YU58yev4TLsMhB5BZ4u9pkz8qVjy92SvdhX45QLbOpZT21rLYv7FrWU8tqt6advvrIrt0nkJubyff2ygQgPSEd7Hay6fEAy6lqFVXnPeBJVBX48DWyvZ9lD2/PzH4tudkLsz27z/v3ls1LYGu7+95wJyq7HhPdHz/sv1taduwWP9Z5OnY1i+Xujrns/adg+Q4SOXbac/ZlLQRCS2PC6vYtFUiJCyNhtdtfvsHfLh2ATQdP4tDpcpjNgqrK/uViqvU5e59JrZZ/3Tl0326dMKhfT7zzyVooNj7n0e9DUlg934idv5/B9FGBj1hlMDqlCeIqC3mvqLPc4jiwRweX1s4VfoczxwuRm8tSAgiRqlZRdf6XKtzyp2cwfrqnS4pP4PU7diPzNeeIVcvJyx3Wk9h2uN9WxrmO/WtPzy1tTcjC9K3Vtj75wt8KDJgtImyK2sb6EGvLXd/WsTSP06XPsj247/Gd+J0TzsLLSy0n0W7ZOE6Fs1+J+VnBwYoge0NkNj/ugk4uAwsFlq1l1/laDTqkJ4TN5DpzobXh29S1ll/5ZpX00s72Z3dOxoerSViVTjAySrbVug+346U/sx1pxwgpviJwcne+KvWc1LkND+eMu1kAgBBpynKPCue/nvrx1LYvnzl6hOR9hai9NVj2zDK839N+Y+3scSJMfR67M0cR8dvpgjnJ47LN+1qs7jUan7xkuerN/tycnb//G3jmpT7Y9sw64EHnubLbM1iGz4XaUd75SLVTug/7s+L99ImWd9WiFqSya1EnAajcWnb66iPf/LgHOQNZGjQVlEolMpVKKLukY/5iO1H1Qe+iqhURF+6WWW/Ead1z1zhqAG73wt723AGYiKA1IeV7w5t+IHZM86Sf+KsJWY5VDsc6b327O76J2RcYmwOhpbFUANs3nwsvYbXj/V/hr5cPhtZogtZgQgxkkFkUT4u0ytRU9p/wx/7HRVfAZBFdTfxzIVWARm+EWQa8u3QNkre96HEJhJqwevHUbkgMsrDKgLADdGuJqtYJOF24CjvWrcGsaeyyfyFSVZqoGrSjWNQ17OsXZtQBogFHLQFaG1E79XzgJKxG5/zTuo/Oefdn1NJ9RcoG2RcR081mutRyhZaLiNf6wqqkfQUTQtkVZWKiozVabVk7S8CAF2HVbVtSxWvPG3f73n3bLwkiKL/kf5RzH+yzdcC1/bDheyawOouvnm0SBCd3fKTt66T7sD8rxLWOb+wC06c/rZCdzdR89ZEqVT2+/2YtkADkDMyxNKTi90zJy8vDPB9EVX/mLnLqSPne8CasigWgeT/W+ef/no511lnxZK9YGU/vOc60FJsDIaxqWY7VcBNWM+79kgurGqMZBqMZcpihN5sRK5fxaFWtyYQ4uYyLqkx4Zc9NMENnNEHB3zdDazRDIROEVpVGD5kZeG/paqTt+GdYCavs5lVMWN3+ewlmjOqDqjC+eZUY+BM7v8P6n/KQqVQhL7+YR6pO8BipGjmHzFAYibNfRaqfhQJrsiG8CNDaCK/5ImuJQCAI0LoPBMXoaEO6r5zAa5ZIxZucUkexq5AWd5+ND1jqqt3rkft9Bj61CGyOdezbcPO8dD1yd/VBPktdxdpiqateuxE3dXXu39NrT5/V4KtnlmHDODt7bX34MefMRlF7rW2x/oRITmduLArYgY/btli5tTgxW7CZiZG3FfQTYew0Nj+GI15FaJcJq4+PcvUDZs9nZ9vhRPeRgg84jMubTZ74SBuAdB+W1h6VijwC/viIRqPBmTMlyFv+A5Cg5GkBFs+f5xHOwZK6yIPXohG5+96Q8F3Av2fcHT/cfx+1yFxLf8KxTkrf7sqIvR8YmwOhcWjCUVhNu+cLLqyyCNTlu4vQqDPi9vH98d0u4fltF/XH97uL0KAz4LZx2cjbc5I/v3VsFn4oLEZVow53XJSNnw6cwbl6Da4Y2gsNOhM+WLIS6bteCS9h9YpuSKxssgirmahqMLTM70Ow9tHCX7D6my/Qvkt73PaQ5/kJQfPD2iThINPsV86vw3pwZDwRaAEBWhstgEdViUCYEqB1H6YT1wZmS/eVk3jtjp3IfG22iEDIPvvJkn+VXbpvLeNcx/61p+eWtmypq4T2fv1gEZ7kqatu4gKe42uVnX2e+gVQtgf3Pr5DSD/l1IfvU2A3doe27N+/Avn39hFpWsxOsbEL5TABWL2VXU7sgbH92JCFV5ZexvPK+vxwaIdxah6D8zxg9zqLAO5m3kVtksJHmtXSfVhae1Qq8giQj7TVnLr73nB3/Hc9zjscr23HNE/fRz6O1cOxTlLfbo+5rsc4l2Onj6ay4i3WOGSApj27edU5pCgQPjevSr3nczx06WDIzGZ88PMeGJsa8dC1F+P9n3bB2NSEh2ZNxPs/74FJ3YQHr5mIRWv38jIPzpqIRT/vRYNKhb/dkIsl+QdQXVWFW6aO44LsoiUrodz9algJqxdf0Q1J55uw/XAJZlyYiarGyBNW/VgbVCVABJz9ivwsQGCpmbAnQGsj7KeQBkAEfCZA695nZFFbIdp9pWTFMtxWkIVP/9l8V+modQY/B97WDKPdh/2ctqiqRj4SVdMd0YMNhMYRlsJqyt2f4/5LBqFea4TaYILMbILBBMTHCJf5s0v+4xQylnmV517tnBLHHaFOa0R6fAzPuapSG5Aaz7KzAqdrtTylwAdLfgxLYTX5fBMKDpdgJgmrEb3g22Jwzn5FftYWs0B9hiIBWhuhOCtkExEILoGgrXuvCfyDOy5qPfAECg6VYObo5oAH59eB77HtW2RC4K1fWW8k0w4PvCEWhdv2doa+BTX46qmv8N7ptmUYjT4c+r4RWhaSj4TWfJA1/hNo0Xc0u4wegDocI1aT/vQZ/pQ7CFWNelzZJwHqpiZ8dVyPOcPS+fNvT+hx2xDh+ZYKYHdRKRr1Rtw0Ogur9gupAG4dl411B4VUAJcN6c0jVj8MS2G1O5KrmlBw6Axmju5DEav+ryeqKULA2a/Iz8hNiIBAgNYGeQIRiD4CtO6jb879HTH5ir/kqF6oECAfDpWZCF07yEdCd27IMt8ItFjjkAHqdon85lXJ4ZQKIPGPn2HOxQNxvkGHi5QalFc3oqAhBbN6mfnzveoUTO8uPC+Pa4eV2w/BqG7CfVdPxH/WCakA5l6fi083CqkAbp56ERp0RnwUpsJqSrUa2w6expWj+6C6yeibF1FpIuCBgLNfkZ+RuxABgQCtDfIEIhB9BGjdR9+c+zti8hV/yVG9UCFAPhwqMxG6dpCPhO7ckGW+EQiExtHULkEQVmPM4ZNjNeGuT3H7xIE416DHWZUWcpkJcsgglwMKGSBnf5BBEQNkJMUhMyMeMpmMpwJQJsg55RqNEWlx7LkMJXVa6I2msBVWU1VqbD1wGleRsOrbCqLSXglwvxrTLNg7v/baABUgAhFKgNZGhE4sDYsIeCBA657cQyoB8hWppKhcqBIgHw7VmQkdu8hHQmcuyJKWEQiExtGQkYhdm8uRFE7CavycT3DLpEEor9Xi9gtS+CX/7+xT47GL2vPn/zmgxl/GCM/Xlppx6FQZTwVw/YVZ+Pk3IRXAH8ZlY8TRhwBDIzZkfoRqjQH/XbIiDHOsdkdajQZbDpzCiKweaNCYWuZVVJsI2BE4VlKKq8b0RY0lEpr8jNyDCAgEaG2QJxCB6CNA6z765tzfEZOv+EuO6oUKAfLhUJmJ0LWDfCR054Ys842Asy/7VlsoXZ+REH7CatydS3HTxEEoq9NhRmcdv+T/x8ok3D1Axp+vr07CrVnC85OyDGzYc5inArjnqon4eL2QCuDR2VMw+MCfUFNVisNjV6C0XhemwmoPpKvU2HLwFHIye/CUBvQgAoEicLy0DFdd2Bc1asGvyM8CRZbaCXcCtDbCfQbJfiLgOwFa974zi9Ya5CvROvORM27y4ciZy2CNhHwkWGSp3dYm4OzL/vRfpxSE1cRwiliNvWMpbpwwCKX1WhRX6SCDmacAiJHLwC7uZykBYgAoYuTokByD7I5JiJEBdVoTOiTFgN18VSYDhu29AapzJ3Bkys6wFVYnTesBpUqDTQdOIyezGxr1FLHqz0KgOuIEjp0txzWjM1GjFvyK/Iw8hQgIBGhtkCcQgegjQOs++ubc3xGTr/hLjuqFCgHy4VCZidC1g3wkdOeGLPONgLMv+1ZbKF2XHo/dm8uRIA+jHKuK25fgugmDUVqnxQPDU/kl/y9sb8Irl3Tgz1/f3YR/TBKef1dswpmycp4KYOaIfth06BRPBXDH+AEYuHkCVBXFOHrlaS7ShmMqACasZtRqsem3U8jp0x0NWhJW/VkI0VLns1XrRYd664xLRd9nv95cPboPVJYUE+Rn0eIp0TdOWhvRN+c0YiJA6558QCoB8hWppKhcpBCgPUCkzGTwxkE+Ejy21HLrEnD2ZX96r01jwmpZeAmrMbd9jOsnDkFJjRY39NTzS/4/O5uIvw+V8+fflCfhocFCKoB9hgzs+u0IjOpG3DJ9ApZtLOSpAO69NheDfuyFGlUNjt2gQi3PsfpD+OVYZcJqnRYb9zNhtSsadWZ//KB16xTtwzM/ltv67Dp+Ah4c3YhvFhSh0x3jcXHGOXyzoBwXzB2OQR4tY+WsdVpjCK3dX+DH9OnKDVg0b5ZLw1uO1Yl2xn+9GdMsrIaVnwUen58tMr8pRKFdbcHnU1rQXmv6vZ9mhlk1WhthNmE1J/DvpeUYyr8zrLbbH6Olfo+0xbjD/7ukLagFo8/IXfeW750BOXhpWmcLukD6XSDbCsbMBr7NyPWVwLNqUYsOe4RUTLXtC7yd90SfT7aIs4TKUbkHEN2jujtfdz7n8OajEqCHWZGo9BG/5sh1L5hz5RW4oZ9zY+7OY52Pb6F8jusXoDav5OzL/hikShWE1fhwiliV3/o/XDdhCE7V6nCiWscv85fLLGkAWEoA9lxmhiIGSIlXoFOKgr+nM5qQHCuHXAYYjCakJyh4GgGV1gi5GVjySXgKq+3qddi4rxhDe3dFkz7EhdWifXh2JXDrw8Mx0MFjz+GbhUXodLv9JtmbS/tTx1ubnj5v7f5aYqt43c9WCcLq5qPiQqpzraLSclw9pg9qtYJfhY2fBR5dC1oMtN8Eur0WDC2CqtLaCK/JPL9zG/Krk1HRrh8esP1IES5rI1zsDC+f8MfayF33go9VdACGTLeeVwXS7wLZlj8z1/p1ItdXWp+l2x5rTuC9T8oxxGUvIMXfpJQJobGGgSlRtwdwu0d1N1n2Phed/hd1PuL3upXqH+7KSa3vt4FRX9HZl/0BUpMah92bwkxYxXVvY/jI0YiPlUFvEIbNcqby/KpMVJVbn1vyrVpzr3LRVSgriLFCOZaWtLFJi+VfLEP6b+955Mjys/paQMazugbwIQM0WgMueSIfF0/rgXaNemzcW4yhmV3QZAhlYbUBmz7dD8wYj4vbOfM4h2/mW37payfyfHwy1m4TolyHs194stgzSznRz6yfF2Ifr5WKy9mv3rxfZsdWrD0v2MCiBx8Yw36NFNrDAGBfVRfMva0vOvD3LG0M6ILhvzcKUbUu9gdwfoPY1Gc/WoTV43Vw99y++6KSc7h6bB/UWiKhw8PPggjQr6bt/VnM78V81NW3BT9tbPZHB9/1yzCqZEeA1kY4uQM7hheh021dcODTRuTyY7XddwI/Rjuvu+Zjedfx2ei0rdxyLHe31py+E36v598VU6q24rPfAQzIwYvT7SIBbd8T1vdpDYeDR0Xuurf435VdcKAAmG07nxE7zxJfO/xcyK3f+3D+ZVsrYudY4eAlgo2R6yshNAfVJ/De0npMmWcffGF3Hs7Pe3Iw5GghKsZZ9gLH9+HZglTMvS0Z+bZ9hNMewO54fX7HNizYVg+gC2516CeEOISIKdG1B/C0R3XnT+72rkC0+Fl0+UhLFqbEvaCD1mCt0w8VS617RatuwfaDTt/ndnpIs7bh6LuO578tGU/k1XX2ZX9GWJMcKwirsjDKsYoLroKp7ySY41JhNhlhMppgNhptfyb23MRemwD+3CT8mc0A+xN5yHR1SKjcg/jyAo8cvUqkIgWCKayyHKsdGg3YsPckcjK7hvbNq9gv0auA2bdaN8H2qN1dTiGEzu9jJ0Xscjb2a+KPwK1z2UmXp8+AI2t+wob2E4RoJlaPnXi59C2E0g+xa6+CCViWCCiXNn5sFARa26Wn/iy7tqvzmSUVwGbLpf/stfXBI1mdUgIcO3sO13JhVSgVFn7Wdnjd9GzxU7tP+Y8D/Tz5qDe/j77LjYI9rbQ2gk04gO2z75LtyXhgWmd+nD+Qbb2cyv1lefbHchbtumAbLMdyb2utEPw7IasC7y09hk5s7bazbP7594awjgUbGrDpM8uPhzyljafvLlrDAfQIv5uK3HXfvBY6bbf6p6fLVp0/8+b33s+/3K0J+3MsvyeuDSpGrq+0AUwPXQrH53ohiMJ2mazjZbC8TFU/vi9gz5dhGB5wSCnm6bhsPecPrXGHojVRtQfwuEf15E/2aewcU9oJe8vIfkSVj7RoKp33gl0sWobIXtCmNfj2nS2ulTi273j+26IBRVxlZ1/2Z4DVyYowFFZ9GalXJdSXxuA99rS1hdXpPdDRIqwO79U5tCNWWU68VcBNPgur9htQXw4y7uoBKNpvl+c1xU0OJ7F8JuG9Gf505S88FcCWY7Xc8dlre2HV+r71vWOlFZg1tg/q9BZhdc9JhLyf+bakW6G0u7xfnvzLl89aYQhR0AWtjfCZ5MNrfsbB7KnCppsdy491tuSR9PQDXUu/Rzy1vc8hh3LOlcw2WsPh4FEhs+4DfrGR0yWqnzci95Zk5NtSLjlfVujuklYp77OZdi7ntCZmWtaEzymfQseLPl1lOX86ajl/WuV0/mR533b+VGY5f7L7YXp4zxA/Tw8Z3Myf9qGwQxbm3WK5eszed9h+YjVw0y2dcejzfQBPdyHFBxux6fOt+Ln9cLx0hfWKg5AZdMgZciyafNjmU26Cf5g/2s1Qjssxzd7/osfPospHWrRCpV7i7+93rn06RU8pKiilgLtpdPZlf6a7KkkQVuNkJshmTcr2eGrHLqEP9iMY0Z2BtNkrgjYQVjs1GbF+zwkM7dUZ6pBOBeApsXwwN8SWk37rja6q9+PZghRL9KpUodapjTCNWLVfC5/ZiarsfSFiVdgwWB/HSytw7di+NmE1PPwskCs+EG2RsBoIiq3ZBq2N1qTta19sPe2zpHix1mW//A+zXMXgLnokmMKq2A9uJKz6OrNtXT6y1r1rhN8ydGlOgcEjqqWsiUCcm1ln1tM5YFvPvm/9R5av+Db21ivdiE2fbUXFOLEfqthn+4BxllQXPGDD0/m8o9VC1FaK5Xuj9UYUbj1F1x5A6h7VfhY9+1w0+Fl0+UhLVnBL94JSv7Od9YrICxJrySx4quvsy/70cz4xhoRVX8CFprBqwvo9RVxYbbJEFvoyptYsy75kFh7rgof5L9COX07fLixCR56w/hwcnxfi3EXC5fmO9Vk5d58Bh3/6Cb+0a04F8Nz2VKHfon147ngXvMB+rWbPVzbiMpd+mW0N/JftA9l2bdjKtia14PV1cf80h8Y3Od3UqqiMpQJgwqrg+eHiZ8Ej5k/L9v7sWN+tj8K5jvOasK4Vf+yhOlII0NqQQqkNytgfvy3ds3V0KOsKXN/P3TrxdCyXutYktm1DIrXdNmBIXbolEDnrXtz/ztluZiWsicqxbN2wyG9350Lu/N7T+ZfTenO7JsLbESPHV0J1Hux91PVIbtvAAAAgAElEQVQ8iu0HNlYn45ztBob2Zdz5oHWs7PP9lkjXUB1/29sVbXsA93tUKcc0sXP9yPezaPMR/1elu72g1PNTX84pPRwLHb7r/R9NJNZ09mV/xliZKMceFrEKiliVxC8UhdXOajMXvIb07Ah1iAurDDL/Be/XBhvvrlw0beB3sO1kETidnws3UWB1UnC57W6hQji7+GeseeFSIuHmVc71LO/zJNENIv1azON3KD2OMvbSoawkdwn7QkXllZg1ti/q7YTVcPGz0IHv6bILTz7q7rIO4MhPP/Mb6AhrJzl0hhpFltDaaJvJZr5/IMuSBsBqQtF+PHu8M168Am6+RwC4PZa39JJop7bZDVEetkTPOlz27NgPreG28Z+W9ho+617ke4etk5UNzedQ/LVwU1DH8xsplyJ6Of+yX29u10RLZyO064ePr4QQRwe/YX45HC9aLtl3OWY6+7NDOgpPx2Xr+X9z2yFEIKRMiUYfFt+jJjueQ4ge01xTUfD9p50Ph9TkBsiYaPQR/9DZ7/eEFmx7OInnp47HQHe6iVX/sNtDRrmWIXW+nH1Zaj37chUJMuzZXI5Ys5FSAUgBGHLC6rQe6KI1Y93uIlzQoyPUBimjCKcy7qP9wmkU4WrrifJKHrFabxA8P3L9LFxniOxuKwK0NtqKfMv7dR+V0vK2qYXIJkDrPrLnN5CjI18JJE3Xtug4Hly+rHXy4eAzDvceyEfCawbpuOl+vpx92Z+ZrYiXYefGMsTLDCSsSgEYasLq+Gk90F1nxtqdRRjSK0KF1QVF6HgHSxEgZYaoTCAJFJVW4rqLmoXVyPWzQFKjtqKBAK2N8JplfjK5zXqlRAouo++U8JrAELGW1n2ITEQYmEG+EqxJEnKvrjtPx/FgEba2Sz4cbMLh3z75SOjPIZ3/SpsjZ1+WVsuxVEWcDFvXlyI9jlIBSOIXasLqmCt6IFNnxpHTFThTUY++XR0zl0oaFBUiAiIEDp2sRHavNFzYryMaLBGrR06Rn5GzEAFaG+QDRCD6CNC6j74593fE5Cv+kqN6oUKAfDhUZiJ07SAfCd25Ict8IyDmy761IJQui5Nh08rT6JiuoIhVKQBDSVjNfWIDxlzRC1kawCQHDnNxtU7KMKgMEfBKoGcnJqp2gN4kg9bU7PmCuEp+5hUgFYhYArQ2InZqaWBEwC0BWvfkHFIJkK9IJUXlQpUA+XCozkzo2EU+EjpzQZa0jIA7X/apVTNwKg7YufoEMtISSFiVAi+UhNWpT/yEnEsykWoE2kOOWLlgXVKsScpQqAwR8ErAYJJBZxT3evIzr/ioQAQToLURwZNLQyMCbgjQuifXkEqAfEUqKSoXqgTIh0N1ZkLHLvKR0JkLsqRlBDz5spSWz5iMaDAYcfjX00hJSSZhVQq0UBJWr3nuJ8gUQJ8R3aBISoDZIqxKGQeVIQJEgAgQASJABIgAESACRIAIEAEiQASIABEgAkTAPwK6ynoc2XUaiQmJiE9MImFVCsZQElav+79foFE38j+9TgOTiSJVpcwhlSECRIAIEAEiQASIQKgQMJvNoWIK2UEEiAARIAJEgAgQASLgA4Gk5FQkJCYjPjEZCkUsCatS2IWSsHrjy1tgNBhg0GthNBphJmFVyhRSGSJABIgAESACRIAIhAwBElZDZirIECJABIgAESACRIAI+EQgLj4Bitg4xCgUkMnkJKxKoRdKwupNr/4KmM0wmYxgJ+UU7yBlBqkMESACRIAIEAEiQARCiABFrIbQZJApRIAIEAEiQASIABGQTkAeEwO5TA7IZJCxv1mTsj1qczKvqqL0zt2VlCHAnbR2cyL9BWNMGq0BlzyyCrX1DS2HTi0QASJABIgAESACRIAIEAEiQASIABEgAkSACBABIuATgfTUFHTu2I7XIWFVAjqvOm0rCqsj712GKydmo11yrATLqQgRIAJEgAgQASJABIgAESACRIAIEAEiQASIABEgAoEisPSnQ7CKqySsSqAaSsLqc5/s5aLqobNNEiyP7CLahtqIGGBCXIxf4zDHpfhVjyoRASJABIgAESACRIAIEAEiQASIABEgAkSACPhPYNeBYky5sB9FrEpBGErC6vzvDpCoapk0JqxOHtFTyhRGXJntB0tBwmrETSsNiAgQASJABIgAESACRIAIEAEiQASIABEIAwJMWL1pykASVqXMFQmrUii1fhkSVilitfW9jnokAkSACBABIkAEiAARIAJEgAgQASJABKKdQEQJq4OGjUJDoxqNTbXQNNahqb4+oPMbSsLq2yxitYTSALAJ1jVGd8SqKZaE1YAudGqMCBABIkAEiAARIAJEgAgQASJABIgAESACEgjsPhghEasde3TDrDkPY9+Rw+jVtTfOnD6OlKRYNNbWQduog1mmQ21VOeprqlB7/jz0Wp0EPI5FQl1YNZ+35OjUWOzWACr2XKMS/mUP+/csry+5zfNl9OYGMYFaZWsrPiUFScoMn3l6q1Bfdx7H9//K+4FSiS4dO6Fr7wEu1UhYlSas1mtkaKiTIUkByBOAmBgzEmPNkMm9zYTvn8thQlKMETEwAmYjGo0KGBCLoHRmZ97x0iZkdUvy3WCqQQSIABEgAkSACBABIkAEiAARIAJEgAgQAR8JRIyw2ueSazHt4qnYffQQOqRloOjkKWT364czZ0+iT8+eOH78GLIy+6KmpgapaYlQNzSgru48TIZGNNXXwqDX4vThI9A2uY8CDT1htdFhus0lCiiV6SgsBObOde8JtVpgzpyNUELFC137yESPbmNuaMA1k3uLllny1UbMX7wYjz/yDJKUSh/dz3Px77/5FEOGXYTs/v2g1+lxYMdP6NH/QmzZtA7X3nCbrbKusS6qc6yaYpO9cj9WEoOG8lrUM+1dAygUMiQnm5GeAPTsnYIY/+6bJdqvHGYkGGuh0ephMJh4mdg4BYwGI2QJaTArErza62+B46Vq3DS+PXYXUzS3vwypHhEgAkSACBABIkAEiAARIAJEgAgQASIgjcDug6fCP8eqLDUDj739CWKbNDhVWY26ujqYZTIYTCY01ddBLpehsbEOyvR0VFdXoXOnLqiqrEDHDu1Rp6qByWSCXF+Hwj0b0FR2FjqtUZRe2AirBbWY+3i66BiYqApNLWbNKYSqeDEyB87CXV6F1RJcM3m4aHsLvtqInEwl5j0/3ydx1dxwBijf6Npm+kDIOl4o2lfl2XL8uHod/+yuu0lYZRzYzavEhNXv1x3AZeOykJqSgM27KnBepUOjQYbKkhoAKqhNMUjvNBQT+wMxhnoMGdZV2hFDQqlEI/uhwoCyc1Wob1BDESOHIk6B9spUxMYogCQlZLEJiIEJJUVH0LXfYAmtSitCwqo0TlSKCBABIkAEiAARIAJEgAgQASJABIgAEWg5gYgQVvvPvB2vPPYMDAAMBgPUGi2adDrUa/SoqKlBdVU1qmpUqKqrh9xsQn1jE9JSU2AwmpAYK+eRdQpjE1KVHXFozTsoOV4EE+Jd6IaSsPrWtyzHqmPEqqpIgcwu6cjPP4V//MM1wtQqqrK0ALPuy8esgTkoPJKPOU9f6dmTqkpwzRVuhNUly7H4yzxb/edffFOaVxZ9ipyBSigzhSjXdBY9qwGWr1EBXbOBdmNd2ln8309t7835U7Owqm8SiVgtWoAZIx7BLluNu/FF3fu4VJp1AS61Bn9P+yey927Gff0C2zQTVo0Kx4hVo8mMFasPonOv9kiOT0R1ZQOKVYBKJTBOb2eCSaZF/dlzUGbmYnR2PS7oHzhhNclUi8rKapSWVyEtPRVGkxw6TRP/AaNntw6ATAZ5ohIyXSPKyivQo/8QmOF1dUkCV1QmRKzuOulbxOo9j3/s0v5Hr90lqU8qRASIABEgAkSACBABIkAEiAARIAJEgAhEJ4E9h8I8YlXWvive/V8ekuOToIWZR6fKIQfkMhjMgAky6MyAWq9HrVqHmiY1qurq0KjWoFqlQkNDA6rLypDerj06deuDYx//FZUn90Mvc80Z6lX6ESkgC5BgZHNPGaDRGsCE1YNOwmrtQQUyM9ORt+YU3n7FUVi1F1WZvjZnXj5yB2aiuLgQd3oRVmurSnCns7CqrcXGwkIUHinmgh2TR/PyCzH3aWnCquzgp8idxWopbaIqH6OqEEsKMnleWP5gOWH5vyr0vvQZ0VVqcBZWf74fnW5AGwqpzmYGV1g1OAmrrPfl60uABCWUCUqcrTej8qAQHTx2Yh+MG94dDU0avPvffKT3GorRvTJw4YjA5SWVq6txvvI8KqrqkT10GGIUsag9X4GqsrPQG/To2b0Tj2I1GU2obWhC576Bi1g9YRFWd/oorPaSn3LxrdMm8fQX0flVQaMmAkSACBABIkAEiAARIAJEgAgQASJABJwJ7A1nYdUsA0bf/igevv1OlNfWIS4uHmYzoDMYoTeZYDKbwTI86k1mGExm6Ewm1BuMUBvNlj8T1AYj6vUGyE1G9GlQYevHj6Hy1CHoZO1cvCW0hNXfcPCMY1Re7Z4GZA7sjby8fXj77eYIU2dRVaVRWYTVHKjKC3HnU54jVmtLS3DnNXYRq9paLM8vhDIByByYwznlF+QjPz8fM254FLFxrtG+zjBlhz5F7jQlz/HJb07FHqpiAOzP9bEgT4neU9wIq2r7iNXjWHTpXcCHnqJDmdB5FT5h3cxZgYqF0wBYxM9XhuC5J//DDbjwlcNY9WCWxRj3dTAH+OTgDShYPxM/XzoIz+0UqjTX909YfeiNVS4g3n10hsN7LGLVEOOaY3XJqhIuWiuV7A8oK1yHcZNzkNm9OQ/ugv8dQFxqBkYPycCFg8SF1S9WbHWx4Q9XTfB4JJVrBGFV1aBD30FDbGXVjfWoLDuLXp3TYDAYodHqUFffhG7ZQ922l1BlgWlXQtN+tNvyJ8qFiNWdJ3yLWKWvBiJABIgAESACRIAIEAEiQASIABEgAkSACPhKYO/hMI5YTeo/EgsXfoyKmvNoMiigiI9DvEKBOIUcJi6kmqE1GNCo06NJZ4TGYIDOaESDzoAmvRFaowlakwm1egNyOmWgW30NPl34MFQlh6FD6AurB5yE1dPbGpCT0xuLv9yHj98XhFAxUZUJmbPmsVQAmVxYveOF5svqxRyorvQA7rxmsu2jjds3cjF08mThPdYHSy+Ql7ccTQ2NGDjmCq9+WHfoU8xiwqql5MYCIUKVtcMflojV5tfC28JrFXrZiaxGe2GVpQD4M/Du+rno68aK9Q/HYtWVevxrqr0IaxFOrUKrU9SrpzqHHQRYa6esveWYwdMP+Cessnjrh95YYxvFu48yAVjuMComrOpFhNWl35WgWKNEplKJzC6MmwpThqciJdlsq7+QCasdMnHRQDmG9xcXVicOTHWxYcuRes/z23QeDXX1KKuoRvawUbaychiRZKxDbV0DF1UbGjU8PUBXD8Lq5H4y7Nixw9bGmDFjsLGoeQzOhpy0CKs7fBRW733CNRXAB69SKgCvC5kKEAEiQASIABEgAkSACBABIkAEiAARiGIChWErrCpiMW3eK5g5fjwqa1WISUqF1iyHzmi5C7lMxqNXmXhqhAl6k/Bco2cCqxH1Oh0adQb+nIk8UzM7o+lsKZb/9xGoig9BK+/g4hYhFbH6zW/47bRjjtUz+Y1cWGUSZd6X+6Cy5C1lYmTzcxUXJ7moyt5XFeIvz9/qcQnUFx/EnTc1C6sLlizBrGmz0LtzukW4FQTPwiOn8NM383HZbU97XVL1hf8WhNUEJU4VF6OwWIlrxlku/xerbRFa9xUWY9WJizBgyh9tpUzaekwe0VN47SSsnvj3JIx7sgDAOLzAc5zaRZ5aWrj9GyayOouf9q+l1gHABVkh4tWxT39zrAriqpioynpgwqpO5iqKvvPlWcEEDZtvIbcqNMV49glhrlV1GnzyXRGUXTIxZoARA/qkuZ2zSYPTbDZsPlTndW519VXQN9Wi4rwKvQawVAAKXqfy1GEYDcKN4XR6A1+f7NF7kBD17O6Rmy3n4ioTVfOPCevb3aO4QsMjVrcfd1wb3ozOjD2NaY9usBVb88YUFOt7eatGnxMBIkAEiAARIAJEgAgQASJABIgAESACUUxg3++ncdOUgZDNmpTtPgwM/H4zQX/4ko+044VTcP/Dz+Js+Rl+g56MDl1gio1Fo1YPtcHADY6NkSNGJofWaECT1gC1nv3phUhWoxFqgwkNOj3kegP+OGoAduzcg/WfPI3aM4egkXVyGa9XBK2ZY1VEWP1tjSCssgfLo6pS1QoRnhZhzSqwsX+t76s0xV6F1TPFBzHXXlj9YAlmzZoFpTJdyIHKBdpanm917cqFuO5Pr3n1FZuwyvKBFoBfrj45k6UBsBNXLdGprI9alQqqchXe2dYNw65+ESkdmkUvB2FVNDrUWSQVEzm9CasS6jBR9bWBKODRslL69IrJUoCJiY6Rqtaa7oRVl5bZ6rbzz+Mnz2H1vhSwe4ddleuaSsC5PhNXpYiqvJ7ZhNrSIn4Tufj0Tsjo0LyWZDD7daMqJq56E1VZ1/4Kq6yuVVwlUVWqX1I5IkAEiAARIAJEgAgQASJABIgAESAC0U0gPIXVpFRMe+Af6NqlK+rr66BQxKJbZhYSYuN4LtV6dpmxlgmoRq4lxciZKCXjYqrWZBaiVA1GHt1a36TG2E7pyOneCes2bsWu716E6vQRqENdWP36N+x3ilg9sPwscnKG24TO/ILnHb07AfxmRipVriWSkYmuhXjolQc9roKS37di7p3X2MosX76c3xgpZ9xkLqwWWwTc/C/nI0PZAz16ZyA982KPbTZsZxGrggBsi1ZlLxIs0ZWstkaFWlu0pQrz16gg63wNLpjmmGvVrLOLWAXAo1S/YzlPrekA7EVOdvn/IPxwnX3+VNaZJ2FVYh0mrP54jZCzlUeuHrCLkvU3YtXzAYoJq1r4fuOpL344DmP6IAztfBbDB7r+iNDSw2JDdTk0DTVQa43omd2cZ7Wl7Xqrf6pSiFgtOOZbxKq13T5xp3FSR5Gq3jjT50SACBABIkAEiAARIAJEgAgQASJABIgAsP9oGEastp94NaZecxNU5ythNpogT0hEx+59ER8fiwRFDL/EuMlgQL3OwC//ZzeygskMM8u7ajRAy29uZeb5VfVqNWYP6Yf0eAV+XLsRR1a/gaozh6E2h3bE6r++dk0FsIUJqwOH2yJVCwufR96X85GTm4vFi/KABGD+ovkoLrRces0vry/2WVg9deoU8vLy+GXk7I+LowV5KC4uxJxxSi66VqVP8iiucmE1F8g/IuQAHd6l2JZX1RphK4iqgtBaXFyM+flKTHzweyg79HBYu87CKvuwOQWAUNThRlQsXcCIR7CLf3I3vhDNg+oktEquY70p1t24ffEBZNvSD4SGsNqkBU6VNmL3USViG0/hpuu6Be04eO7kIR69mpDWHinp7RAT6/2mZi01pqXCakv7p/pEgAgQASJABIgAESACRIAIEAEiQASIQPQQCDthVZbRGRPmPAoZy5yqN8JsMiAxLQM9+w2G3mzi4mmsjN32B1DrjfzGVSxS1cC0VUtKAwPM0JuB6roGjO+kRHbHdjCoG7H5110oWjsf588cgNrc2cULQikVwL++3o/9pxyj8rYuK+XCKosgZYJk4ZH5KC4vRO64WZh33xyLsLoY+flKsHvDM1lVqSnGg2894NHjzx7d1hyxqgVqNbUoLi9Gfn4+Cgstl++rVMjposKsHKD3wEwsKVBC3vd6JHYYINr22U3vIXccUFxuya2qahZWuaDK1FqeZkAFlUqFvCNKHFJdjBsfftO1PX1Dc47V6Fm7fKQsYlVjTpQ86nPnjVh3KBGq8mJcNkqOAf26SK7ra0Gj0YCqkuOAyYjUDt2QmJrhaxM+lz99XssjVn892uBzXapABIgAESACRIAIEAEiQASIABEgAkSACBABXwj8duxM+ORYNcuArpffgu7ZQ6BurIdCHgOTyYC0Dp3RtXd/FpTKxVO5TAZFjJy/ZhGrTXqWd9UIvcEIo9EIk9kMvdGEGIMBM7J7oF1aKurOV2DT9l04/csiVBYXogmuglPIC6tLS5HJbkqlUmFxQSFQPh/zXxXSAbAUADxi9dXnUayaJfiIBlCiEA++9ZRHn7EKqwuWLHdbjgl1qoLFmJMDKLso+d/za4AJd3woWufsppeR2SUTmcpioHi+rQzPsKpRCjlgmfhreV54BMi6+nUMyMl1bY+EVclr/kylHGVVKgzrk4SEeOGmUsF+qOureTqOuGQm5wf3QcJqcPlS60SACBABIkAEiAARIAJEgAgQASJABIhAM4GwElZjumeh59SboWuqg0IWAzmLTDXo0alnFnr07c/zqxqZaMoEVLMJMnbDHjNgMJl41KrGKHzOIlYbNDpM7KxETtf2qNcbUVV6FgcOHUHR2ndQV3oYjWEorFadVqMg/yQXVvkl9NYHi/q0e87vEM8fwvtPSxBWF3+Z53XdKKFCZkIx5gxUYnGhCqNu/ge69J8gWo8Jq8Id6y13rmdBqjw6lQWrWu5kb32PC8DAG6uOittAwqrXuYmWAiSsRstM0ziJABEgAkSACBABIkAEiAARIAJEgAi0PYHwEVZj46CcchPMLOpNp0FMTAy/MZXRoEWvASPQpXtvfrMqs9kMs5klCgAXUZmwajabYDCDR6nqDQYeyaow6DCtT3coYhXokJaEE0eP4rffj+Fg3qtQq4qhkXV3mZ1Qilh9UyQVQNu7E1B1dCu+mv9XXHX/6+g5VCS6NAhGyqJcWFX7kAogCPhDrsnx/VOwjVIBhNy8kEFEgAgQASJABIgAESACRIAIEAEiQAQijcCBcEkFoMi8AMbBE2FsqkOsIgZyuVyISAUwdMylSElPF3KsmoWoVKPJBJPRxP+VQcYv/2d/gAwqrRbjOysxuU93VDZpkZ6gQOG+31BcUoLdXzwPY2MZNDEhLqwuc82xGmnOKXU8MkN051hVm6TnWJXKlMoRASJABIgAESACRIAIEAEiQASIABEgAkSACHgmcOB4GORYlSWmQD/2GtRotSxNKI9WlQt5ABCXkIRRk6ZBLo+xRKuyiFWA5WNlUatMTGXRqixMVQYzz8Eao9dhRt/uiIuNgcZgQpeUeOzdux9lFWUoWPoMFKZaNMm6upALqYhVElZt80PCKgmrdKAnAkSACBABIkAEiAARIAJEgAgQASJABIhAaxMIfWGVqZkDx+NEag/EahuhiFFAFiNHjBww63RI69IDo0dfzPOommUymJh4yjMACHeykvEoVTNkMhnMckCrM2J4+1Rc2q8nGvUGHt0aZ9Ri6869qKwswa5Pn0W8woQmdAppYfWJj7aiVCVvbX8Jyf6YsBoJj4S4GL+GQRGrfmGjSkSACBABIkAEiAARIAJEgAgQASJABIgAEfCbABNV01NTMG10D8hmTcq2XFgv3p7Ma7im33bYKrJL9p0fsvQOKB8+HdWqWsTBIHwskyNGxoRVDTpnDcWQC4ZDZ2DxqexCf4DZytpiUassEQAfGBdYgUSYcF3/3kiIi0WdRssF13i9GnsPHEFFyWEczHsZCYmxqNN1sLTWbJFXBCIFxMbUIlIyQKM14JJHVqG2PjIExRbxoMpEgAgQASJABIgAESACRIAIEAEiQASIABEgAkSglQlYRdXKOn3oCqumCdfhTFovyBrOw8wiTNnNp4x6mIwGGI1GDB4xAV07dYbOxMJTLSIqE12ZLGoGWAyggsus4GWGdkjHtOxe0BgM0BiMSIlXoKaiHLsOF+Hc79txcv1CJKakoUadzuJcHaYklITVm18rQI92seiYFtvKbkPdEQEiQASIABEgAkSACBABIkAEiAARIAJEgAgQASLARNWS6hAWVjvf+Syq2vdBfdU5aOpV0Gs10OqaYGxshCI+EYOGjITRxFKomqAAIGciqlwGBVdBZTzPqoH/awbLRHn3iGwkKhRo0uuh1hmQGh8LVdkZHCwuw9nCdVDt/xKKhBRU1CWFtLDa47o3yXuJABEgAkSACBABIkAEiAARIAJEgAgQASJABIgAEWhjAiGbCiC+fRekZA1HUp8LoE3vBK0iARqZHJXVNYiLT0TPTl14FKvRoIfeYORRrCzPKngEK4tYlSGW5WM1A6O6tsf0/r1hMJtgMJqgNRjRPkGBX3ftQrlKjTMF3yGmYjP0ZgVKquK4TGv/CKWIVSasvv/3WW3sNtQ9ERAIlFfXY+mavVBr9Rg1oBuye3Tk7w/oxVJq0MMTgfv/lUdrmVyECBABIkAEiAARIAJEgAgQASJABIhAGxJge/OWPEJWWHUQNpNSkdCpB1K690Vcx17ofdHlqGzUolpngInduMpsgsxogsmgh8lggNlkhNFgRKPRgPT4eNw7cgCU8XGoU2v4za50RhPSFcDOXTvRaIzByfzFyDD8DrVRht+LTYiLdbzMnoTVlrgY1Y1UAj/tOIoNe07gyvGDMGZQT4dhyr0umkilIn1cDy/4gYRV6bioJBEgAkSACBABIkAEiAARIAJEgAgQgYATYMLqwrlX+9Uu29eHhbDqILLGJeGJf36AuA5dUG0E1HIFiqpqUaxqQB0TVyGDwWTmwqpJr0NORiIu79uDi68xcnBRlWs+6kb88msBv/z/5Np30a99A06da8DB4xqkJCYKd8OyPLxqRK148yqKWPXL16lSgAm8vWwLZJDjpkuHITUpwaV1OSmrXon//d0VJKx6pUQFiAARIAJEgAgQASJABIgAESACRIAIBI8AE1b/9dBVfnXA9vVhJ6yykbIbVLXvlo2Ro8dDqzPj8qtvQEb3Hiirb8LJKhVO1jaiXGuAQa/DH/r3QPvkRNQ2NfE0AA1aAxIVchjrKrFl936kK9vhp//8E6nxjahr0EMOBRRMgbV7kLDql39RpQglwCJVD52sxJ0zx7gdYYzXRRN5cM5XVkKlUiErOxK+hpYAACAASURBVFvS4J5YtJKEVUmkqBARIAJEgAgQASJABIgAESACRIAIEIHgEGDC6qv3zfSrcbavD0th1X60JrMZiWkdoNEaMGzUBEy+fDp6ZPaDMSYe5thYmOUxaFBrucjKxB6TGWgXH4PDRw6juKKKv/fJ60+hfbIcsYoYxCocRVXWl1eNiCJW/XJAqhR+BFhO1be+2op7r52AlMR4ElYtBF575WWUl5bxG+j16dMHf5n3V6+T++xHq0hY9UqJChABIkAEiAARIAJEgAgQASJABIgAEQgeASasvnjPDL86YPv6sBdWXUYuk6FJa0DvrKEYOHQkuvbIRP8LctC5Zy80GYyorm1AHAzYf/gg9m7fhn0bfkB6rB6eLl0mYdUv/6JKEUaA3STu7WVbMTSrO4b16+5xdNGUCeD7b7/Gpvxf8Nz/vYT/fLgIHTp0wF13/9nr7L/w8RoSVr1SogJEgAgQASJABIgAESACRIAIEAEiQASCR4AJq8/dNU20g27tE1FapXbbOdvXR56wyoZrp4TqjUDHrj2gNcgxdPR4zJh5A+p1Orz58tPQnDuJRMf7VInCImE1eA7sruXV98ow40Pgz6vM+GC6YynrZ/bvOpezlhk//xi2zs0Siq6+FzLWqOXh8FnrDzHsejx65jw+W7cPd80Y72K7VluHg4UH0NTUALVah8y+fdGvf38oFIqwG6evBv/jqUeQlJSCx5953qeqryz9iYRVn4hRYSJABIgAESACRIAIEAEiQASIABEgAoElwITVJ++4wqXR3p2SbO+dqmgS7ZTt6yNeWHUYuTwGOoMZWp0RyfEySI2qI2E1sE7rvbXVuFf2EvBn4EM8A7OTsspE05cG2wmmzg0yAZVX/xAHZlvLCW0OPrYVXGc9vgATspdhtvW1d6OivsQ3+b9BZ5Rj9KBMBxZ6rRaVpUXQqLVoUqvR1KSGWqOFIjYOF02cDEWshF8vwpDu+wv/hZLTxTbLY2Ji8MJr8yWP5M3P15KwKpkWFSQCRIAIEAEiQASIABEgAkSACBABIhB4AkxYfeSWyx0azuqWwl8fL22A/XPn3tm+PrqEVT/5k7DqJzh/q3FhdDCOLQHuzD6EZ8wfwD5o1bOwehwLJmTj0DPHMPilbCyzCqtcSLVvy0lo9dfWKKr39rItGD4gE53bpTuMWtZwDhqdFo2NTFTVOIirnbv1RPagIRFL6cfvl2FXwRZcfOkVmDLVt2TXC75aR8JqxHoGDYwIEAEiQASIABEgAkSACBABIkAEwoEAE1bn3nSZzdRBPVP588Nn6j2+xz5k+3oSViXMMgmrEiAFsEizcAouktrEUUsfnoTV4wsmIPsQi3LNdqkrpAf4M1aZH8VRkXYDOISQb0omc+/VZrNZ1P5n/vMzrhifg9SkBIfPlTEN0KgFQdVZXIU8FsNGTwh5Hv4a+N/33kT52RL8/blXkRCfgJrqKtTV1qB3nyyoqqvQ2FCP7r0cI3ytfb337QYSVv0FT/WIABEgAkSACBABIkAEiAARIAJEgAgEgAATVh+4fopoS8P6pGP/yVq3vbB9PQmrEiaBhFUJkAJVxOkSfS6ULpuNY1vnwpIpFa45VplY+gGmO0SlCpGrYqIsT7M6fr5Dm4EyP5zaERNX3YmqbFyPL1qDKyeOQmJCnMMwe6UboNHqeAoAZ3HVYJKh35DR4YTFJ1vffvFxnvLgL0+8iI///Trq62oxYvQEsLQA+/fuQGpaGm69e65omx/l/ULCqk+0qTARIAJEgAgQASJABIgAESACRIAIEIHAEmDC6j2zLnFpdFSW0vbe7uMqt/t6ElYlzAcJqxIgBaiIi5AqkgtVPGLVmgLAerMrZ2GVXfo/A7DcDIv3Mw+YH+U5Vu3FVU+iKpve1z/fhCFZfZGRJuQasT4GdpPDoDPwvKrO4qosIR3pnXoGyDtCq5namvP438KX0b1XP8y+60FUV57D9s3rcOS33UhISsb9j77o0eDFK/JJWA2tKSVriAARIAJEgAgQASJABIgAESACRCDKCDBhdc5VuQ6jHjcgg78u+L0G9s+d0bB9PQmrEhyGhFUJkAJSRBBD521zbWz8/OabVYkLq4JwyoJRXR7j52PV7GWY4RD5Kh7RGpBhhFkjTFz1JqqyIf135S4o4pLRp1tnhxHGy4CBPeOg0+ocxNUGtQGylG6QyWPCjIg0c7f9sgp7tm3AhRMvw7jJ03il7z55D6WnT6DvgCGYdPk1SE0XDsZij89WbyJhVRpqKkUEiAARIAJEgAgQASJABIgAESACRCAoBJiweuv0i21tT7qgPX+++WCVx/fYh2xfT8KqhGkhYVUCpEAUYTetmnHAJYpUiC4dIlzuD/BUAC8NbhZaxbt2Ek552yxg1XIjLB4JOw9DLBGsgTA/0tvYdaQEKwuKMGHkBS5DTYoHLugSz1MCqLVaVNSZ0GCMh0wmj1gsP3z2Ps6Xl+CPf/8nPl/0CmJj4zF4xDjs2boeWk0T4hOTcPtDz7od/7KfN5OwGrHeQQMjAkSACBABIkAEiAARIAJEgAgQgXAgwITV2VMn+WUq29eTsCoBHQmrEiAFoAjPnYpVMH/A5FP7h+Nl/H4JqxZBludXtTzso2ADYH7EN6HW6vHC4g3IGTQAaSnJHscb43XRhC+uj//1JCbPvAnbfv4eA3PG4cKLp6Ohrhopae18GtT3G7aSsOoTMSpMBIgAESACRIAIEAEiQASIABEgAkQgsASYsHrtFP9uus329SSsSpgPrxqRSAEZvNaS0LNdERmg0RrQ47o3SYzxjRyVDiABFrW6bONhjB8+BDFy99GocnmA/T+AY2hpUxtXfAKtRoP2XXtg1ETnHwGkt/7jxm20lqXjopJEgAgQASJABIgAESACRIAIEAEiQAQCToAJq1dOHu9Xu2xfT8KqBHReJSISViVQpCKRQoDlWj1fb0J2715uhxTBumrApvGnrQUkrAaMJjVEBIgAESACRIAIEAEiQASIABEgAkTAdwJMWL1iwjjfKwJg+3oSViWgI2FVAiQqEjUE6ho1+Ocn+ejQviN6de0mOm4SVr27w4aC7SSsesdEJYgAESACRIAIEAEiQASIABEgAkSACASNABNWp4wb61f7bF9PwqoEdCSsSoBERaKKABNXl/60F6cqGpGdmYnEhESH8UdyjtVATfTmXTtJWA0UTGqHCBABIkAEiAARIAJEgAgQASJABIiAHwSYsDrpwtF+1ATYvp6EVQnoSFiVAImKRCWBXw+exrf5B5CW1g4ZSiWSk1I4BxJWvbtDwd5dJKx6x0QliAARIAJEgAgQASJABIgAESACRIAIBI0AE1Zb8iBhVQK9UBNWJZhMRYgAEQgDAu//fVYYWEkmEgEiQASIABEgAkSACBABIkAEiAARiEwCK/apcab4ODQ6A2rrNWjU6PhAmRYok7E/4fb07Cbd7LlcLheem80wmgwUsSrFLUJNWCUxRsqsURkiENoE2K9itJZDe47IOiJABIgAESACRIAIEAEiQASIABGIbAIkrIrNr1cl1Den8NqcSAFBzw7gQwZotAb0uO5N/Ptv1wSwYWqKCBCBtiDw4FvLSVhtC/DUJxEgAkSACBABIkAEiAARIAJEgAgQAQsBb8Jq/cmDSO87hCJWW+IxXiXSVhZW3/0rCastmU+qSwRCgcBDb5OwGgrzQDYQASJABIgAESACRIAIEAEiQASIQPQS8CSsNhQftIHJyBpKqQD8dZNQE1YXzrva36FQPSJABEKEwMPzf6CI1RCZCzKDCBABIkAEiAARIAJEgAgQASJABKKTgDthtdFOVLWSaZc9jHKs+uMmoSasLphLwqo/80h1iEAoEZi7gITVUJoPsoUIEAEiQASIABEgAkSACBABIkAEoo+AmLAqJqpayXQYkEM3r/LVTUJNWH374at8HQKVJwJEIMQI/HXhCopYDbE5IXOIABEgAkSACBABIkAEiAARIAJEILoIOAurFUf2egXQadAIyMxmGE0GyGZNyjZ7qiHzqip67c9rgWDc6Mlrpz4U8IqglXOsvvUXElZ9mD4qSgRCksDf3iFhNSQnhowiAkSACBABIkAEiAARIAJEgAgQgagh4O3mVTKZoFrK5bLwzLE69bKhuDCnN2JiYgCY8f/snQe4E2X2xt9JbqVdEWmCdBQLKAIiIEhREVdXsYB/rKiAKC6oqKuru7jroqCuYAEpdsoiKC42RECQKlWkKf0ilyJKu5dbk5n/MzNJ7mQySSbJpL95nl1ukq+c8ztncnNfz5xPkqD+T/lZfS7/n/q6BKf8M4Ct2w7gm4WbLUmERBNWXx1GYdWSwHIREogjgcffpLAaR/zcmgRIgARIgARIgARIgARIgARIgASQ0sLqJW0a4c57rsGZDWrhDOdY4KQEnCyH1HmvYeiLj86F6DgGUQJ+XPEjps1YiT+OF0WcJokmrL788PUR+8QFSIAE4kvgibe+YCuA+IaAu5MACZAACZAACZAACZAACZAACaQ5gZQWVu+7qysu73UZsnOzUP2PFxVRFackSNfu84T98K5v8Hv+ajjKT3sqWEXRXc0qQZTU/0kilH+dThEOhxMOp9NT5SqJ6piyknL8sH4v9uz9zSutEk1YHfsQhdU0v+7pfgoQeHIChdUUCCNdIAESIAESIAESIAESIAESIAESSGICKS2sPjmiD86/rA1sdpthiESHE/nb96BBq7Yoeuo/KC0pQ0lxGS7+ZovPeEksx/H976O4OAu/7d+K5q1qQ1Fb5cYBkghJElFYWIFlS/fgk7lrE1pYfWnon5I4ZWk6CZCATOCvE79kxSpTgQRIgARIgARIgARIgARIgARIgATiSCBlhdX77u6GFs3rQxI1laVKO9XK3qryz1XOqI28s2w48dQMlBSVorS4FB2X7fKE5I8D67F34yw4nQ61/6qrOlX/ryiLq6IEh1PEl/M34fDhE541Eq1i9cUHKazG8Zrj1iRgCYGn36awaglILkICJEACJEACJEACJEACJEACJEACYRJIWWH1hb/fijot2kKSTgKQK0t9H5LkhOg8DbGiCHJFqlJ9qjyUE63ke/9xON+B5m0vwrB9A7HjJLD9FHDqdt1aUjlKf5ukiLa/HS7ED8t3YtacVQkrrP57yHVhpgunkQAJJAqBv036ihWriRIM2kECJEACJEACJEACJEACJEACJJCWBPTC6m8/bwzKoc75bSHI7UZFB4SburZ0q5GGE4Wg5ZpB9ws6QIDvJqOf74/qZ52J8qLj6h37nmpVVTiV5Dv4PdWrlVWsaj9VCfYMtZ9qtVpno2Hzemi5ZAD2HSsDDv4C6Zk2XjZJsrB6ZIJSHSs6nfhuwQ68/9GyhBVWXxhMYTVoUnEACSQ4gWcnU1hN8BDRPBIgARIgARIgARIgARIgARIggRQnYFSxenrfVr9en3XeJbDZhMQXVl/65+2oeXYr5DXoDknIklVUl1OualRVXnX1SFVUVqWyVX1NhLP8BPZs/BQNWpyN6nlVlB6qkOS2App/lTYDTlePVdfPohOLvtmND6YtT1hh9V+DKKym+HVN99KAwHNTKKymQZjpIgmQAAmQAAmQAAmQAAmQAAmQQAIT8NcKwEhcPbNlG9hstuQQVsf863Y0ajcYmVmHAPFogBBoBFelglUWTkXA3gDlZcC+nxaipOgERFdvVVFUe6nKPVX1r8kVsNVrZKKgoBAfTV+RsMLq8w/0SeCUpGkkQAJmCPxj6tdsBWAGFMeQAAmQAAmQAAmQAAmQAAmQAAmQQJQIBOqxWqSpXK3ZojUEQUgeYXWsLKx2+AsybGv8oNN0MNAKqnLVqltctdWBYK8NCTalWhWSw1WhKv9boVawivK/Ds+/hSd+x7KFKzBt5sqEFVZH3U9hNUrXE5clgZgRGPUOhdWYweZGJEACJEACJEACJEACJEACJEACJGBAINjhVYV7tyKv2UVqlWpqCasyDbk6tbJK1S2o+t727wRct/0rt/4rP8tiqiy2yuKquyWAE/bsZljw+VJ8OD1xWwH8/b5reTGQAAkkOYF/vjufFatJHkOaTwIkQAIkQAIkQAIkQAIkQAIkkNwEggmrspgqnwyVdMLqmH/2R6PL/oJM21pdhCRItvoQnIchwaHe9q+Iq5W9UuXX5Oce4dQjplb2UfV63yW0yoKrLacxFnz5A6YlsLD63EAKq8l92dJ6EgD+9R6FVeYBCZAACZAACZAACZAACZAACZAACcSTQMoKqy893x+NOw5Dpm29i29lL1XRdh4Ex3bNYVRuYVV7OJW/KlXX4VVuMdVTsepQKllt2Q2x4KuNmJ7ArQDimXDcmwRIgARIgARIgARIgARIgARIgARIgARIgARIABBu6tpS06zUF4kg17tG+aEW1Xo/XhzVD00ul4XVDQBcJsqVqRAh2s+DrWKrp5eqUn2a2Roo2xBWlaq2etWWVQ/ffL0NM2et8hgUFIHBACOfIsIoAKVlDjS8+RXePhwRSE4mARIgARIgARIgARIgARIgARIgARIgARIggcgIDH31s8QVVkf/4zY0lYVVu0tYdfdSlYXVjPYQylerwqpceZrVGijdoLYD8OmlqmkJ4KdKVSus2rPqYP78Xfjvx6sTWlj9+VBpZNHnbBIgARIgARIgARIgARIgARIgARIgARIgARIggbAIjJ8xP3GF1X///TY0u/whZNo3KlWqklAXkpCnVK9KtrMglG8DHAcg5XSBdPo7V1sArbDqEl2VW/3lXqzuQ6rUW/69e7BWHmRlyzoL33yTj1mz11BYDSutOIkESIAESIAESIAESIAESIAESIAESIAESIAEUptAQgur/3ruVrTo9CAybBsh2eqiDOdg3o69WHawFno3r43Pd/yOsb1a4IlFu5TKVUmpaJVgFwCHJMHpFOEURYiSBFGUIMpjXP86RQmSKKJ6RjF61t6JG+pvQybKlYOwbJlnYP63BzF7zrqEFVZTOy3pHQmQAAmQAAmQAAmQAAmQAAmQAAmQAAmQAAkkPoGE7bH6z2dvQctOgxVhVczsgC/3HUWz+uejemYGzrTbAAjYV1KBQxUOiBIgyW1YBcBe2ZEVkiBBkJSXvbq4yn1j5SWqZUgo+KMcBbu+xIC6S5X+rLaM6pi/6HfM+cR9aJb3XMOQxrDH6s3Pzo5JVt1xzcUx2Yeb+BKYvmATyD92mUHesWNt9U7pHrt099/qfOJ65ggw78xxSsZRjG0yRi25bWbOJXf8UsH6dM9B+p/ef3eXTeqE7KuGpsKlHJYPZQsnInuIerbSovUHMG+Z3IY0vEfCCqvPP3MzWnQZhExhA8SMCzHnt0boUicbolNAwxw7RABOSYJDAiqcQLkkoVyUUO4ESkUJpU4JJcq/IsqcQJnynoQK0VXRCqBCcqJzfTtmrj2CkWf8CwKcsNlz8fWiQnw6N3GF1Y5tWoQXbROzdh7NxLFD23H7Va1NjOaQaBD478LN5B8NsH7WJO8YwrZ4q3SPXbr7b3E6cTmTBJh3JkEl4TDGNgmDluQmM+eSPIApYH665yD9T++/ux1TuiCr56AUuJLDc6F88RRkDFqhTF6y8aAirE58/KaQF0vow6v+8XRfnNvlfmRgPcrQAEuLO6BVjQzkQkCtbJty2/+pCgk/HT2NIoeIcocTgk3wVKdmZdhRWOFElawMiIIdTgg4UCL/v1yBKpe3qpWol9SxYdHWPzAw53lUtZUCtizM/64Ucz/b6AFqUJDqDTvGFauysLplX0nIATczIbtqDUVY7dfzIjPDOSYKBD5evIX8o8DV35LkHUPYFm+V7rFLd/8tTicuZ5IA884kqCQcxtgmYdCS3GTmXJIHMAXMT/ccpP/p/Xe3+M4VyOoxMAWu5PBcKP/uPdjuX65M/n7TIY+wGupB8QndY/W5v96EVl3uhV3agBIHMHlvd1xcOxdZ9gw0rJ6l3P5fWObA0l9P4lSpE6VO+UAquZeqjEXtDSDI9/xD/hfIstlRo2oWzqpeFbYMO4qdqrjapo4NX28+ivuzR6GqvRSCkIGvlzjw2f9+TGth9dbuF4aXnZwVMYE5S7aC/CPGaHoB8jaNKuEGpnvs0t3/hEvINDGIeZe6gWZsUze2ieoZcy5RI5M+dqV7DtL/NP+7+72uyOx+d/pc8DpPK5Z8CAxcpry6fPNhH2FVFkz9PeTKVrcAm9DC6rNP3ohWV9wFu6gKq3/feDk6N87DH8UiLjqrKtYeKkTHBjVwsqwcv54sRobcdhXyAVaypqqKpmphqvqzfIjV78VOHCmsgGTLQL2a1VC3ZlW0qWvH55t+wwPZf0eVjDJl7PylNvxvXnoLqzd3uyBtL7B4O/7p99tA/rGLAnnHjrXVO6V77NLdf6vzieuZI8C8M8cpGUcxtskYteS2mTmX3PFLBevTPQfpf3r/3W37oBsyuw1IhUs5LB8qvp8B8Z7vlbkrtx7xEVZb1c8JuG5SCKvPPPFnXHDFANidG1DsEPDX9R3RsWEedvxRgcsaVMeSfSfQKC8DHepXw4Kdv+OX3wsV8VR0yn1XnRCdIhySCFGUIIqi8l7LWlXRvPaZ2H2sTGkDkJ2RgRvb1sainScwKPs5VM0oVcB9vTQD8z7f5IGYyq0AGtfORv5RVVCWH+5WADd1PT+s5OSkyAl8tmw7yD9yjmZXIG+zpBJvXLrHLt39T7yMTA+LmHepG2fGNnVjm6ieMecSNTLpY1e65yD9T++/uzM+vBIZXfunzwWv89SxbBYcdy9VXl297bfUFFb/+vgNuLBrP9gdqrD61Mau6FC/Orb8VopODfPw7e5jaHd2DlbmH8ObnX6BrWQTJFEEJBGS5IAkOgH5X0l+zak8v3HFAAxs3xzrDhR7kHZomItvdh/BS01eR9WMcqXC9eulmWkhrJ5zVhbaNauGz9Yc8xFW/9ylVRJdYAcwfcQD2Pt/8/FsR43ZP7yMLjMb4b/j+uOcJPJm3oqfkQz8f53zEG6f1hRjP3sCXbz4+olHgsYgWXgHw6fEY/mV3vl+YBYGDnsPzZ/2vjYMxwbbIAHfj0vs5M+VF+Gd9wrnpbjqzQm4o2HsQMXF/9i5Z/FO6ufShMajsOLRyz1rr3jtWjwJ79cs3jjllkuHvFN/v+3xid25d07Fe7fG8CKPcfakQ2wjRap8ZiwF+uh+r2rXNTMmUjtSZT5zLrRI+s8t1++4fdr1ehl8Rw9tv3QYHcscDPrZcOBjDBz2Lna4wTe9D/99rV9U/45NDP+N8jfw56xVuRlL/2WbQ7uGgWh/78ia1h0ZV9xiFc6g63w/7UsMXwfccP+f8E/dWenu97SLGI0LukkIAxzLP0H5nUuUGWt+PpqawupTj16PC7veDLtjI4odwFMbu6Njg+r4+Wg5WtethlX5J9C+YRV8u+s3jL94HnJtJS4xVe61qgqpiqDqFlYlETcsH4AHLz8PP+w7rVSsyiJqu3Oq4J21v2Bauw9cwqpcsZr6wmrDWplo26SKQuHz9Sc96eeuWL2+03khpGS8hx7AjMcGYd/tX+OZyzS2rHkZXf/bGDP+E91fSFZ7/8WqX5Ac/Fdj9M3PA3814P4S8NKnesHValLWrJc8vIP4e/Bj3KeIe29hwNmusfI18NJi4Mp/YNlwjZg0vg/eOWcK3r05uQWC+MRO/byZ2NjNVH2+8IrY84yP/9Zcd3FZRbke9mGo+xoxumbiYlhybZqWeZcmuZKWsQ3p8pO/93wEXAl8jbu8fq9WLmNmTEibpvRg5lwo4Q2UW/rvIvrvKqHsk15jY5eDcvymuT4/7vT9/FC+o+TjoTffxP+5vsf/+ukwjMJf8U4Uv6/H1n9/n58G36Vdf8O0vDO6369j5798XQW/hn30jChfjjkzeiCj801R3sW9/BH8/bGdQDvgc7TExjvqeu37/fT5mFCvK/7bq2qM7AEcKz9D6YDvlP3W7fhdEVbDfQg3dW3pakhqvIRy/lOUH4JL5tRu88jQa9C+V19kZwk47RDx6IoG6NawGrYeKUPTmjnYeuQ05GrTr3b+hgkd1yDXXgLJWQFJKockOgBR/ld+LlevVgBiBa5dejOGdTwPq/cWKTvKrVjbN66Cqet+wfT2qrAqSYLSCuDzL1K3FUCDmhlo0yjXg/vrTYWen93C6nUdz41y1K1c/gBmPj4Y+/7vKzzdXrPuuldw5cxGmPZqcgmrX/2wA8nCf+Ub1+Fp/B1LH6kU7YxeszLaVq+VTLwD+65eB4uumIypfVXBVI7Fu+gJLAXumzMSnZVXV+PFW6ehyeuVX9ysZhqr9eIWu4Mf44G/vI/mf/0Kd/46DHdOb4IXPXxj5T0QN/9j56LlO2k/n5Lts8pyGGEumH555/vZGia6hJ+WfrENMSTu75WPA8//Zb/m96rBd89AY0LcNpWHM+dCiG7A/PP9nPp17jDcubxb0v0dFAIRS4bGLAfXvoIrZzXGtMeAf/4lHwO9vjfK383/CTz1FZ7uYIlbpheJmf8h5q/igDznJUT1O3bM/Hf7I2sThr8f/OgZpiMZ3sAq/+0Je6frw5sc6qwtW3Dp/KqYezfw1zGnMfTVi9BNs8b30xdiYr3OmNlLLf6LxcO56gsU375Y2WrNrzb8um8XSssdOFlYitOl8t3sUHRDWRMVBFW1tNkE5Webzab+LElwig4krLB6Va8LccF5DSDYBJSKmZgq/h+uaVYLGwtK0aBGNvKPl6BDg1x88vNB3CfOQJZU5umlKsl9VSUJnn8l9fCql8ruwGNXtMLqvaeVA65kYbVDk6qYuOYXDHbOQDZUeEWFpfh++S+eWAbVlg0GGInFESWHAJSWOXDzs7PRsU0LbNlXEtZy9c+w46IG2V5zv91a2RrBLaxe26FlWOvHZ1IB/vvEYOzr/yX+6iWsvooesxrhw5dvi+otFFb7PH/tTiQN/3WvosdY4N8fP+4S7X7AS/3+CTypi4XVkCxcL6l4B/H7188eHFeIqgAAIABJREFUwd0H7sR3w+SeGHIspqHJuDuxb4QmJj4xsxBmjJeKZ+wU1iuAFvl70DxO+R5P/2Mcauu2Ozgbg0bsx8BxjfDeiO/Ra9wbuN1d4W3dLim9UrrlnXqtd0u67xLhJGG6xTZURivf/BPeazgZU26C8r1zURf55wZey5gZE+q+qTyeOWc+uoFzS/1bqDIn9c/N75NuI2OVg3L83m84GZNdnx+Lu8g/uz4/Ds7G4BH7ca/n76nYRSGW/vv//PSXr9H/uzJW/ssRNXMN++gZUU6Fah/3gv3yPlHeRV3++xnfYWLdyzCzF/DBq2sw/xL558rq1Mr3Y1ex6lz9NYr6LVLsW1dgT01hVRtdMTMXp28dh2d7NsW2I2WokmlHcYUT59fJxVNfbEf9r0bC5qg8gMmgAFZZbv0Vz+PdAR2x45BcmSo3AgAuapCLwR9vRKtlf4fdoR5epX+kirBaL8+G8+tn+vj33c++h1dd3b55TC4wazY5gFlPDkV+v8/xpJew+hqu+vgcvD/2ViTTDc/frtuN5OH/A8b2fwF4wsV+XfIxTy7eQa4Ymf/LwL9mPYpOB+fgwXHAs2Nvxa9v3oAPGk7E2zc1xIHP/oJ7D9yBhYr4mtyP+MZOzf0Fje+J22dMfP1P3txZ9eYNeG4ZgK7PpsR1EOtIpFXeyZ+jj36PHq+9jv5pIMCnVWxDvXB0uaD8Ll3Zzfvz38yYUPdN8fHMOZMBDppb6t9CU/K16zXFoDT57DJJ0XBYTHLw4BwMfXQZerw2Hv3OBg78bzjuXdG18vND+/09EmfCmBsr/7W/S30/P9X8/a6z+rdK5UP3d2YY/gWbEhP/ZSPCuoZ7qn/TBXMigvfzZl8N22VXR7CCyalH92PAy0fR+4l2uKc2kL94PW7eVBufPtoIjV1LLJu5DCM2aterjXFjW6GryS3CGSau+RYnb/tWmbrxYGbqC6uyoyfb3o7CRl0hQVSqT50iIIoO5OWvQO2tn3hz9KOE/trsOhyuexlEm7e4WPfIGjTZ9T+/sUgFYbVOdQHn1bMb+rhsp8PzurtitdelzcLJzTjNKcDHTw1F/m3z8IROWL1mdiO8O+aWpBJWF23Yg2TiL385uK9gABY81BGrJvwZHzaYiIk3eldwxCkxTG2bbLwDO/UDXv6/fwOPz8P/FVTGBeteg3otXI6VRteKKVKJNyiesZNz/R/ogauXfafw9vrsiRGqePofIxejs82hTzD0sf24e2Z0v6xGx/j4r5o+ead+t5D/0Eum32mRZEj6xDZ0Ssp3nZXdKr9TKp8j36PHf8ajX311PTNjQt85tWcw58zFN3huGXxeyd/9Xt2HBzQ5am639BoVixw8MG8E7lvZFe++5Pqb9NAneOixZej+n3Hq54cSK+D5OHwviYn/QT8//f2+rfy7Jlrfs2Phv7nfD370jChfjjU/uQa2Dj2jvAuQ/92PuHnTWfh0RENVSD16AANe+R29R16iCK3yY9l/V2Ji3Uswo0fsWgGIaxfj+C0LlP03Hc5KD2E1pGgHVUJDWs1fAWzlIgneCqB2NaBFbf9QVu2tbLPrFlZ7XNI0NEhxHV2A2U8/hCWdJuCtP1cKevIvsQdWdcXUF5NLWP3ux71IKv6HPsHDI5eh+ysDkD9yBhq/Mg63uf7IiGtamNw86XgH8euHiTfiwwYTcHfBQ1jW4X8YqfzHhjV45Y4ZaPxoVyx57VfcPX0Ekr9eFYhb7Dw5Pw63FYzDta8Bz8eBadz8N3ltJewwJX6pcx3EmnO65F2yfoeIJB/SJbahM1K/Z76z33dm8/7u755mxoS+c6rPYM6ZibCZ3DL6W0j+7vdv4FH3d0Eze6XfmOjnoP/4teg/AW8qf7vGL1bx9F//+an/Wx7rov8dO/r+y9eU+Ws4/5bYXq+15vaG0F7b6TQanwEl+HDcZrx+2Hft83q3xvQe6tk/y2atwdt1Kp9HwxL9mtK67/FH32+Ulzf/lk1h1Qc6hVUPkrOqSmhWK3BartlfCcwtrF7ZpkksctmyPQo+fxSDPm6Cf3w03CUYrcV/7vo3MOIzPNbOsm1istDSn/YhufgfxJxnHsJSNMVudMWU0TcjeepVgeTjHSQN14/HdZ/sQ/Nfm+BOz/WgiVGjAfjqwRh3xo/SlROf2LlYdpqAN26Q7w1Wn7/b6G8x5xof/6MUzFgue+hTPPLkr5rrI5abJ/9eaZF3So4sw5VjX8OtSfQfCiPNrrSIbTiQ5N+r4/bhPl0+eH33NDMmnL1TfA5zzkSATeWW/ruJ3APPOG9N7JhWQ6Keg6biB6ifJ/D6nJFfewlPuL5vRicsieG/Qf4qv4c/BPq5v28nqf+y2aZyQGWw/5bYahe1/3cthEu7RAeue9Vte9F+Wgn+8ugFuNtVnSq/tX/JNty8IBevjW6q3O6/7OP1eLvOhZjePSe69mhWlzaswNEb5yuvbP09h8IqhVXj3DszV0STmmLQxNxwMMMzxi2sdr3I3e0i6PSEGVDwxWMYMnuvx55mt72F169PvqZoy7bkI9n4u9n3GjEXj7ZNmJQwZUgy8g7s2Fq8ds9oLDrnLkx6oVLkTuYY+fM3HrFTOTbGcx+4/yMOgEOf4i9//QhNY5z/8fDf1EWV6IOUeP2KO7QxTHSbE8i+dMg7/fcJD/7Oz+CLIanxH6aMUiodYhvOpfTDpL74F4xir/6+xYi56Lwm+Jhk+34UDqtQ5zDnghMzk3+Ptj2IOc8+jPd/9V4vGb+XBydi7Yho56C5+Kk++fzuaXQ3Jv2rb1QLVhLDf6P8bYp7X/pP1P/jZrT9l+NqLgeMr+Fo6xl1P+8DoW1072Nc9vEmPIomWNcvT3fxnsSov+0D7rwYo86XhdVNeLvOebEVVjf+gCM3fK3Ytf1YbkBhtezwQeTWbwCbTYAgCLDZbOrPSptSB4SburasvA/c4HNKsLj60+ijUAh+s31on6AW2xx0uQRsBVAzx4lzalT2Tg0E8Kffsn2E1S4XNgqNOUdbRmDF1v0gf8twBl2IvIMiStgB6R67dPc/YRMzxQ1j3qVugBnb1I1tonrGnEvUyKSPXemeg/Q/vf/urv/FdcAl2kNq0ufaVzz9cR0OXf+V8uMvx6v4FVaP79rqAVOnVWsKq+GmSTIKq+H66q5Y7XT+OeEuwXkREli1/VeQf4QQQ5hO3iHASrCh6R67dPc/wdIxbcxh3qVuqBnb1I1tonrGnEvUyKSPXemeg/Q/vf/ubvDVn4A2l6TPBa/39KcfUXDdl8qrO09WNRRWC35c4cOnWYdurFgNJ2vSUVjteF7DcFBxjgUEfvjlAMjfApAmlyBvk6AScFi6xy7d/U/AlEwLk5h3qRtmxjZ1Y5uonjHnEjUy6WNXuucg/U/vv7vPmX89pNat0+eC13kqbN6MX6/9Qnl1d2E1H2F1xzL1PaPHxVf1ZSuAUDMn0YTVM+ufH6oLIY0/dmg7OrRMpuOHQnIv4Qev3VlA/jGMEnnHELbFW6V77NLdf4vTicuZJMC8MwkqCYcxtkkYtCQ3mTmX5AFMAfPTPQfpf3r/3d14wQ2QLoqutpTIHxPClu3Iv+ZzxcS9p6t7CavLP30nqOlX3HI/e6wGpaQZkGjCaii2cywJkAAJkAAJkAAJkAAJkAAJkAAJkAAJkAAJuAncuvfBtIcxp+nbCoOzzm4V8PAq+cAqWRfk4VURpEwiCatvz9sSgSfmpi5Ysx0D+yTZ0e7mXEuKUbsOnkoKO2kkCSQCgRZn10gEM2gDCZAACZAACZAACZAACZAACZBAEhL4fFNJZMJqj0sbSdHwO6gYqd00pMFWWxt88+AjfG0SwpkUxLWyCidmLtppNQCf9SisRh1xwA0orMaXP3dPLgIUVpMrXrSWBEiABEiABEiABEiABEiABBKJQMTCave2jaRBDz1quU+SpNdrK5+73xNF/2Nkg3zWcK2pfV2CuoZ2O1nTdI9xv+9xUDNQv77vWG8svj6p7yv7uewIBtJQbw2iwipFxwLw4btTMHMxhdVgjJP9fQqryR5B2h9LAhRWY0mbe5EACZAACZAACZAACZAACZBAahGwRFh98JGRWLdqSdzIWF/dGYVy0QB0QrE/XMvOu+hSvDdlIoXVuGVp7DamsBo71twp+QlQWE3+GNIDEiABEiABEiABEiABEiABEogXAcuE1TUrFhv6EIpo6L1AuBJibFGG71+lncZVqNb6cX6b9nhvMoVVa6km5moUVhMzLrQqMQlQWE3MuNAqEiABEiABEiABEiABEiABEkgGApYIq0OGPY61K7+z1N/QBMvEFmFD80XF6NejMF1t1bod3p/yNitWLc3SxFyMwmpixoVWJSYBCquJGRdaRQIkQAIkQAIkQAIkQAIkQALJQIDCagyilAjCKitWYxDoBNmCwmqCBIJmJAUBCqtJESYaSQIkQAIkQAIkQAIkQAIkQAIJSYDCagzCQmE1BpC5hYcAhVUmAwmYJ0Bh1TwrjiQBEiABEiABEiABEiABEiABEvAmYImwOnjY41hncSuAUAIVjnDpXj9bFHHu6RKcU1KGuhUVqOFwIkeUIEkSSm02HM3KxMkMO/ZXycHOKrkos9lCMc3U2FDsD7MTAC64uAPenTyBrQBMRSS5B1FYTe740frYEqCwGlve3I0ESIAESIAESIAESIAESIAEUolA2gqrsoDa7mQRWheeRo4oQpKjKkkQIMD1zLDP6ZZqVbGyVh5OZmRYlgcxEVYvuQzvTnqLwqplUUvchSisJm5saFniEaCwmngxoUUkQAIkQAIkQAIkQAIkQAIkkCwE0k5YlStUuxw7hfaniiBKEhRF1VUGKv8jqgqrIrBKkGBzCa3yc3Ww+s/KWmdg5Zl5lsSZwqolGLmIiwCFVaYCCZgnQGHVPCuOJAESIAESIAESIAESIAESIAES8CZgmbC61k8rgHBvXY9GoPIcTtx+8DfkORyKOCpXpsr2qSKqSzHVbCzrror9AiCKElQBVFDaBMjjT9kzMKdRPZzMtK561b19KGKrGVYXXdIR70x6kxWrZmAl+RgKq0keQJofUwIUVmOKm5uRAAmQAAmQAAmQAAmQAAmQQEoRSBthtU55BW48dBRnyKKq7qFUrnoEVlVsdYuqsvjqVbXqGutSWXHCZscnjetbLq5SWE2p6yymzlBYjSlubpbkBCisJnkAaT4JkAAJkAAJkAAJkAAJkAAJxJFAWgircqVqv4IjyKuocN3377ql33Xrv3wclVqDqlajCm5V0y2iVjYBUBRXeaT8P1lwlX+SD7f6pPHZOJmZaVkorRZWW7e9HFPffoMVq5ZFKHEXSkxhdQ/e+3NbjF7fAc8sX4iBTePFz23HvZhaMB5XxssM7pswBCisJkwoaAgJkAAJkAAJkAAJkAAJkAAJJB2BlBdW5Z6qd+UfQg2lUlXtnep+qCKqqzrV1UJV7rGqvuYSWBVxVZ3jbh3geUWSICoCK3AqMwPTm52DMpv8LPJHPITVA3OH4p4Ze1zG98ILs59EJ9ezQO/pvV2wZjsG9mkbOQSuEBYBY2HVLShql4ylyOlHWN37Fvpd8Qw2Gnpqxr5QhdJQx4cVAk4Kk8C+KVfh6lFrgXaj8e28h9HEtY7ndfe6d8zBzrFXe3ZZ+mQeHpjuflqZN8HmyTMorIYZLE4jARIgARIgARIgARIgARIgARKANcLqw49h7aolhjjj3WO1+9FjaHfilObWflUIddesKgKqy3K3SOoWVeUWAUr1qnLGlbtdgDpYU8yqPJdF101n5uH7erUtSavYC6urMGbkftzxSn80BLDqjd54FqOw6BFZWg30nq+7FFYtSYGwF/ERVhcPR8u73gegq9JURM0deDgmlZvBK1bdIljbURvx8aBmJv0PVSgNdbxJMzgsQgI64V8rrLry150XbhG1/0cn8UJPQH1uUIEcZJ7bYAqrEYaO00mABEiABEiABEiABEiABEggjQmktLBamiugtXQM12864TqESoAoirC5VEvlln6XeJp9SXvkduuBnCt6IKP+2ap4WrwDOL0DYsFkoPwgRBGQC1IlUa5qVYVWucJVfthtahuBMbMa4Fhh5IdZWS6sXtoJUye+broVgFKhuqI7PnAJrdprJNB78jgKq/H9RPEWVr/Fsw1uxSy9qKo30VU5ilGjce6oZyrHe0RZdUKl6Kmuu2PUHPT5/FaMXq++7xa7lCfaue3uRX+8j1kBWgH4F1bdPriNdlckGlThugU5v3ZTWI1vdvrZXcm/uejzUV98fdcz2KgRVvV54X6u5FpTteIZBmJ8wHk9K+2gsJqQGUGjSIAESIAESIAESIAESIAESCApCFgirA566FGsW73U0OF4Vqz+coGAU2eKmDJtP6qWOl1dVNVqVVkElQVWoVp15N03FNX63aHYf+iEhB1H5LYBAs7Os6FlPfXWfunwTIgFkyA5TikirShKqsgqtw5w92oVgOXbauDzVbUiDr7Vwmqbdp0wZYJZYXUVxtw2CnsGvINJfeX6Ve0j0HvqOAqrEYc/ogW8hFW3wKi7ddpnA80t+R5xVH5tODBWuSVbL0hWip3qeL2A63ruI3T6v73fWFjVr6uvfDUQSgPaTWE1ouSK9mR3Hnq1AtDk2qjR2DFKI7y6q1LbdcDG9WtV6zxzA8zT+EFhNdpB5fokQAIkQAIkQAIkQAIkQAIkkLoEUlZYdWQAy7upsu4NP53E/ct+V36Wb+mX+6wqwmr16qjz5rvIankeNuxzYPKSMmzId1T2CRCA+nk2PHptDrq3yoRU/AvEbQ8AzsLKQ7DcDVflfqsSUFohYOzHTVBSFlmv1bgIq2vHotfYRWq2d3O3AXAlf6D3dNcHhdX4fmAYCaueSlOfnqauW6gNBS1vP9Rbrt3CqE44hfuWbNf7e9X2A5UVrmG2AtDdzi1b5C3AwnUolv/DqLztprAa3+wMsrvfPPSuWnaL//6qUvWV1bNc23pVVLteo7Ca0BlB40iABEiABEiABEiABEiABEggoQlYJ6yuMq5Y1ZwVFRKISCtdD9cHtrVSq0ll7XPcxwfQ9GiZS1xVX685/ElU73+nIqhOWVJaaV/leVWe1wZ3z8Gg7tmQDk2DmP+ytktrpcjqqmSds6wu1u+qofE3Um8qlwpXcG3TrjOmTBgfWiuAGU29DrByW6EeZGX8njyGwmpIqW75YHMVq7pKULegFfBQINlUc8Jqj4XqIUSRCquGVaxeYquxsOp9mJHWbgqrlieclQsaCavuqmulEvVcTFVaW6htJx7YrcszbR5f+4XaW9hgntyb1f2gsGplALkWCZAACZAACZAACZAACZAACaQXAUuE1QeGjsD61d8bkwtTUwxzmseG7a0kHKon90NVD6C66GAJXvjsoOcQqsz6DdHg0/lY8nMFRs487SW4amRMV42rKsROGlgN7ZpkwLHlXgiF61zVr75ur99RAx8vr5dQwuolHa7ApDdfMy2somAWhoxYgp7jJqJ/A52Pgd6jsBr3TxBzPVaDC6tevSw9hwSZE1YHxqBiVa0+9BVKA9tNYTXuCRrIAANh1bviWNO7V/6PAC7x1Kci+445mIpbNRXWunljr6awmtCJQONIgARIgARIgARIgARIgARIIDkIpKywuv5iESfOcNerysEQ8MJnBWh9sETpi3rWcy+g2p9uwvWvncLB46JeS1WVVPnhOpxKft6+SQYmD6wG58EPIOWP8SrG9fRcFYHDx7Mx7n9Nk0tYlcXSTxth0iOdFLu9qlIDvWeQ56xYje/F7y2sagQlw76VulYAmopVVaAEnlm+EAObuoVYk8Iq1EOFPIcQeQ6TCrPHqsd2X2FUL7wFtpvCanyzM8juBsKqXij3qmK+6muvPIOSs2u9qln9tQ1wW8KK1YTOCBpHAiRAAiRAAiRAAiRAAiRAAglNwBJh9f6hw7Fh9TJjR8MsPQ1zmseG7zo74cyoNEkWU+sWOjBu9gHkljrRcNon2FutJW6fKPdL1T/caqr+dQFfPlYDZ+ceQsU6zb2kEpSDrOSHPLOk3Ibnp7fSTI7Um8qlwm0F0Payrnj7jf8EqFg9gFkj78fkfPdezTDYU60a6D1fehRW43vN+wirijnePSo9FrqFVMNWALq+lnfci1nTt3oLrRqx1m9lobxZu9GYesNcPOARan0ZGR9eBcBfX1j3Etr3dbd9y0P6e9lNYTW+2elnd58Yu8Yp+dnc1Ue3cm5liwnNfzhwvV3ZR9Udaz/zXC9TWE3IjKBRJEACJEACJEACJEACJEACJJAUBFJWWP32CodadSoXo7p1TQG4fc1x3L72GJqt2Ybvtlfg0RlFxoGSFUxZjXU/XE/H3VENPVplwrnyXOUALGVpRe10NWZVDrGS8PQHrTXrJoOwal2+Uli1jmU4KxkLq+GsxDkkkPoEKKymfozpIQmQAAmQAAmQAAmQAAmQAAlEi4BFwuoIbEiwHqsLulSogqcol5O6VFFBQNVSJ6ZM34/Wy7Zg8fZyjJih9lfVPjQyqacTgKKfAnhtQDX0PD8TzhUtFAFVHmCzC5Uiq2uhp95vk2DCaje8/car5nusRpBxFFYjgGfBVAqrFkDkEmlDgMJq2oSajpIACZAACZAACZAACZAACZCA5QRSVlhddFk5HHYXL1lYdVeUihJ67ijCf0bMwG859dH71RMhQZ39cB7Oq/ELxB+vVwpa5apVtQ2AALnPqrxPSUUG/jkz0SpWKayGFOgkHkxhNYmDR9NjToDCasyRc0MSIAESIAESIAESIAESIAESSBkC1girDw7Hhh8Sq8fqyosdOFXF6QqUoJabyrfuCwIkUcKklvfiiiv7YeA7hVi7t8KjuwaKbIMz7PhmZB7E3+bA+ctIRUSVi2LVG/1lYVWEzSZg16FqmLLgXM1SbAWQMldMEjhCYTUJgkQTE4YAhdWECQUNIQESIAESIAESIAESIAESIIGkI5CywupPzStQUFtusOp+qKKq6JQg2IAO9dvggz+NUUTVe6cWuutZIXl+cmmxrhYA8utv3Fkdvc7PgnNdZ0glBxRhVa5adR8o5W61um5XLcxe2TQhhdWBL82LSZIO7NM2JvtwE18CFFaZFSRgngCFVfOsOJIESIAESIAESIAESIAESIAESMCbgCXC6n1D/oKNa5Ybsw2zWDPMaR4bCmo7samZWokqC6nyQzmLSum5qj5/+vIHcXfrm/DW4mK8ubCkUknVeyIAw3pWwcO9cnF8/zuonv8P17lWasWq++FuODB7RTOs332WZpVIvdHsEeZSl3bshomvs8cqPwBIgARIgARIgARIgARIgARIgARIgARIgARIwAoCKSusVmRI+K51GSoyZTVVJ34qCitQPasaPrphLFqd1RwLt5XjxS+LUXDc3T5AnXNZs0wM65mr/FtwfAeqbO2L6uJx14KVFavqkmpV7POz2qOkPIPCqhUZyjVIgARIgARIgARIgARIgARIgARIgARIgARIIAEJWCKsDhw8DD+uW2noXpgFlpag2tKoAvl1K5Sb++WHq82quykqIAI1sqthWIc7cU/rvsqY7QedKDihiqvn189Ag5pqeesHm+dC3Pcy7s7b62oXoF3T1WZAFLFhT23MXnVexPZrK2EjXgwAK1atoMg1SIAESIAESIAESIAESIAESIAESIAESIAESEAlYImweu+gh7Fp/SpDpvEUVkuygUWtTyt2yeKq2xavGlZR6ZSKhnn18Ei7u3D+Wc2V/8mPA4VHsHDvCizcuwoHfl+DhS22a9RU16quw7DcQujYzzrgWFFOxPlltbDa7vIrMWH8K5i5eGfEtgVbYMGa7WCP1WCU+D4JkAAJkAAJkAAJkAAJkAAJkAAJkAAJkEAyE0hpYVUOzJaGZdhbt8ITI/WwKQGS/IOssMoFqcoZV65TqLSnUWki+++z83FzzWOeo6xEUYLdJiiirCSqfVwXbW6Cbzc1tiQfKKxagpGLkAAJkAAJkAAJkAAJkAAJkAAJkAAJkAAJkEBUCFgirN7zwMP4aUPiVazKxCrsEpa0KkZxpghBFkIlSW0J4NJS3WWsspApC6SeslYN7suqFOKDJjvVg6o8k2WBVj0QS17zRFEOxszrZFmQrBdWu2PC+JdZsWpZhLgQCZAACZAACZAACZAACZAACZAACZAACZBAOhNIeWFVDm5xloQVLU6jOFttAuARV7XNV11Cq1ssVQa6egcsPm8LzraXKdWpNkWcBWwCIFetyo8Tp7MxZXF7S1oAuJORwmo6X5b0nQRIgARIgARIgARIgARIgARIgARIgARIINEJWCKs3n3/Q9i8cbWhr/Hssao1SBZXlzcvUsVVSVLEUUU71Rio9GF1twlQdFUBfWv+jpca7K0sT3UJs+pcAccKszH1O1lUzbU01hRWLcXJxUiABEiABEiABEiABEiABEiABEiABEiABEjAUgJpI6zK1GRxdVmzIhRniWrVqutWfkUklStRnXKf1Uq+DbPLMa3ZL2iQWeYa63XsFY4X5mLyd+1x3GJRVS/4WhHx9p164K1xY9kKwAqYXIMESIAESIAESIAESIAESIAESIAESIAESCDtCVgkrA7F5o0/GMJMlIpVrXHb6pTg57plAYKvHmz1bINfcU+tQ0plqvxwiiJs8s8CsPznRli0pSVKyjOjkkRWV6xSWI1KmLgoCZAACZAACZAACZAACZAACZAACZAACZBAmhKwRFi9674HsfXHNXFDGI4IeTpTwrbaxcivWa6IqJIoQbALSh9VQRLQMLsMS1r96PJJFVqLKzKxcU9DLN/RBMdPW3frfyj2hytUt2PFatzykxuTAAmQAAmQAAmQAAmQAAmQAAmQAAmQAAmkHoG0FVbdoaywSyioVo6jVRw4neXE8WwHHBnAy+fswbVVj+FUcVUcPFYDu3+viW0H6qOkPMPyLKCwajlSLkgCJEACJEACJEACJEACJEACJEACJEACJEDl2mCTAAAgAElEQVQCUSVgjbA6cAi2blobVUMDLR6KMGnOyHDrQs2trh8Viv3hWsaK1fBiw1kkQAIkQAIkQAIkQAIkQAIkQAIkQAIkQAIkYESAwqphXoQrX4aXZBRWw+PGWSRAAiRAAiRAAiRAAiRAAiRAAiRAAiRAAiQQLwKWCKt3DhyMbZvWWepDKGKjcppUAj9C80V1xK9HYbra7vIeeGvcWMxcvNMvqQNzh+KeGXtc7/fCC7OfRCfd6FVv9Maz3wMtBryDSX0bGq61YM12DOzTNoEjQtNIgARIgARIgARIgARIgARIgARIgARIgARIIDICFFYj42dqdnIIq6swZuR+3PFKf8hyqSKgYhQWPaKRVteORa9ZwDVYhD1dKKyaCj4HkQAJkAAJkAAJkAAJkAAJkAAJkAAJkAAJpCQBi4TVIfh5ywZDQGEWWEYVthCO0unHInNLWUfB3H6+xra9rBvefG1MwIpV7SylenVFd3zgElqBA5g18n7s6/8Omsy6H4sprEY1R7k4CZAACZAACZAACZAACZAACZAACZAACZBAYhOwRFi9/a77AEnyeCppfpZflFD5nlkcgpnb+116pWesH/3SaC2PuKpTKvWiq36u0Tz3a3rR099cwWbzwVC5hrET/sVgc6KtbNvE1181KayuwpjbRmGP5nZ/RWg9cDcWPXKOIrBSWDWbyRxHAiRAAiRAAiRAAiRAAiRAAiRAAiRAAiSQigQiFlZ7XNoooGpqTvYzQBv2RCvCZH5z8yP92xVuFWoonsoib1mFAzMW+e+xCvlW/7GL1GW7adoAFMzCkBH5uFfpuapWrlJYDYU+x5IACZAACZAACZAACZAACZAACZAACZAACaQagYiF1Zu6tgwsrFqhPAahbqq6NZTIWWxz0OUMBkTDp9IyB96et8UUCfUgq6Z4YfYA7FdaAHyDpzrIUymsmgLIQSRAAiRAAiRAAiRAAiRAAiRAAiRAAiRAAilNgMKqUXiDKqGh5UTQ5RJQWIVSpboEPcfdjX0jRmGBkcuN79P0YK0csGDNdgzs0zY0SBxNAiRAAiRAAiRAAiRAAiRAAiRAAiRAAiRAAklEIGJhNVgrgHBZBBUjtQuHNDhci/zNC7558BG+a0ejPUBZhRMz/bUCkIXUTxth0iOdFGMqK1bl2/+1D1asWp1BXI8ESIAESIAESIAESIAESIAESIAESIAESCD5CEQsrHZv20ga9NCjlnuuPwBLPgLL/XC/J4r6LgTez33WcB2qpX3dfbCW9rwtWQh1j/E5eCuUQ7p05vn6pHqk7GfygC9DkTaICqu0FRCAD9+dEuDwKlUwnZzvptwMg8dNRP8G+tBSWLU82bkgCZAACZAACZAACZAACZAACZAACZAACZBA0hGwRFh98JGRWLdqSdyct766M5wa0/DdD8X+cC0776JL8d6UiQGE1fDt189kKwDrWHIlEiABEiABEiABEiABEiABEiABEiABEiCBxCRgmbC6ZsViQw9DEQ29FwhXQowt6PD9q7TTuArVWj/Ob9Me702msGotVa5GAiRAAiRAAiRAAiRAAiRAAiRAAiRAAiSQrgQsEVaHDHsca1d+ZynD0ATLxBZhQ/NFxejXozBdbdW6Hd6f8jYrVi3NUi5GAiRAAiRAAiRAAiRAAiRAAiRAAiRAAiSQrgQorMYg8okgrLJiNQaB5hYkQAIkQAIkQAIkQAIkQAIkQAIkQAIkQAJpQ4DCagxCnUjC6sCX5sXAY2Bgn7Yx2YebkAAJkAAJkAAJkAAJkAAJkAAJkAAJkAAJkEA8CFgirA4e9jjWWdwKIBQYRsKlBBsEiCh1ZuL33MYotVWHTQBEKfjKge62l6dn2QRk2YByEXBIEiQJyBELUas0Hzk2ByDYAEkMvpFrRCjCa5idAHDBxR3w7uQJbAVgOiocSAIkQAIkQAIkQAIkQAIkQAIkQAIkQAIkQAL+CaSssCq7/AdqYVv1zhCFHEB0RpwHslSaZbPhwOlyHDhWggvqVUP1TBsqRAk2mx02qRQXFq7CmfgjpL1iIqxechnenfQWhdWQIsPBJEACJEACJEACJEACJEACJEACJEACJEACJGBMIGWF1VJnBtZV640ypwRnWTEyBQGZNkAWMeWq1VKnBJioXvVgE4AMQcDmonI8ekULdGzTFFPn/YB1hwtxTk4mKiQJ9uwqyLYLaH/6G+TYzAu5FFZ5eZIACZAACZAACZAACZAACZBAGhHYNR5dWo7ASsXlwfhKmoQ+aeQ+XSUBEiCBVCFgmbC61k8rgHBvXY8U8IHMFtiT0xplp/6APTMLh0oqcORkKVAmAtk2tKtXDYIgwClKitAaTGOVx1TJtGFbUTmaV8nEh8/dgcwMO27/x4cQ5DdlwdbhQHaNM9GsbDPOqdgdkQuhiK1mNrroko54Z9KbrFg1A4tjSIAESIAESIAESIAEQifw9RAI1012zUtToYgMQs+bNJ2xa3wXtByhyqpAZ4zbuQLDW7ieMo/SNCvoNgmQQDISSFlhdVdOa/wqNAWKT+JwhYiezWtjYN9usNsErNu0C098slbpg1olNxPNqmShWqYNJXJ1q0sk1QZT7tZaVOFEy1pVMfLuq/Ha9EUYeddVaH1+Ywz5xwf4bPdvaF8zFyWlFciodgYaSXvRomxLRPlAYTUifJxMAiRAAiRAAiRAAgYEdmF8l5bwaBmmGOkED1NzojDIq7oNGPyVhElG5W1egkyMbacYBCQiA13uKDLeuJ1Y4VHxopCv6bqk2esUAIXVdE0S+k0CJJBqBFJWWN2ddRH225ogp7wQq/acwFdj7sSJE0U4cvQ4rup2KcrKyzHn69U4erwQq/ccxdbdx9CkUQ3Uzc1SRFS9sJlts2H98RKsGn03WrWsjwwAhSUi3pu9CO98t1URaWvaBThza6CJuA/NK7ZGlCtWC6ut216OqW+/wYrViKLCySRAAiRAAiRAAslNIBxhNYCIGUsYZgWbJBZWvx4iwF3wmrTCXwIKq94CnitpO4/DzhXD4S6QjGUqp/ReZq9TGYJ2rD4eCZhHKR03OkcCJEACERBIYWH1AuQLTZBZWoi1B4swYVBPNGpQGzf0fgPS1Q3x4aCrcH7LRkobgKzMDBQcOorXZizGom1H0LHpmShxOOGU5AYBajODDJuA46UVaFazCobd1hXyW63Pb4a6daph688FuOmFmcgRHahX6yw0dO5F84rtEYRF7QVr5YPCqpU0uRYJkAAJkAAJkEByEghHWI1x1ac/sGYFm6QVVr1jQ2HVqivMX84nSF5b5WairGP2Og1mL4XVYIT4PgmQAAkkDAFrhNWHH8PaVUsMnbJYHzQNbrf9fOTbG6Pi9AlkZ2Ziw4FTWDR2IPbtP4T7X/8KyM0ESh2A3YYhXVvgxqs7oFnjBvh26Vo88sa3aNP8TKUHa4UoQoAACZJyeFVhuRN7j5VAWHcCM/97D67teQmcTmD7zgLc/eJ01KiShyZCPppX/GzaVqOBFFYjwsfJJEACJEACJEACJGCSwNcYIlwHd2fQhBX0zAo2FFZNxj1KwxJNEPOqihyMwZiMya62ngmb61EKTUyWNXudBjMm0fIomL18nwRIgATSmEDKCqu7ZGFVOEcRVu0ZGThZ5sBZVbIx4ek78Pr7X2LG2r14bWBPSJKIx974Vjm9asgNrTHsnj/h8JE/cPVzH+HcmrnIzbSjwiECNjVL7IKA3Aw77AKw7VQZ5jx1G9pd3EI+DwufLvgBd73+Hfo3KUbDBOux2vrSTpg68XW2Akjji52ukwAJkAAJkAAJGBEwL6wa3lItn+dtot+pW8TyXcPkIU9mBRsTwqr2lnstEf9Cm3HVo4/fBmJQS68DepTmnj63oPuzx22b3q7Q7df3szTKA30Fp0mf9UuZYWBwAryXT4O/gmTQQDecVgnafJM5foB7NAcmeeeelw2GrQKCVxUbxsaPP9p+tGqMd2r+I4d3PGITczWYIfmgj7/Z61TdyP9hbwHeC9ibNSz7w8x1/kIhARIgARJQCFgirA566FGsW73UEGm8KlZ32lshX2oAx+mTkGx21MjJwA8bDuPD0f2RYbdhwJAP8cC9bXHRuY0wYtYydK1THcsKTgAisPzVwcjMyEDHx97G+XnZyniHU3I1BVA0WGTYBZRUOLHrVBm+/PsAtGrRGO/OmId/L9uPW2odQ5PyxKpYbdOuE6ZMoLDK654ESIAESIAESIAEvAmYEFYNDv/xoWgkRGnEkc7jvkK/j6/zc3CWiduyzQo2gYRVr/f85IHejyC+e4mrur07d16Jle5Dz722CyDoGZnlFubCsR/e8Q2U/R5fQvE5oLDaGf4ZeMfcWywzEtu9/fAr5nvZoxXMXPthPLq0HAF3WLTrBLUhUA4GvUYMfPK6PsbhohEjPJXjgMvenVrx0WTOhhNzeelwfIi1sKq3UStah2N/JLnOXyUkQAIkQAKpLazusLfEPrEhyk+fhN1mV3qkbj5VisEdmuHOvj3Q7empaF41C7tPlaH1mVVQ5hRRLSsDJRUObN/2B5ZPf0wBdMWDr+PSZmeipEL0Shn5WZZNQIVTxM9F5bjgjFz8fLwIF9evi4b4FeeKuyJKMatbAVBYjSgcnEwCJEACJEACJJCyBIIJq+aFOegr88wIgW6uwQ4TskBY9Vdxqw+tVmwLVk3qX1gNnDDaKtRge/iv9jXew79YaCwuqqtUCp3B7AkoaoYb82DxDefWcMPDkXTViQGEOTMVyX0UdiavkYAHNOljqcbjT1920VTY+s+pSGMetg8xFVZ1sfPiGV4MIsr1lP2dQMdIgARIIDQC1lWsrjKuWPWUeYZmV7jTPLvssLXEPufZKC0+iQybHfJpU/Jt/RvzT2DR6w9i8bIN+PfM1bjs3LNworQCNrm0VgIy7TY4RRHbDhZi8/RnsGXbLvzfU9PQoU1dFJY53GdZqftIgM0mKL1XS50isgUJYk51NLUfwnnSTo3H1tXthiu4tmnXGVMmjGcrgBDzkMNJgARIgARIgARSnUBgYVUvRnrflq4XM3SVpz4im/Z9/e23QapWg1ajGcXJ2B7fW/51fnjENu3revvU96Btg2AgKlYKXro9fITk4LeZu2+dNm+/QcVmCzcnjT1+BSoTPuuxRxDzQLfim2kV4KvxVYqSWmb+K1MDiK76W8w1gqz+GglUxSyLpcPdMQiYLy5vXGOiG3PfVhGmfYihsIohAq5zN4PWtZMILwYhXt+p/quA/pEACZBAmAQsEVYfGDoC61d/b2xCmJpimNM8NmyXmmO/VB9lp13Cqlxharfhp98K8dg1F+OWG7pjxEsf4o/iUmTb7ZAk+QZ/pRMAqmTY8ePx0+h3YUOM/dtgvPjGNExauQOta1ZRKlS1D/mZ3H5VOejK6UB21Tw0Eg7hAtvuhBJWL+lwBSa9+RqF1TAvFE4jARIgARIgARJIVQKBhNXAQpNCJFClYbB+p7q5AQ8TskJYDRBCY+HOhP/aNYP46yX+hCOsRmS/sUiq6FRetoToc0Bh1UAsDytfwmkDEEA0C2CDf9HVnw3BeAUQzHXCqrn2BpXAg+esVTE3Ifq7zQpWeez3etG1StBXKH8FXOdRVYP0A/bpaevP/mCxS9XPfPpFAiRAAtYSSF1hVWyKfLEeyopPKa0AFNFUknBmTibWLNiP+V88gV2792PYS5+h7QV1cNrhcJEVXOOysGbJfsydNgx1zqqJLre+iEsvrYeicrlqVSv7yoKs+twpOpFdpQYa2w7jAvteCqvW5ipXIwESIAESIAESIIEoEAgkrJoRtMwKR8H7ZsZKWA3aEiBANaIaAD/VtcFuVw/4vnnxKhT7vW919tMKQCdEGa9vog+ujCYYA91t84EqoD3vBV3T4LLQzgkiYnu1sPASBjU++7Uh+DXi99CtEPyKbswj8EGPPirCqvcmvgJ0+PZHlOtR+DTmkiRAAiSQjAQsEVbvHzocG1YvM/Y/zNLTMKd5bNguNkF+RV2Ulqg9Vt0Pudfq9qJyfPuvQZj+6bd4f90eXHhGLsp1lajyuPzT5ejdoh5e+ftQPDtmKmZuzseF1XNRLnpXrbrXloXVnNw8NM48ggvs+xJKWG17WVe8/cZ/AlasHpg7FPfM2OOyuxdemP0kOinPDmDWyPsxOV/jUrdRWPSI+q7+sWDNdgzs0zYZrwfaTAIkQAIkQAIkkHYEklNY9VvdF6hq1GzVq05o9NuHMWDPzMCHFUF3KzNgQlgNy/5gvSeNBG8/J8PL10awXrhBxcLArSeM2gHs1N4C7lONaHzBBuud6T1Ly8A4Dv5bEQTj672Tl5AclJWZA6Vc63txCWaTPubBxgfwQY8/KsKq/hA0a+03fX2n3e8GOkwCJEAC5gikrLC6zdkY+RW1vSpW7TYBP58qxR2XNME9t/XGNU9NxEVnVcWpMgdyMuXeqhJsrupTERLysjOxYUUBFn72NMrLy3HdjS/j0p7n4KTSk1VQ2gbIbQDcD0/FauZRXJihVSEjlYkr9wi3x2pwYXUVxozcjzte6Y+GAFa90RvPwi2eqsLqvv7f4KkOwROLwmpwRhxBAiRAAiRAAiSQKATSRVjV93SVNcKdWOFqeGmmh6ehAKMVtIIJZRFVrIZnf8BKRxMiZVCf9WkcjEHAilV9xatcMfoBcE9LjFipbmTudvnQhEL9ur4tG/6EL7v4syG0vfz3LjUSuGMV8wh8iImwOhhf7bwAL7QcAVcayIkAaZJ6dJjpg7dco/3lUMi5nigf4bSDBEiABOJMwCJhdQQ2JFiP1W2OhthXXhvlpYUQXPKn3GN1++FTePSGDuja+VLcPPwttGp2JmrkZuPIqWKlB6vcLsD9UMYfL8Y9HVvi74/fj+H/eB3r84/ijOxMnwpXeY4EEVk51dEk6yguzDygCW0iCKvd8PYbr5rusapUr67ojg8UoZXCapyvU25PAiRAAiRAAiQQNQKx6rEarIIziGhmthLOb8VqoINqdBWaQQRHv304g4mKEQmr4djv74Cq0JPJf+9R3VohMTCKua5idPBgYPJkl6BmXF3r443BoVBBPdbGXN8O4Kt++Pg6t6int8FEpbG/zYOx8hKhfVsxGP/HgHBiHoEPsRJWpUloOb7yMDJvMdxC+5UiYe0+JnMuaIJxAAmQAAmkLoGUFVa3lzfA7vJaKC89CZuQqUQwy2bDz4dPYfj17XFNr87405VP4u2PhqNlyybo1fcFXHJZfZwqlXuougIuAXk5Gdj41X58v+rfKCo6jeu6PoSL/nw5bHab2m9V8xClCmTl5KF51h+4ILsgiYXVVRhz2yjsGfAOJvWV61f1rQCaYfC4iejfwPjCYMVq6n5g0DMSIAESIAESSD0CIdyardwJXlnl6VspFugAGpmcVhzSV8kF6eFpqbCqE/T0QpxHZHPZqBda/QliwYSyIO8b3QbvPkBez9p/5aNS1qlW8wVtHRCg761Zn/UXhI+oGXrM/VbZmqiwlc0xU30sj/PeR2unb6Wox00DGwz72FYGTpmqjglyQJM0Ce4aTHW/AL1D/eVsWDHXt34wvhYNfdDH3+x1qkKB4DmQygwbfVwq54QXgxCv79T78KdHJEACJGAJAWuE1QeHY8MPCdZjtexs7Cw/Ew5ZWEWGAssuCNhTXI4+LevhyYfvQLdrn8PqhS+i0TlnY/jf/oPZG3bj/DOroczp9MCVq1Z/PlaMuy4/F/965iHMX/A9xkz7GnvXHca5HerDLgClThEC5NYAFcjIyUPLrGO4IOdgggmrwXusYu1Y9Bq7SLU7QA9VtRdrU00PVu9cpLBqybXJRUiABEiABEiABGJCILCwGlycqzTS5/CpUCoHg4lmZgUbvxWrAcQyPWe9sBooDpa1AtALfZpNlT1aYrzmdvSAqRGK/cpCWlHLxG3hgWJlRcz9iIPhtAEIOEe3jzZ//Ym7husFFTPd0TIjHmojG6Wc9Yl5CL1cfXoD6zLRFAuXcLszVGFVL8Zq/kOPqX0tzvWYfD5zExIgARJIfAIpK6xuKa2LvaVnqhWrNrViVX5Uy7Rj86bDmD/zWWza+guu7NIBe/b+ippn1ECffi+gdbuzlZ6rNlfzVPmcqmpZdmw9dBJP3XoFru/TA1lZmdi89Rc88NIMWa1F63o1lL6rAhxKxWrTnGNonXtEE/1EaAVgQljVWBxYPFUrWvGkcc9VCquJf+HTQhIgARIgARIgATeBIMKqPMyMWGYktulEzs6dV2Klp0miNgImbreNWFg16Yeivbj7NwYTGXWVfRFWrPoVsd32mImDl/0h+Ow5lCpEn/UXksbGzuPG4aIRIzDZ8GILFHMjQdFEjvjkarA5Ol+1B3MZsg6wnqnYhCqshhA/vwJ/gE+6gIev+ZsXhKkpgTMCYVVfkaytgg85BhHmOn+JkAAJkAAJKAQsEVbvG/IXbFyz3BhpmJpimNM8NmwprYPdJWfAUXoKQKWwmpVhw84Txbj54iZ4buQgZNjtaH3TE/jklYewZ98BPPG3GbjwsgYoKquAuyeABAlVM+3YfuAksK0QN953Ce7tdx3OOqsW3npnFv77vx9xfuu6KCorRVZuDTTPPYHWub8llLB6acdumPi6+R6rKJiFISOWoKfRLf+B3gNAYZWfLiRAAiRAAiRAAslDwISwqjjjr3rOrNikjtP3SfQ+hCYANSuEVcWN8eiiPQTHLUQ+saPydTMH4wQVkoP1lPXDzcA+ryrJEO2vvEXadz//vST9CE7Bqop1wqa7AtTnUCAT6/hUjJqYo24v33LvyiMTc7xt0zIyyPeg6/mvMPWp5g5FBI5JzN3XXog++FyywcRKeUJkwqpPCxKvuIRqfwS5njwf8rSUBEiABKJKIHWF1ZLa2FWch4qyU55WADJJ+WiqnAw7dhwpxFUXNkBOVia+2LIfdatl47n7bsSXC1dh/s4CNK2aDadYeZCV/FOVTDuy7TZsWlMAFMzBA38bh359e2PxktV46eOlaFEnB2JGNbSochKtqxxNLmFVFks/bYRJj3RS7NZWrOKNodh/c2VP1VVv9Maz+fe5DrbyzU8Kq1G9Zrk4CZAACZAACZBAshAIVsGZLH4kq51e1aPa3rguh/SHNO1cgeG63qBxc92skB43AxN042SOeYIipVkkQAIkQAKBCVgirA4cPAw/rjO8r8lzDlSsA7G5qBZ2l9RARVkhBEHtsep+yHpplQw79hSVwiFKODcvF3+UlOMPh4hb2rbEtn0Hcaq4DBk2QRFi3Q+5j2qJKOLO7m3R+fJLUaVKFeTlVYPTKeKGEWNQw+5EVk4NNM85idbVj0XkshBpya5u9+AVqwEOqNL2XpXXbexfVJXfprAaUeg5mQRIgARIgARIIFUIUFiNayT9V2PKZvk/CCiuRrs258ns4UUhmWMensecRQIkQAIkEG8Clgir9w56GJvWrzL0xWJ90DSvzYU1sUsWVksLYbNlqKWqmof8VBZOZQGzwikpP8sVqiUOETWrZOF0aQXs8slU7nmCKsb+vPEw1i17S2kD8K+xE/DH78ex7cDvKHU4IIoOZOZUR8vcU2hd44RpW40GWi2strv8SkwY/wpmLt4ZkV1mJlNYNUOJY0iABEiABEiABFKeAIXVuIbY3wFMRkYZ3qoeN+t1om/QW/DjZmjCbZy8MU84lDSIBEiABEjAJIGUFVY3FtbEntPVlIpVO7wrVv2xcYuZFaIqtOrF2MwMG/acLMY1rRpi9N8ewamiIvzz1alYMmcbLujZCMdLS5CTUx1NqxahLYVVkynIYSRAAiRAAiRAAiSQogQorMY5sGb6XWoP64qzue7tdYcQefWYTRATE9eMJI154gKlZSRAAiRAAkEIWCKs3vPAw/hpQ2JVrG48dQb2nK6KirIiCLCbTgSba6SomyG/Lr8m91nd+Vshap1RBe/84yE0b94Ucz79As8//zFadKiDCqEKmlc7jbZ5J03vaTTQ+orV7pgw/mVWrEYUFU4mARIgARIgARIggRAIUFgNAVb0hvqvYgxywnv0TAq4MtsARA4+2WIeucdcgQRIgARIIF4EUlZY/fFkHnYVVUFFeaHX4VWRgpb7s1bNsqOkwomC77fi6gFX4u7+N2D12k2Y+L+laHZ2XTTOPY1LzjgV0VYUViPCx8kkQAIkQAIkQAIkQAIkQAIkQAIkQAIkQAIkEFUClgird9//EDZvXG1oaLx6rG48WR27C2VhtUgRVvUVqOFSdVeuZggCauZm4qeC40BhOW6/4TIs/eln2DOr4NwaJWibVxTuFsq8aAmrA1+aF5FdZicP7NPW7FCOs5jAroORifoWm8PlSCChCbQ4u0ZC20fjSIAESIAESIAESIAESIAESIAEEpdAygqrOwurYNPJaigvLoJgl1sB6E6vsiAm8oo5djsECNh7rAgNq2fDllsVF59RhHOrl0S0g9XCavtOPfDWuLFsBRBRVJJjMoXV5IgTrUwMAhRWEyMOtIIESIAESIAESIAESIAESIAEkpGARcLqUGze+IOh//GqWD3tELHwYC2UOiU4K8oAwXph1e2wLKxm22yosGUixy7g6rOPoWqmu1treGlBYTU8bpwFUFhlFpCAeQIUVs2z4kgSIAESIAESIAESIAESIAESIAFvApYIq3fd9yC2/rgmbmz9iZCHim1YdTQPDskGUYqesCo7bhMEZAgiOtc+hXpVQms8EIqIGq5Q3Y4Vq3HLz1hvTGE11sS5XzIToLCazNGj7SRAAiRAAiRAAiRAAiRAAiQQXwIpK6xKyg36Ek5XSCgozkGRIwM2SBCVlgCBq0nNi5eiaxcBVTMdaFClFFUzbGqD1BCEXAqr8b0IUm13CqupFlH6E00CFFajSZdrkwAJkAAJkAAJkAAJkAAJkEBqE7BGWB04BFs3rY0bqVCESXNGmpdWza0XeFQo9odrGStWrYhUcqxBYTU54kQrE4MAhdXEiAOtIAESIAESIDSQlTsAACAASURBVAESIAESIAESIIFkJEBh1TBq4cqX4aUAhdXwuHGWMQEKq8wMEjBPgMKqeVYcSQIkQAIkQAIkQAIkQAIkQAIk4E3AEmH1zoGDsW3TOkvZhiI2ArEVQkN1NDRf1NX9ehSmq+0u74G3xo3FzMU7QzU/5PEL1mzHwD5tQ57HCdYQoLBqDUeukh4EKKymR5zpJQmQAAmQAAmQAAmQAAmQAAlEgwCF1WhQ1a1JYTUGkLmFhwCFVSYDCZgnQGHVPCuOJAESIAESIAESIAESIAESIAES8CZgkbA6BD9v2WDINswCy6jGSQhH6fRjkbmlrKNgbj9fY9te1g1vvjaGFatRzazEWJzCamLEgVYkBwEKq8kRJ1pJAiRAAiRAAiRAAiRAAiRAAolIwBJh9fa77gMkyeOfpPlZflFC5XtmIQhmbu936ZWesX70S6O1POKqTqnUi676uUbz3K/pRU9/cwWbzQdD5RrGTvgXg82JtrJtE19/lcKq2QRM4nEUVpM4eDQ95gQorMYcOTckARIgARIgARIgARIgARIggZQhELGw2uPSRgFVU3OynwHPsCdaERvzm5sf6d+ucKtQQ/FUFnnLKhyYsYg9VkPhloxjKayGFrXPvlkPCZkQhQrYJRFOIRM2SQy4iGizI1Msx597dwhtM45OOAIUVhMuJDSIBEiABEiABEiABEiABEiABJKGQMTC6k1dWwYWVq1QHoPgNFXdGkpILLY56HIGA6LhU2mZA2/P2xIKibDG8vCqsLBZNonCqnmUny3YhIuanImul9ZDBTIgSCJsggBRV3WvXVGpHhdELFt/ENv2HkPf3peY35AjE44AhdWECwkNIgESIAESIAESIAESIAESIIGkIUBh1ShUQZXQ0OIbdDkKq6EB5eiABCismk+Qud9swN23XIysCgmwOwAhA4LTDtic0Lc0cbfjcL8uV61OnfsjbrnmUvMbcmTCEaCwmnAhoUEkQAIkQAIkQAIkQAIkQAIkkDQEKKxSWLU8WVmxajnSkBZMXmH1Wzzb4FbMajca3857GE1C8loevAfv/bktRq+/F1MLxuNKE/M/WbAeD9x0AQQx08RodYgkygKsHTapHJO+/AW3Xp0swqqbj+yFeUamwYQ0UB8rV+zddu19C/2ueAYbw84F88ZQWDXPiiNJgARIgARIgARIgARIgARIgAS8CVBYpbDqIXBg7lDcM2OP63kvvDD7SXTS8PF+vxkGj5uI/g18AVJYje/HjLew6hasvG3q/9FJvNAzmnaGI5KGM0frQ+jC6twF63Hfn1rDAYdpGBnIgggJNgiY8sVm3Nq7rfdctyjoerXtqI34eFAz0+tHa+C+KVfh6lFrEf3Ym/GAwqoZShxDAiRAAiRAAiRAAiRAAiRAAiSQ2AQorFJYdRFYhTEj9+OOV/qjIYBVb/TGsxiFRY+o0qoiqq7ojg9c7wdKawqr8b3oDYVVT+WfW9DqgGeWL8TAptGyNRyRNJw5EQqr32zAPdedB8lmNw1CEJ2KrCoJIj76cjf69m5TOden0lLmPR7N5pmroDVtRBgDE1tY1TnEitUwIswpJEACJEACJEACJEACJEACJEACsSZAYZXCqmHOeQupqzDmtg/RxE+Fqn4BCquxvoy99wssrAJLn8zDA9OhqVzUV7W6RVcDEXbxcLS86314qjD9CmABRFLXGm6rKys6K+c80+oZjJ6ujvCusNTezi6/qxWIfStW3b4qC90xBzvHXu0F638LNmJA7xYAbOaDJjgAyQbBJuGjr3ahb29NKwC3bwZ7wc3K856OL9Tb3zFqDvp8fitGr6/0/+r5asx8eWjN9hfHyph7RhvdYm8YF7jaK2g462Oum6fsEfQWfn2sdM91e+S7crYyVwLlgc5fo1hosLEVgPnU50gSIAESIAESIAESIAESIAESIAFvAhRWjTIi6GlToaVR0OUS7vAqWUgdhT0D3sGkvg2BglkYMmIJ0HgPduW7fO9WWc2qp0FhNbT8sHp0YGFV18sS+ufeYl+Phd63j7urHj3CmV5o9TjjR1iVBbPhwFilh6q/28HdYqpe2PUnnLr7here19m2b8pwfHfVeK8q3bnz12NA73MBiB7LR/x7GwRJ0rwCCHJPVbEC/3mutWecJAmYuXAn+l7TrjKE2jYAenHRpLC60S0Wu4TWjYBLyN6t9qA17I8aOI5yZXLAitUAcWnsaiHgETW1XK/62iUGy+0O3CKsmf6tIQirI3bg6rve14i1QfLARNy11xyFVas/gbgeCURGYMaMGcjPd3/ZAKpVq4ZHHnkkskU5mwRIgARIgARIgARIgASiRIDCKoXVSgJrx6LX2EXqc61wqry+t7KnqiK0votmT36Dpzr4AqSwGqWr1eSyQXusagU/A2HULcApQppLONuoVP01V6oXd7e6F7OmQzkgShXdYNBWwNxt/WpFqbsa0neOlxjY1HWgkbYC0WW/WtVqLKwGqp78bMFG9OvZGNC1Arh32FQ4pEqx1SYBH04YrERAcL0uC6uzF+/FjdcE7rHq2d+ssOrTtqFSqPTmpUmIYHEc1CywsKrLLa993AKvyy61etQVs71yBfNWT/zVeF1o4vAws8JqB7RdvxYbtWKyD0cA2jyAWlUdvGpWdZrCqskPFg4jgTgRePHFF/H000/HaXduSwIkQAIkQAIkQAIkQAKBCVBYpbBqmCHqQVVN1QOsFGEVmsOsDmDWyPuxuIurolW3AoXV+H7sBKpYha760EtEdR+w5CXSuaoQMRrfzjsXUxuMQfOP+uLru+aiz/KFaDYxDw/8LL8nV6BqH/6FVa/b85UpwYVVReRtPl4VzAwehsIq9LfA+1ZSzv3mR9za82wIUobPqjf2VYVU+fG/uZMr3xcl9WebhFlL9uOWazStALSraKpXfUVquSWBcSuAjWEIq8HjGFxY9R8XrQh6Pb6Vq2bdNrp8hHJAlzZX9Pmgx2tSWPVM08TOqPWAa5y7bYS3L4EraCmsxvfziruTQDACFFaDEeL7JEACJEACJEACJEAC8SSQ0sKqQxQhukWQECgLyq35AjLsAgT1SUSPoCskXCsAeG7/7yn3VYXaCkD5uYGMgsJqRAkR5ckBWwH46Y+pPblef8u4+hx4RhFUd+DhguHY8+e2+PqG0Th31DOYZdjD0lhY1a8dUsWqqxJRa6s3St9bxN3vGwqPAOSK1b5d5ePaKqtTtWvefOvD+HTOW4YRk3uszl7yG27RHl6lH6ntuTp0h3LbvFr9a62w6q7YDB7HtbqetarBgeOieX/UaOwYJfeBlYXUZvD0jfX4bfZQNJPCarvRmHrDXDwwam1lj1y/7Sd8w+Qv7tqRFFaj/IHE5UkgQgIUViMEyOkkQAIkQAIkQAIkQAJRJZDSwmpxWQXmLfsFkqRWmOlFUu1zh8OBiooKFBUV4ciRI5CcDqxY/AW++WwasjLNnxhuFK2kEFbl2/s/bfT/7J0LfFxlnb+/k7SlFNAWUIQWuSVAkeqyCph0US4r2qprwaV1UUFEE9HFpsut+G8RrbsrF20qq5AoIqDVtgoFJZVLkVWSLuC9hVASwGIr0iJy6TXJZP6fc86cmXPOnJlzZubMZC7PfD6lSc573svzvmdonvm9v1ddF7eYQ3BFrHpFqjc1gGfQRKyW9JkNrDy/w6u8AtRHTtpRiW8/Ub879gpTCppC9Elrm/bR5jZ8b7dyiVU7dYCdF9QTsZo6sCooH6y3TXffjTQFl6vbEoBZZNyd9/1GH2o9WA0aH8jVWyChYd3d94IrFYAh8lJtOiJmrUhKz3hSkZfJ8Xu23GfmoLUjcP3kZfA85sqxmpLnDz+gC47wzos8AjXdvvu+fBCGF6tWpLSRW9a7TvwjUV1zEELCIlbzmTfKQqD8BBCr5WdOixCAAAQgAAEIQAAC4QnUvFi965dP6rOfOEuNsQZ1fmel/vKXv+h1r3udSei1117ThAkTNGXKFFOoDg0Naffu3ebPt27dqne+851as/qH+kH317TXhMLlalWI1aQ87U6dF3FkOqeqASuZV3UwubbOzJJf1biMWA3/AJaiZJBYtSWj7MhJ54FLZoe8wip92rz3AKPMsvaIvCfUGz83xNgVevqfDElmveZ91MjXaufotO556uofa9ZP/1X/9ZtkGZe49as3y+FVqa32ycZ8ImvvvPeP+lDrARqKJTTOkVPVb14SalCDGmUIVfvru/7veZ39HmcqAO9p9fZBXMkandvYU9GYSdFclFj1ys/Mecx5eFXqEDO/eTF+5hiX61CuXPORa3XnI1Y/p8Ntbqm2w6yD7PPu7BlitRTvQtQJgegIIFajY0lNEIAABCAAAQhAAALRE6h5sWpErF58wVka19ior3WvNAnakarG33//+9/Nn42OjmrHjh16+eWXNWnSJG3ZskXHHHOMJk6cqAfu+XFRcrU6xGp0iwuxGh3LQmpyi9VCaqife35y3+/1Lye/IWsqACeJUSXUqJiM+Hf765/93zbNeW+WHKt1gDHjMC2/g6UqnANitcIniO7VPQHEat0vAQBAAAIQgAAEIACBiiZQ82L1pw8/pXg8niFUvYLV/t5IG7Bnzx499dRTOuigg9TQ0GD+KUauIlYr+hmouc4hVsNP6R33/1bv/8cDpYaYYomGnDcmEvFUOfvrnse26qwz3x6+wZoq6ZM2wplT1swjW/kvxGrlzxE9rG8CiNX6nn9GDwEIQAACEIAABCqdQF2I1c+c9yEzFcD/fO8OMxLVSAVgRKsaW/6nTTMOrnFHsRrRq08++aR57Q9/+IN27dql448/Xjd/83o98ou7804LgFit9MegtvqHWA0/nz++9zc68o2TdNyhkzSquGLaS6OxYbOC8YmY4o0JmT5VMTNK1XjfGInF1Tg6Tk/8ebs2bdutD59ZvxGr8qQQMMGZKRdkpnWwUz54ZyT7AWTh5y6qkojVqEhSDwRKQwCxWhqu1AoBCEAAAhCAAAQgEA2BmherP+sd0L9/Yo6ZCmDpd37sSgPgFar2IVeGWB0YGNBRRx1l/v3SSy+publZzz77rNY9tEZr7/5BXnIVsRrNYqWWcAQQq+E42aXuvPe3Go0Z+VPjUsJ6Wkdj0jhDpiYSSjQ0KhGLqyEuM6o10WAI2Aaz0Jz3/UN+jVG64gggVituSugQBFwEDLH6yPDJUIFAVRNYfVXGKZ9VPR46DwEIQAACEIBAmkDNi9V7+gZlC1NnblWnVLWv23+PjIyYQvXYY481D7TauXOnmX/VSBGw7777asX3vqUH7/mRxo/LvXXYxoxY5ZErJwHEajlp01a1E0CsVvsM0v+xJ7BG7bHZ6m7t1EDvfDVF3CHEasRAqW5MCCBWxwQ7jUIAAhCAAATKQqDmxWrPuqfV9rEPmqkAbrz9Lr3wwgvaa6+9TNlqSNO9997bzKG6fft2GUL1wAMPNMEbYtWIXDWuGX/v2rlTX1jwaU198+G66PNX6EuXnK/9Jk0INUmVJFbPXrQqVJ+LLXTBrBOKrYL7CyTwrZ89WeCd3AaB+iPw2Q8cW3+DZsQQyElgUMtmNqujr1WdA72aH2hKEassKAgEEQgnVpPPUqqyNvUkujTLU/ngsplq7uizftrWo0SXt4T7Bt/ya9oVm93t2+3WzgH1Bj/4QUPmOgQgAAEIQKBuCNSFWP3c+R8yUwF845Y7tW3bNu3evduMPjUiUSdPnmxK1n322cf8+QEHHGB+b+RVHT9+vMaNG2cuhh07tuuS9nM1ce9JuvDz/09XfnauJu+7Vyq1QK4VU0li9aa7N5R8cd/3aL8QqyXHTAMQgAAEIACBEhBArJYAKlXWOYFgseqVqklgGZHgnnKBYjVL+Rxita0noQBXW+ezyfAhAAEIQAACbgI1L1bX/N8z5oi92/3j8bgZoWrIU/uaXc5b1vjeiFo1xKshXI20AJ/5tzM1ZT/Eqt8DhVjlbQYCEIAABCBQ+QTWtMeUClozBU1zMlrV0ffWNrWpW92uCFZbvhoRdXO0OiMVgEfmFJEmgFQAlb+O6GEwgXBidbXm2BGqKfHpjlq1n9m2tjZ1d3cHRqyGL28/s2Ej1YPHTAkIQAACEIBAvRCoC7H66Y9+wEwF8M1b79SWLVvMKNRJkyalIlQNaWpIVuPnRnqAl19+2fz+TW96k5k2wEgH4HwZovWJ9b/T+t/0atWt/xO4VohYDUREAQhAAAIQgAAEykkgKW7sbb+Dy9p1z/u7NL8pM2LV3kqc2iI8uEwzmzvUZ8pYeXKselIDuMrm3rLsN3zEajkXBW2VikCwWHW3nNq+7/xQwpatxnM3Z7W1lT9XxGoe5VPtBUbAlooQ9UIAAhCAAASql4AhVn/T97A2b9qs7a+8qkSWoXjd4MR999XrDzxAsTmnNGe7x6wqFmgVi4cXk38jO/cMy8ixaqQCaGxo0NLv/FhPPPGEKUsnTJhgRqEeeuihZkqAl156SYcccoiZIuD555/Xfvvtp53jXq9l9w7oiee2aWjPLsXiQ+afvRtHddy0yfr3D7Xotw+s0I9u+UbOQQQi8CmQbUwF04pJu/eMiFQABRPkRghAAAIQgEDtELClS0Y0qV8qALcsVTLHo7Vl2CNSPcJWcka3ZuaLDAKKWA0ixPVqIBBKrHq357ueTc9z5JSmvvv28ylPtGo1rCH6CAEIQAAClUvAEKt33H6rLvvM+zX1oAMUSwZnGkGZiYS0Y/ew4qMJYyu9+behABsbG7TlLy/qph/8ovLF6j19g6ZA9dveb0xLtp8bh1qdfcM6feXDb1FDIqG2bz1gidVRS64afw6ePFHdl56j8z94EmLVQYBUAJX7wNMzCEAAAhCAgE3AlQpA9pZj/xyrVlljm/Ct0vnG4VZ2eX/pmknZ/yCeoNlArAYR4no1EChIrBoDS8pV+8OMVNR4gFjNiDLPVT7rhyzVQJY+QgACEIAABMaegCFWf9j1bX3ti/+mWMM4NY63zmqKx420otLfXtmhoZFRxeOjGh6Oa9y4Ru2z93hNed0+uuSq71a+WP1Z74DaP/4vZiqAG275iTZv3mxu+TeiVo3t/o2NjebXxp/h4WFz27/xxzjMqvVL9+nbnzxRDUqo/Zv3KRbfk5KqhmBtiA/pgW9doQ+fegxiFbE69k8zPYAABCAAAQgUQMAtYZTMs+rJtZiSL61q7etLpgEwtvYHRawW0CHHLYjV4vhxd2UQCCVWXV1N5yk2IsPnrHbkQ/YOySeHsftDE88NvpGwRlYBDq2qjNVCLyAAAQhAoNoI2GL12kVzlVCDxhspRWMNGhlNaHRkVFtf3qE9I3HFR+LaMxTXhPGN2m/SRB0weZIuu/p7lS9Wf/rwU7r4grPMVADXd63Qk08+qYkTJ2rq1KlmWoB9993XlKoHH3ywtm7dan5vXDdSAcy86h5XlGqDU6zGLbF6f9cixKpn1ROxWm1vA/QXAhCAAATqjYAhU8/Xreqd3yR5tu+no1N7ZVy2XnYkq/G1U7p6xKpXtBYJFrFaJEBurwgCgWLVeAZXz1Eita2/TGKVaNWKWB90AgIQgAAEqpuAU6yOjiY0bq+Jamho1IgRsToyquf//pqGhuNmtKolVhu03757603776vLv3RrdYhVIzLVeOVKB2DkXB0/frxiOZLCrv7VBn1j1dpU1KohVu/79pdSK2DH9lfV85PbM3KukmO1uh8Seg8BCEAAAhCoPQJOUSr3ITj2gVOmQ+3UQO98GX7V90AdP5HqvN8GV+ChOIjV2lt59TiiUGLVOIwq45UlhUbG1v6APKm+qQDS7wFEq9bjqmTMEIAABCAQFYGaF6t3/2qjLjp/jpkKYOm3V5gHUxmpAIaGhswo1W3btumAAw7QX3c16opVT+ivL71qilNDmjrzqaZ+ZketGrlWR+O67ztLpD+dJY0MSdpfmna1Vq34uUuuIlajWq7UAwEIQAACEIDAmBHIOJiq9D1BrJaeMS2UnkCgWDW6kPPwKk8foxCrqfYKy39cemq0AAEIQAACEKgOAjUvVu/65ZP6/CfP1rjGRl3zreX629/+lsqhaghWQ6y+4Q1v0BV3/Um/e3abKxrVPqTKFqymbDX/7FFs1IqCNcXq0x+UhocsuTpxhgaGL9TCi+amVgBitToeBnoJAQhAAAIQgEB2AnbexnJGtxli9corr2RaIAABCEAAAhCAAAQgUJEEal6srv7ffvNQKuOVLRXA6173Op12za80tHtXKko1LVFtmTqkBiNK1RSrRn0JM23Avd/+srTxfWmxGm/Q0PH36d/e+zbEakUueTplRkQsma6Bvg5zaycvCEAAAhCAQDABe6txeaPbEKvBM0MJCEAAAhCAAAQgAIGxI1AXYvWznzjLTAVw/U3LU4LVkKwvvfSSpkyZYv5p/dJ9qWhVc9t/SqI6xGoyPYASCbOepsMO0bcW/qv01EesaFUzanVYeudvXQdaVUvE6uY7L9L5y59JrsYz9JVVl6vF+O6xa3XGtWt9VqmjjOMqh1eN3QMdqmXEaihMFCotgcHOVjUvWJdsxClqBtXZ2qzUJaNEttyM3m2TqS4b9V2mjWHrKe1QqR0CECiCAGK1CHjcCgEIQAACEIAABCBQcgI1L1bvfOgJzb/ww2YqgP+64fZU1Oro6KgGBwfV1NSk/fffXzO/2GNt8U9u93/7kQfqyo+8S2+cvE/2SRjeJm35qvTqY2mpOjQknbK+CsXqOl1z6XP66PXzNE3Suhveq0W6WmsvNtVqxivXdcRqyZ/b4hpArBbHj7sjILBG7a0bdVkyatrcXqye5GnIlljtX5xQ6nDkPFpM19VcVD15NElRCECghAQQqyWES9UQgAAEIAABCEAAAkUTyFesjh/foNftu7feNGVfXf7lWxWbc0qzFb6Z5RULDNcsegyKyb+RnXuGZYjVPXv2ZE0DYESuGodX/dOiu5K5U60I1R8vmqc3NHxNGtlkddCIUjWjUocd0ame742IVePPaU9WoVh1z4MZvdp7qm5NilbX1S0r1N7xkE7vvFHzpmbOH2K1+DUdaQ2DnWptXiArNrBFS5fO0IKVdioAY2vnEk03frbAOI3Wjhz0Rg16tn666jQCCm0JZtx3nnTbYvU3z5Z1vq03erBFSwf61NFknNPgFGpGWavdlXMH1GcU4FUXBMzo1ZVzk+kpihCr5rpcqbnm+iqinrqgziAhUB0EEKvVMU/0EgIQgAAEIAABCNQrgZoXq3f84nF97oKzzVQA13zz9qQjTZii1T64yhCr77l6tZVjNRm1+tDSdumlC9NSNT6SzqNqH1TllKy2VB1t1NDMX1d5jtV1uuacq/XMuTer6ywjftX9CopmRaxW0tuJV1Qmc+S1LE1KLP+ceV7h6RZf7mhDPym2YF2moLXlq6u8uZVb6kl0aZbpVZ1irJI40pfSEbDW4Pqltkz3Sv20iA/qg1/kazqlQPh6gtrhOgQgUD4CiNXysaYlCEAAAhCAAAQgAIH8CdS8WP3JgxvU8al/NVMBLOn8XkqsGgdaPf300zrmmGM0efJkXXLL/+oPA1uSqQD26BfL/j0tVsNKVSO/6utP1MA+V2jhRXNTsxEYtOtTIFsUbv5TnLwjJu3eM6Kb7t6QvQpnLtV3ZUsDYElXXX6vrjjRvyrEasGzFP2Npqjs12JbXBotuFIBWFJLqYjTbHIzGdmajDR1ddTVRmaUoClS+xcnt3kn20/JVHf7GWWjJ0KNlULAmR81Ww5VczkauVhnpOV71v77rGVH2fD1VAog+gEBCBgEEKusAwhAAAIQgAAEIACBSiZQ82L1x2vXa/fu3TlTAUycOFFbd8S16Lv3aeuLL5lRqw/esMASq/G4tfXfPpzKPqDKjlo1cqoaQtX4fvxB0gldWnXHL/SjW75RfWLVsVKtg6yOSB9glbyWM0VAsgxitYIeeW9EaGixaqcOcI4lHfHnPnjIKOOOUHXmx8wtVpPizBSv5MSsoJVT1q7klp65handUXfktF/3w9VT1oHTGAQgEEgAsRqIiAIQgAAEIAABCEAAAmNIoC7E6r9/8sNmKoD/vuFWbd68WePGjdOkSZPM3KvGwVW7du0yfzZ16lQ1NDSkp+PFCxz5VIel/T8tvf79Wadrx/ZX1fOT211S1ShcNRGrzpH55lENjlY1qkCsjuET7W264IhVT5Srs17f7ft2+XwjVu0I2X4tHpiuJd7o2gpCSVdKSCBXCohQ6SFCSNNQ9ZRwjFQNAQgURACxWhA2boIABCAAAQhAAAIQKBOBmherqx74oxZ8+hwzFcDVX7tZTz31lIwI1fHjx2t0dFSvf/3rtWPHDjOqdWRkxPy5kX/1pJNOkl74WDKvajIi1Y5aTUWvDkv/9EfXQVV+81YVYtUQqXe8WV0Xt5hD8ItYzRbF6h0zYrVMT2+oZjz5K+1Dpzw5Vl2pAIIOkPKIVTOvZXfhEav2gVVmLswcW8JDDZdC1UHAWIfXHaO+LjOzrmu7v9pbtfEy63Az42Wur/V2TuBk/tUZPenUElnSBazJWU91YKKXEKhHAsuXL9emTcmDQ40Pp2MxLVy4sB5RMGYIQAACEIAABCAAgSogUPNidc65n9Hssz6iCRP2MoWpIVONf6QbL+Nr4zU0NGRGqg7t2a3ntzynv237q86a+3Fpy7z0Nn9nKoBjviONDku/+Yh0an9tiFVt1opLL1R36neZI9XWeaPmTbVXce4DrZxrHbFaYU++LVPNbrWpx4gMPU+6ra9DTcoW6ec9QEhSSsYmZVe3Nc6WpUs1Y0G/5ph5XAuIWE2JsXWyD7iqMIJ0J3ICOQ6ocuZetRZY8qA14xs/seo9/CrZ2Zz1RD4gKoQABEpEgIjVEoGlWghAAAIQgAAEIACBSAjUtFgdTSS0Zyiu3cNxNR/3Nn3xmm8pFmvQ9tde0ysvv6QJe+2lndtf1SO9D+kPv16nLX9+ViPDuzW+sVGr7v+t9nttobR7SzJqJLlx3QAAIABJREFUdUgaHrZSA0y/xRKr6zu0/a136fwPnpRzMqoiYjWS5WRVgliNEGa9VOWXC7Zexs44IQABCEAgKwHEKosDAhCAAAQgAAEIQKCSCdS0WLXBG4J1aDiu0ViD9nvd/mpoHKfXXn3ZzH26a9d2jWtsMGVqY2NMjQ0xM6J13gWf19yPzJK2dknb/yjt2W5JVeOwqtEGaZ/jpKYvaNUdD2bkVPVOOGK1kh8B+lYJBMzt3nJv766EftEHCEAAAhAYWwKI1bHlT+sQgAAEIAABCEAAArkJ1IVYdSIwJKvzZWQFiHmPl0qaUEOu/uNJp+jNRx6tCXtNTN1mpAzY9PRG/e6xh7Xilm8ErjHEaiAiCtQ1gRAHD9U1HwYPAQhAoH4JIFbrd+4ZOQQgAAEIQAACEKgGAnUnVkNNSqAJDVVLqlBgdT4FMmRvfk1mlo5Ju/eM6Ka7NxRbU+D9pAIIREQBCEAAAhCAAARCEECshoBEEQhAAAIQgAAEIACBMSOAWPVDH2hC85uvwOrKKFbPXrQqv84XWPqCWScUeCe3QQACEIAABCAAAYsAYpWVAAEIQAACEIAABCBQyQQQq3UmVolYreTHkb5BAAIQgAAEIOAkgFhlPUAAAhCAAAQgAAEIVDIBxCpiNfL1SSqAyJFSIQQgAAEIQKAuCSBW63LaGTQEIAABCEAAAhCoGgKIVcRq5IsVsRo5UiqEAAQgAAEI1CUBxGpdTjuDhgAEIAABCEAAAlVDALGKWI18sSJWI0dKhRCAAAQgAIE8CaxRe2y2uls7NdA7X0153l1Y8ejbNMTqI8MnF9Yd7oJAhRFYfdXpFdYjugMBCEAAAhCAQLEEEKuI1WLXUMb9iNXIkVIhBCAAAQhAIE8C0UvO4A5E3yZiNZg6JaqHQDixmnyOUsNqU0+iS7M8wxxcNlPNHX3WT9t6lOjylnDfkL28tz2juoQCqqse6PQUAhCAAAQgUGICiFXEauRLDLEaOVIqhAAEIAABCORJIHrJGdyB6NtErAZTp0T1EAgWq5mS0xxdRuS5p1ygWM1WPkt7alXnQK/mlyfUvXomkJ5CAAIQgAAEfAggVhGrkT8YiNXIkVIhBCAAAQhAIE8CacnZeXyHOrqt21s7B9SbsiUeqeKVN4PLNLO5Q8mYOE9UnPteK8LNv81iot8Qq3lOO8UrmkA4sbpac+wI1TXtis02Hl531Oqa9piMH7e1tam72/gid8Rq1vL2M+549lNliVqt6LVE5yAAAQhAoHIIIFYRq5GvRsRq5EipEAIQgAAEIJAngbT4tGSqtGxmszr67Eg0T3SpLVhsQWN+/4QWJQWPvY3YJVBTsseoy5BBc7TayOtq7kw2ROtgsk3/rcxhBoRYDUOJMtVCIFisukeS2r7v/NDDlq3GszpntSVec4nVnOXt9wnP+4JH5FYLX/oJAQhAAAIQGAsCiFXEauTrDrEaOVIqhAAEIAABCORJIHNbvi1pTNF69HWmkElHsAZI0KSc8b/X7lpmm1b0W+HbihGreU47xSuaQCixmopSTQ7FFUnueU6d0tQ3KWqI8t7IdKRqRa8hOgcBCEAAApVHALGKWI18VSJWI0dKhRCAAAQgAIE8CeQWq7fq/PTBN66a09Gl9pZg52VDrNr3utMKGKUQq3lOEsXrjEBBYtVglJSrSh5YlXr2AsSq68MUIwWIX3mvyHW0R4rVOlugDBcCEIAABAoigFhFrBa0cHLdhFiNHGkRFQ6qs7VZ/Ys53bUIiNwKAQhAoAoJZBer5jZ9WbkbM+WoNVT31n/DmTrKZ0S72ngQq1W4UOhyGQmEEquu/qRTehjP7ZzVVm5V31fGAVfGYxtQftETavakEsiQsWXkQ1MQgAAEIACBaiSAWEWspghsvvMinb/8meT3Z+grqy5Xi331sWt1xrVrU2Wbzr1ZXWdN813ziNVKeisYW7E62Nmq5v7FSvhuT6skTvSl3ATMtbFgXbJZ//yL9i+ELUsH1NeRJW7GFWnToqUDfbKKWms/1YTxo8BTk8tNgfYgUEoCeeZY9XTFK1bt59ESsQNqN3KppkSOsd34Oh3dm8yxmnEQDqkASjnT1F09BALFqvH/tNVzHP9uKq1Y7Zm7UrM7+lz/f0zldeX/mdWzsOgpBCAAAQiMKQHEKmI1SWCdrrn0OX30+nkydOm6G96rRbpaay821Oo6XXPObTq880bNmyppywq1dzyk0+3vPQwRq2P6THt/NR7TiFXEaiWthUrqyxq1t27UZX0dMhyoKWzkOdHY+OVyiXEOcrfWz80iVk2puj4tU83vpR7zsJ2x/VChkmjTl3olYAmZDZ09mrtytgx3Yn2+4NjBkJFb0fkBhJ2b0f78o01t3d3aYIrVJiOkVTObO5SsNlkvEav1utoYdzgCocSqb0hqlgPgMrb2ew+j8vTLW94vDYD9yDvfK8INj1IQgAAEIACBuiSAWEWs+i58M3q191TdaohWU6Ru0idSEawe0YpYreA3D1su9UizrZOaJWdUn/G9N7LP84/3wU61Ni9QKrYw9Q9tH3FlyrDpGuj7gH7miRY0og4X9zd7BJpVx8ps4qyCydK16AiYAn7lXA0kRau9JvsXD2j6kuzrI/M+4xfKJZpuRq0iVqObIWqCwNgR4PCqsWNPy9ETCBSrRpM5D68KEKV2nmNliRIPmWPV9QFM9BioEQIQgAAEIFBTBPzE6vLv36bEaEKJhLRj95DiowmNjo4qHk+ooSGms+Z9XG+asq8u//Ktis05pTmRi0gsVnpeMUXcSLmr82mvFGPavWdEN929IcSEGOL0aj3j2O5vRrD+0kgPcK6eu/RCPTiTVAAhQFZAEVuapmWqtQV7RjKqLzNa0C2r3JGF7mu5xKoViZgRseqKKDQLqLV5peamtm9XADK6UGYCVnTNesd2//S6ac4t3r3rKfkLpUz57/3AwPuBQpmHSXMQgEBBBBCrBWHjpgolEEqsVmjf6RYEIAABCEAAAv4EckWs7jWuUS/v2KWReELxkVENx0c1rjGmXUNxxGo+CyrQ01aKWHXmUX2XnQYgPVJLrko67JNWJGsWCKQCyGd1lLqsX9SeI6pPfmLTGfXn6Z8pQvu1ONtW61TEahax6hJfPuK11Diov3IIOCNynHncfNZYrohm98EcLWppWacZPoe1eT9QqBwQ9AQCEMhFwBCrV155JZAgAAEIQAACEIAABCBQkQSIWPWblkATmt9cBlZXKWLVMSzrIKsjkgdYWRGsuvxeXXGiZF2T2sixmt9CGJPS2cSqmYhSXc3ubf7pLnojXO1EAEYJO1VAARGrrihWKxqx30eCjQkqGh0zAmnpeZk2utZEvqkirOhXK2LVO5xc18Zs6DQMAQgEEECsskQgAAEIQAACEIAABCqZQM1GrE49+h068PC3lpX9tmf/oM1P/VoNRv4DhyytRrHqPKBq5qOOfKsm0c1akSMdABGrZV12AY2FiVi1I1B9qvLdul9MxKq9/b9fiwema0kq+rWSmNGXshNIpYRYrP5mOxewpxctSx05WLP0MCM1gKMcaSfKPq00CIEoCCBWo6BIHRCAAAQgAAEIQAACpSJQsxGrb591oT487+Pas2ePpJxpYPNme+NtP9VF531Q3r9X/2SlHu35tsY3NpjJaO1XVYhV44CqO96srotbLHXqjFg1UwQoGb0qWdL1uzoyGcHqBYhYzXtJlfCGLDlWUwcFBUQEekSVte06fbiV6zR3+5ArhwDLPFzIGKoj96VzC3gJKVB1hREw1sp1x6gvGVaafZu+d30m186MHiUyQlLduVrXtLdq42XGIVbW2M21uj6EnK0wVHQHAvVOALFa7yuA8UMAAhCAAAQgAIHKJlCzEaszP/RZnXbGaWn6iWx61bqQVq/WqV3Gy4g8jZnRp9bPrD/G1+4/diP33b9WfXd3aeKERjU2NqTargqxmoxC7d5kd/tI11b/VH7V5OUmx8FWiNVKfsgNEXWetHiuVs5eIGtDf1qMWj33HvIjySFHnTksW5Yu1YwF/Zpj5lg1dZW59brbrrdHmr1kejqy0JatZpUD6ktaLkukrROnzlby2ill38IeLBUgVh3ry+itc41lnKocJuK1lEOmbghAoCACiNWCsHETBCAAAQhAAAIQgECZCNRsxOppc/9DD9y/xsRoi9DR0VH5/YnH46mfG1/b33t/btw7PDxsRsEaf3bu3Kldu3alpupLX/mqeu++SRMnjNO4qhOr0a04IlajY1mzNeXasl2zg2ZgEIAABCCQLwHEar7EKA8BCEAAAhCAAAQgUE4CNRuxetrcBXrg/p8jVu3VFJN27xnRTXdvKPn6QqyWHHHVN+BKIVD1o2EAEIAABCBQKgKI1VKRpV4IQAACEIAABCAAgSgI5BKroyOjev7vr2loOK7h4bj2DMU1fnyDXrfv3nrTlH11+ZdvVWzOKc05E5gaO+lL/Yo5T4pKNnbqOR1a+8C9iFXEaqmXH/XnTYDT2fNGxg0QgAAE6pQAYrVOJ55hQwACEIAABCAAgSohULtidW6H1t7vFqt33323OS3ve9/7XCkB7C3/v/rVr/TOd76TVABFLl4iVosEyO0QgAAEIAABCJgEEKssBAhAAAIQgAAEIACBSiZQN2L1rrvu0gc+8AFTqPb09OjMM880v37ggQf07ne/2/y6HsTq2YtWlWU9XjDrhLK0QyMQgAAEIAABCNQOgeXLl2vTptRJmuYhogsXLqydATISCEAAAhCAAAQgAIGaIlCzYvXdcxfoQUeOVadY9R5g5YxYNWb3xBNPNEXr0NCQdu/e7TrYyjisamRkxDwQy7hmHGJlvzi8yiJBxGpNvUcwGAhAAAIQgMCYESBidczQ0zAEIAABCEAAAhCAQAgCiNXRUVOQbt++XTt37tTg4KCJbfz48aZAzeeFWEWs5rNeKAsBCEAAAhCAQG4CiFVWCAQgAAEIQAACEIBAJROoS7FqpAJobW3VCy+8oKefftrcZuZ8GdGo3p+FmUTEKmI1zDqhDAQgAAEIQAAC4QggVsNxohQEIAABCEAAAhCAwNgQqFmx+q5zOvSLB/wPr5o8ebJeeeWVrMSdYtX4OtfLKWARq4jVsXmMaRUCEIAABCBQmwQQq7U5r4wKAhCAAAQgAAEI1AqBmhWrp3x4vh568D5zngw5+vzzz2vDhg0ycqSW6oVYRayWam1RLwQgAAEIQKAeCSBW63HWGTMEIAABCEAAAhCoHgI1L1YNkfr73/9eW7duLfmsIFYRqyVfZDQAAQhAAAIQqCMCiNU6mmyGCgEIQAACEIAABKqQQE2L1Tt/skKPPPKI9uzZU5apQawiVsuy0GgEAhCAAAQgUCcEEKt1MtEMEwIQgAAEIAABCFQpgZoVqye+v12LvnC54vF42aYGsYpYLdtioyEIQAACEIBAHRBArNbBJDNECEAAAhCAAAQgUMUEalasvu3MT+qLixaWdWoQq4jVsi44GoMABCAAAQjUOAFDrD4yfHKNj5Lh1SuB1VedXq9DZ9wQgAAEIACBmiGAWI1wKhGriNUIlxNVQQACEIBAVRJYo/bYbHW3dmqgd76aqnIMuTpd3vEhVmtuATEgBwHEKssBAhCAAAQgUP0EEKsRziFiFbEa4XKiKghAAAIQqEoCxYrHQS2b2ayOvlZ1DvRqfsWZ2WLHl9+kIlbz40Xp6iIQTqwmn7nU0NrUk+jSLM9QB5fNVHNHn/XTth4lurwljAv2+4vn5qzlq4snvYUABCAAAQiMBQHEaoTUq12sbr7zIp2//JkkkTP0lVWXq8Xm89i1OuPatcnvjlRb542aN9Uf3n2P9uuCWSdESJaqSkFgsLNVzf2Ls/zDuxQtSmvaY5q9fqkG+jpqMIqrNMxqtVZz/S1Ylxye/y+J5nrpllqWDqivI4tdWtOumFHIfLVo6UCfvEVD1VOroBnXGBAoVjwiVp2ThlgdgyVMk2UjECxWvVI12bWMiHhPOcRq2eaQhiAAAQhAAAKI1QjXQHWL1XW65tLn9NHr52mapHU3vFeLdLXWXtwimVL12bRMNb+XW7w6OCJWI1xUJaxqLMRqCYdD1VVFYI3aWzfqsqRgN8WnPNE1hjBdIrWpW+vnZhGrplRdn5ap5vdyR/KEqaeq2NHZsSdgCYwNnT2au3K27ACx1s4B9ZrhpWmx2nl8hzqS3r+tJ6F0AJlXltjRqT7RZCmBku2eJBHXhwxO+XK0rjP726njOzrUrWRbWqaZzR1Kxrc5ItyKGZ+fFLZ/5v8BStB8IlaDCHG9mgmEE6urNceOUE095+7nyf4Asa2tTd3d3SEiVgt7HquZNX2HAAQgAAEIlIoAYjVCstUtVt0gzOjV3lN16/XzJMfXhnSV1umac27T4VmiVhGrES6qCKpyRwYaEX23Sec1KxUsaMT5mRGBUmdrs/oXO375N6XU9GSE6WDyeo80e7YsV+CMEAy6noxYTQm04PLyEwVsV4tgVVRWFeYaXTnXEclsr40BTV/SrJVZxGrmfYYQWqLpqajVcPVUFg16U/kE0oLTkqnybN1PX7dkqlcs2tdtseGVkX5yMuCepCSVqz92/d7+NkmDhlR9QouSssbeQmz1t7jxNSe3I6dEs9lWh/oKfO9GrFb+E0EPCycQLFbddae2+zsjVu1/KxnP2JzV1i6OvCJWkayFzyB3QgACEIAABCTEaoSroHbEqiFOr9Yz596srrOmJSNWnRGq1nVdfq+uODETIGI1wkVVbFWDnWpt7tdiv1xcGakAbAmVW6wuWJeWqe5IQ+v+7Nf9xWr28m5JRoRtsYuhUu+3JM56x3b/9Fw3m2sqm1i1xLszQtWqS8nIwND1VCoa+lWhBDK3+tuyw5KJAxmHV1nRZMlI0QErfUU6wtUIcnX+zCtqvdeTaTGc9xx9nWKzN6Ryslr9OT4ZvR0iNYGr/cz+5zW+Jnd7SopWd8Ru+KlFrIZnRcnqIxBKrHo/ZHalAfB8cOOUrPnkWBVytfpWDz2GAAQgAIFKIYBYjXAmql6sOvOoviuZBiDJx0wN8Esb1pFqOuwZHTkPsRrh8ilNVaZYXaAZri2oVlOZojKcWA2OaM0mZrNFrGYp75XCrujZ0uCi1jIScP6i6Iyscc27tSazilXTN1l5WK1Xi1pa1mmGEXXd7PxQIbieMo6cpqqeQHFi9f33WAfM5CNW3WLTR6y+/x4zKtQVsapODfTOV5MjNYH1vfVyPzvWz7KJ4fzEql23IZJvlc43DuIqXNogVqv+gWEAOQgUJFath9V8vu0PLlLvJ4Fi1dMZO6LcPO/Kma6EaYMABCAAAQhAICyBmhWrBze/XZOnTdeE8RPCsnCVa2hoUGOj8adRo6PSaHxE8XhciRy1bXnqt9r05GOaOKHRvNd+xYJ64FMgpsC7gmp1X49Ju/eM6Ka7N4S6zzrI6ogseVSJWA0FsVIKJeWqcUyQ8xCgiherpgxIb+v2zcNZKYzpR1EErHQVM9STuEwbXeko8hWidsSqlUIg/SFAvvUUNRxurnkC2cWqayu9I6qs5BGrSbGaypdq51E1LWpQf70RsdkjVkONz0wzmzxUrrVVrX19BacBMHqPWK35B6quBxhKrLoIuVONzFnt/HDRgzLjgCs/1Om8zojVul6KDB4CEIAABIogULNidTSR0PBIXCPxhIyv83nlpTQdhQ0ZOm5cg8Y3NqihIX0hsL4KFKvaskLtHQ/pdL88qhxelc9yqqCy2bZJz0r2sRIjVhfIPjfeOMaoxyelQQUBpiuFEjDl/0rNHVis/mY7f6+nspaljhysWRpKpQaYo9WxIuopdBzcVycEQuYgzSZW7a3yqfe0zMOdXCLWKUez3GPlNTUCVntlnp/lJ2Ic/XHnVE1Hr7oiVlMRrFlyyGYdn9G48xAu+2CuwpYHYrUwbtxVHQQCxarx/7XVc5RIbesvUqwaEarXHa1eu75UxGpxz2l10KaXEIAABCAAgdIQqFmxmlBChk81pGqeXlWxQBPqPxnGbbFYTA1GBS7hGjB5lSBWDZF6x5vVdXGL2dnsEaue/Ks+QyPHamke1uJrdYvTzIN/PFv17UjXlNAqVrzmmQog45eJ4glQQ4UQMNbWdceoL/mLXTpitUu25rd66o00TebxndHj+CXTHlNmrtb0aIlYrZCZr5Fu2BGgbWpTt7qTYaLpaK/MCNEMUerYfmtB8Xxw5LxuC8yc96RlSxqy5/Aq37yMydJtbWrr7tYGV47YIsZnPL3J3Kr2luUM3xtyNSBWQ4KiWFUSCCVW0/luHGPM8mFzRioA+70hKU6TB92lo9vt9wC//69WJVI6DQEIQAACECg7gZoVq0WRLFCsZmszsLpKEKvarBWXXqjuTfYojlSbHa1qRq9+V4PJS032oVZZBoxYLWr1RXuz98CDjFyWVkRoOkWA85fzNvX0SLOXTE9GCpZZrPrlAAwTtRgtQWorCQH7oDO78vSBaO7mAsSqI82FcZ8z1UXuekoyKCqtGwIhDoMqM4us4jbryeC5OhjR+FwHYhWqVUkFUOalRHNlJhAoVo3+5Dy8ytPhILHqTNWRvNWV77nM46c5CEAAAhCAQC0QQKz6zWKgCc1v6gOrqwixmt+YcpVGrEbHsp5ryhZRu2T6gPo6Cv8lvZ6ZMnYIQCAKAhGJxyi6YtaRmUogJWLGUKzah2MVm7fRiFi98sorI6NFRRCAAAQgAAEIQAACEIiSAGIVsRrlejLrQqxGjrQuK8w8rIrt3HW5EBg0BCqOQKWJVQOQTyqAgqSqo65QB99kmxy7P8XnxkasVtwDQIcgAAEIQAACEIAABBwEEKuI1cgfCMRq5EjrtELvdvFcW73rFBHDhgAEIFDjBBCrNT7BDA8CEIAABCAAAQhUOQHEKmI18iWMWI0cKRVCAAIQgAAE6pIAYrUup51BQwACEIAABCAAgaohgFitM7F69qJVZVmcF8w6oSzt0AgEIAABCEAAArVLALFau3PLyCAAAQhAAAIQgEAtEECs1plYvenuDSVft0SslhwxDUAAAhCAAATqggBitS6mmUFCAAIQgAAEIACBqiWAWEWsRr54EauRI6VCCEAAAhCAQF0SQKzW5bQzaAhAAAIQgAAEIFA1BAoRq/vtM1EH77+fLv/yrYrNOaU5kWu0sVjpWcQUcSPlrs6nvVKMafeeERGxWvr1SAsQgAAEIAABCERDALEaDUdqgQAEIAABCEAAAhAoDQGnWB2Jj6px/AQ1NDQqHk8oHh/V8397VXuG4xoZGZXh5WKNDXrdpIma9sbX6wv/eTtiNcy0BHpaxGoYjJSBAAQgAAEIQKDOCCBW62zCGS4EIAABCEAAAhCoMgJOsbpnaFgNjeOkWIPiowkl4qP689aXNTQS18hwXHuG4hqV1Dh+oo49/A368rU/RKyGmW/EahhKlIEABCAAAQhAoN4JLF++XJs2bUphiMViWrhwYb1jYfwQgAAEIAABCEAAAhVKwBCrN3/9q7rqko/qwP33k8yt+8afhBIJadvfX9VIPCGNJmREtDY0NGjcXhP18su7tHx1r2InH3dwzlQAhY87UEcWXnXAnVGnLyhoJFluKiZFgGHIVz/8bMm42RWTY7XkiGkAAhCAAAQgUBcEiFiti2lmkBCAAAQgAAEIQKBqCZhi9WtXa9yEyRo3fpKySVKv5pu47756/YEHKHbS9IMT9/VlP2k+X6mYMHSuz8v580S2bnpute/JrNOwxlbhrGWSdXnvTbXt6Ge2PtvDyOhvljFa/clvLYWSwLGYjIiPD57xTt3Vi1jNjzClIQABCEAAAhAYKwKI1bEiT7sQgAAEIAABCEAAAmEIGGL1z38a1O6hEb3y2m7t2D1k3mbGrcaMP1aIZEOD5eaMiFXz60RC8dERS6w++OiT+vayr/i2FyRW8xWJBTUShkSBZYLGV2C1VuRwhK+PXDBfs097B2I1QqZUBQEIQAACEIBAaQkgVkvLl9ohAAEIQAACEIAABIojEJlYvenrX6o051kwmailpuWpo3kV2rePfuo/NOvUtyNWo5kGaoEABCAAAQhAoAwEEKtlgEwTEIAABCAAAQhAAAIFEyi5WC20Z9GpyEJ7EO6+QkWnu/bSj/Zjn0ashptRSkEAAhCAAAQgUCkEEKuVMhP0AwIQgAAEIAABCEDAj0B0YvVr/hGrBWPPwzXmUbTg7pTyRn85G+2oEKulnMEqq3tNu2JLpmugr0NNIbq+pj2m2epRomtWiNIUgQAEIAABCERHALEaHUtqggAEIAABCEAAAhCIngBiNXqmeddYaWJ13Q3v1aJfSk3n3qyus6ZZ49myQu0d39VgcnRnXn6vrjjRf6j3PdqvC2adkDcHbigTgSLFqila1y8NFLNhy5Vp1DRTYQQGO1vVvGBdsldt6kl0yavuzTXULbUsHVBfR5aPAYz1bBQyXy1aOtAnu2iYNioMC92BAAQ8BBCrLAkIQAACEIAABCAAgUomEJlY7cqSYzXK/KJZQeYR3PnClOe0ee9n9Np+r6hhwmgkc/Pu9WdFUo+zkmhSDKRr/KiRCuDdIXKsPnatzlghnam1emamLVbX6ZpzrtYztmg1ylz7rNo6b9S8qZlDR6xGvhyirbBIsRptZ6itPgmsUXvrRl2WjJr2jYo216nUpm6tn5tFrJpSdX1apprfKylpQ7RRn/AZNQSqigBitaqmi85CAAIQgAAEIACBuiMQmVgd28Orgs3qK/ts04ZDHtOxh/6DTjtgnk5pOlN7jd+76Amfs/oovStArAb3Lnw3ChWuH2u7RO971z8GHF61WSsuvVB/mnezDl9xoR60xaopUqWvrLpcLWZX7XL+UauI1fDzWZaSg51qbV4gKzawRUuXztCClc5UAIPqbG1WKnhQ7uhBr/TKkGCu+qW2noSMrAGZsixXO9a1/sXWvebLI4Dd0YfuyMSycKSRkhEw53blXEcUtL0eBjR9SbNWZhGHmwMbAAAgAElEQVSrmfetUXtsiaY7olbtTmeWLdlwqBgCEIiQAGI1QphUBQEIQAACEIAABCAQOYHoxGq2HKsFWsUCb/MFtGnKRm07cou+cMK3dfwh79D2ndu1c89ODQ8PaSQ+4ntPIpEIhH34IUfIFKt/DIhYDRhMlGPN1unzPnOp3nvKCTnF6uY7L9L5m8/T2osPNQWrLVbNn/eeqluvnycrMYAlVlPi1dMoYjVw6ZSxgCWo0mLKEE+z1d2S3srvFaBeAZVbrFr1rU9t1U5HCQ64crMmpeqMdK5WS5TOSEYXBohVU972a7HPdvEywqSpkhDwriHJXBv9i5XoavasX08HXBGqxjWrLiXlfrp0ZhslGQqVQqAmCCT/P9HaqYHe+aFycaeGPbhMM5s71FfIvVnYGWL1keGTa4Isg4BALgKrrzodQBCAAAQgAAEIVCGB6MTq178c6fDzko05Cj83ZaP0loT+q3WFYrEG/fmvz2k4Pmz21XubS6Um3GkCPN+a9x/f9FZTrBafCsBnAHkBCEZ/XrshVv8hu1g1c6hu0ifMqFS3OM0Uq5KRh/V70xw5WB1dQKwGz0fZSvgJSWckqHl9pea6IvzcUX85xWqG2HKoLKdY9RWjznbCiNUFmpEhzMpGkoaiJuDMjdrmOBzNtVa8HwxkdsLOw2pdaVFLyzrNsCOfs7UR9VioDwI1RQCxWlPTyWCqhkA4sZp8PlOj8s9RPrhsppo7+qxSzv/HumgMatnMZtnF0lU6DywN117VQKajEIAABCAAgRIQiEysdi1dEmn38vKKWQq/ss+Leuro3+s7//ywduzaoWe2DKZlarYGknY1JVnNLxIyNWvStdrBrK1vm2mK1VM3nF3k2EsvVj/edkkOserd2h8kVolYLXLCy3e7n/jMEKt2mgBnt9Jb7QPF6hJnWoF0Ha77fAWsU6YGpwKQI+VAzsOMykeXliIikI5evkwbXSkhgsWquwvZIlaTUbCpCOmIOk41EKhJAkWI1RLwIGK1BFCpsiIJBItVr+RMDiMjQtxTrlCxakege2lFGJFekRNBpyAAAQhAAAJ5EohOrHb6i9VYRlxonj0sovjDTT/TVafcosMnH6Nf9z+qhrxsrTRq29WEoVbN/5gvQ6waEaxntrw3KVY/nLuXebZrVJb9lgIqk/Tx9kt05j+9LUvEqnU41X1+ozjsk7p13iadT47VIlbiGN4aKmI19xb7QLGaOizIo7iijFh1VZ1dno0haZouhkAqcnqx+ptnq9uvLkf6iqxN5YigtsS8Nzq7mE5zLwRqlUBarHYe36GO5ANp5882R+0VLilx45Wy1vcbOjt1fEeHutWqzoFezW8Kzw6xGp4VJaubQDixulpz7LRIqV0ZPrnxu6W2tjZ1dxtfOCNQnYzsiFX/qFfrOX9CizLay/85ru6ZofcQgAAEIACB3ARqVqy+MOU5Nb6tQf/5T8t1/2M92jW0U5P2mqQTj23R8IiVCmB4dFivbn8lRehvr22zvk5Ir+x42SqXlKjmj5PRq+bfCems086pEbHqXSTeiFRLvOry5GFVGYdZue8nFUAlve14ckvaUZ8pSRUcEVjSHKuOA4tc7WT00/2LQMZBV5WEnL4EEzDm97pj1Jc8qcydbzdzrtM5gjNz9aZL+6z1UG0Ed5cSEKgvAuloN0umeuSLR7bYW46tsv5i1XCzrZ0D6s3HqCahI1bra/XV82iDxaqbTmq7vzOC1Jathkyds1qx2WHEqrPeLJLVKJL6QCVHmXqeQMYOAQhAAAJ1SyASsbr2kX51L/uKL8Sxilj99SG/0Pktl6v59Sfo0f6HzRjQqW+YptYZ7zb7mY77bMg9+bGYhkeG9PfXXrLKJaQX/vZXM3j1bc0n6L8eadfRT/2jeWn37p168YXnM+srIMg06ohV4/Cq98x8a87Dq9Id99nqb+Zg/a4GzUJHqq3zRs2b6o8OsVph7yeOLfRSm3oGpmvJedJtfR3JQ0mSsmqdo985DrfyilbnFn0jx+XSZL7WjHLJg4VS0YgZEYjOrWtt6umRZttpBpy5Mo1uZo2+qDD2dCcLAe+aS68bz6+NnsOrPGLVtbYld4qIsG0wSRCAgJtAZioAK5dxlii15PuzJU4HrAMSU6Kn+LQCiFXWZ70QCCVWvf8ecm3L93wI4pSsyQ8yvf+P9c2xavxb0eewUDuneaEfktTLPDJOCEAAAhCoPwKRidVvL/vPaOnlISP95O1DR9+h5R/6nXr/+L96buuzZhqAtza9XSc0vUODz/9aT2x+VJMnHawp+xyiSRP201GHvMXVf3fzOeRrzF3S+K7zPxfmxSKPoebKEZCzTVOstoYVq3l1P6MwYrU4ftwNAQhAAAIQGDsCwWLVfWic1VPE6tjNGC3XBoGCxKr18Gmgd76UPLAqJT4DxaqHmyPFhyv1h1HMrov8qrWx2BgFBCAAAQhESiASsfrA/z2hm2/470g7lldlPmbyoeN+rNVzntb31nxL23e/IsN/frB1ng45cJp279muhbefqa1/f1E7tg9JiYn6+mfuUPPUt2jX8E7d9ZsV2rZ9mxKjCY2Mjmp0dFRT9nmDLnx3u+7+7R1mSoBjDz7WjFo1/hx3yPGu7l59+ee0/5TX5zUEb+G8ZGuIlj7+mUsQqyE4UQQCEIAABCBQ3wRyi9X332OdNp4SL0Ss1vdyYfSREQglVl2tudN2zFltRJZn6U4oIWpHvBobg4zUHlZdvikHIhs1FUEAAhCAAASqn0DNi9VrV/w/GVbVEKufmvU57Tdpf3PWNm5+TF/64cdMsbp9xx5NPeAYXfvZH+j23m9p66tbTaEaj49qZCSuow46Vp97T4cmTdhHn7r5Y4qPJhRPJDQSj2vUkK/xhK7+8Jd0/FQr6nV+23lqOuLNRa0OxGpR+LgZAhCAAAQgAIGCCOQnVt3bg0kFUBByboKApECxanyIsXqOEqlt/UWKVSNC9bqj1Zs2qJrZ3KG+1CFzadHK9n+WKAQgAAEIQCA7gcjE6nf/5xr/Vgo0hAXelurDg9NXmhGrV982X7GGmPaesJcWnP1FKbWrP6bb1v6X7vjlzaZYfW3nkA5501GaPv1tGjGFakLDo6N69zHv0Tknn2vW+9L2F3XFigUaNaVqQnFTvhqSdTQlVvuf2KDuZV/TUUccmuZRwGCizk378bb/0D+3zgiZY7W4R4ZUAMXx424IQAACEIDA2BEISgWQli1mH9va1NbdrQ3kWB27KaPlmiAQSqz6hqRmOUwqIxWALWKT+ZK1LClSPfjsPPbefK6OYojWmlhyDAICEIAABCIiEIlYvX/d47rlm9dWpFi94uZPKdYgHfmmo/SJ93w+1UdbXM6/6f16/Jk/mmJ1+44htZx8qqZMeaPGj5uoOf/4EZ10VGvqnqf+ulHX3/NfGhlNaHQ0bkWuxo10AQldffbVesu04/Tk44/rlpu+ocOmHVxRYvW89kt0Rsvx+tzSnoiWTu5qLph1QlnaoREIQAACEIAABGqXAIdX1e7cMjI3gUCxahTPeXiVh2iQWG3KrM8lTBGrLFEIQAACEIBAKAI1L1bnd80z0wC854R/0XtO+JALyrbXntctD12nB9fdrZdf3WGK1eEh6dwPX6i20+frkMmOqFMjYnXHi/rRIz/Q9t079NqenXp267NWuoDRUa36/Eqz7o2PP67vf+dGHfKmN1akWL2r99lQC6OYQkSsFkOPeyEAAQhAAAIQsAkgVlkL9UIglFitFxiMEwIQgAAEIFBFBCITq9+78fpIh53X7nmfwmuP+ZGZCqDtfz6ghgbpU2deohmHvT3Vx9/++WH94onV5pb+Z/88oD9s+I0pVnfsGNLMt56p7y/6SbKsf0+sn1r/3fbaNr1hvzeYX9+/pke/fODnmnbIQZHySFWWF5h0Fz7edonOeOdbSAVQmlmhVghAAAIQgAAESkDAEKtXXnllCWqmSghAAAIQgAAEIAABCBRPoObF6sc7T1VjLKb/PK9LB+57kPaM7Nbax1fpqa3rzTyqRrSpkVP10d/16tlNfzLF6vYd0umnnKHzZ12gREJ6Z9NMHbDvgVr3dK96N/7KzLE6bcqbtddeEzVp3D6aPm26Dj/gcHM2fnrHT/Tb/+vVwQcdWPzs+NWAWC0NV2qFAAQgAAEIQKDiCCBWK25K6BAEIAABCEAAAhCAgINAZGL1tpu+5g+2QBGY3yxlNvLA0cvNiNW5171D++69r77ZfqeGRnbrp7+7WX99ZbOGzfyoxjb+uBm1untoSGvuu0svv2KkBJD2DEuz3neGTjrunfrMaZ/TpAn76Ov3Xqsn/vKERs2Dq4xDq6w6ph8yXV886yqzyz+78yd6/Le/1v5TJqeHUACDAm7Jiexjbf+h008+jojV/BYWpSEAAQhAAAIQGEMCiNUxhE/TEIAABCAAAQhAAAKBBKIRq32P67auyhSrM7+wv95y2NvUeYG9td/YwB/T5r8/IymhTS8+rdGE9PS2jdq05U+6/Y5bTLH62g7pwCn7atMdf05BXHrvder/S78pVs0DrOJx829LrC4yUwOsXP4D/enJJypOrBqpAE47eTpiNfCRoAAEIAABCEAAApVCALFaKTNBPyAAAQhAAAIQgAAE/AhEJlZv7/56tISLDNm8v9mKWH3HFXvpk/98iT7x7v/w9K/Bt7/9mzbohb9v1T19P9W+EybrrU3/oLNPm2OWveh7F2pkVBodHbUiVuPW328/4u26ZPYCs0znf39VI7t3usRqQUMp6KbsU/DxT/8HYjXaFUptEIAABCAAAQiUmABitcSAqR4CEIAABCAAAQhAoCgCNS9WT/5/e2nhnKU6823naN3gGm177Xntv89BGte4l96w31Tt1ThRb3zdIdpr/MRA8XrP7+9WIpFQ/182anQ0occ3P6F4YlRnnXiWzjnpw0mxeo0aR0e0zz6TUvUV5EgLugmxWtTTwM0QgAAEIAABCFQUAcRqRU0HnYEABCAAAQhAAAIQ8BCIRKze17dB3/92Z6Rwi/WK9zX/wIxYfefiier69M/VdNBx+smvb9TWV/+SzI86qlEjx2oioXknfUZ7jZuou373Q01onKj9Jk3R6/eerMmTDtCUfQ5Q0xubs4zNinrdObRTkyZYIvUbX71W42Oj2nvvvUPzyGuseRVOd+Fjn16g004iFUDoSaEgBCAAAQhAAAJjTgCxOuZTQAcgAAEIQAACEIAABHIQiEys/uA7y8YMtJ9rvLfp+6ZYnfmlibp34bOSGvTt/73KPKjKiDY1/jaiTY1t/Z8+7Qva+soW/fCRm1MHU40Y2/wT1lb/r5/7LQ389Snd2vs9TZm0vxndOm3KoZo4YZIOO/AwHX7goSmxuqjjUk09+CBNmuSNgM2FJ7wtDV/S3d5HP92BWB2zFUrDEIAABCAAAQgUQgCxWgg17oEABCAAAQhAAAIQKBeBSMTqvb3r9cPv/o9vn2OFmsAiCfz8yNtMsfrZW07VVz+yXH99dZN++vvvKR5PKJEYlSVOE6Y4vWz2f+uXT96vhzbemxSvxvWEGc1qSNivn/tN/d/gOlOsWnlVjWhX4wCrUfPgq0VzvqDjDjnGOLtKVy24XEccdqjGj2sMPwJfRtGC++in5uvUE4/l8Krws0JJCEAAAhCAAATGmABidYwngOYhAAEIQAACEIAABHISiEys/uiWb0aKulghu+aIW02xen3PZ9R22mJt3/OKnnrh99ry0p9Mmfrc3542BekhU47QvJM+rZ/9fpV+99yjllhNxBWPSyOjCR35xiZ99oyL1fOHe/TT3/1M8dG4dYCVkUbAOMAqMarFH7pSx02dbnhVffGShWo+6nAXi4IUaUE3ZZ+Cj36qQ+9+xzGI1UhXabVUNqjO1mYtWCepZakG+jrUFHXX17QrtmR6aeqOuq/UBwEIQAACFUtg+fLl2rRpU6p/sVhMCxcurNj+0jEIQAACEIAABCAAgfomEJlYXfG9aMWqGf5ZxGvNEd8zxepPfr1M//wW62Cp9Muqe098l17d+bLeuN/BWv/nX+tPLz6jv+34m7b8fYu279phRrQe8YajdNHpn9f3+25X32CfGek6akSymhGrCcXjcf33R5aY6QBefPEl/c9Xv66jPWK1kGEUN/rMFs/91PzQYnXdDe/Vol9KTeferK6zpqUq23znRTp/+TMZP/e2dt+j/bpg1gmFDJt7SkHAkJ6zpZ5El2aVon6jTo9YXdMe0+z1JZK4pRoD9ZaVwGBnq5pN22+82nzXp7mOuo3PAwbU1+HzcYC5trt9+m3V1xyijbIOmsYgAIG8CRCxmjcyboAABCAAAQhAAAIQKCOBaMTqw3/Uyttu8u12sZGnhbK457BbTLG6a/hl7Rl+1UfTNuRwt5bWfGbroPbfxzjAaooeevIX+v2mP2jrq9v0wqvbzJQCo2ZKgYSWf/YWs/zTGwe0/ObbdXTTEXl1uxyM/u2Tn9e733F0cMTqY9fqjBXSmVqrZ2baYnWdrjnnaj1z7tU6vfdqPZj6uf8wEat5TX/pC5cjmrQcbZSeFC2UjcAatbdu1GXJ6GlToKpHiS6H+jfXlKFcu7V+bhax6tPfdF0KbqNs46UhCECgUAKI1ULJcR8EIAABCEAAAhCAQDkI1LRYtQH+5fG/q2H3BDUfPF0HT55q/jnqoGO139776YTDTzKL+ac5bcg6B3/b/pK2vbZNm178s9434z0psbp6+Y81berBec1d5YjVzVpx6YX607ybdfiKC30EqnUdsZrX9I5pYXdUoBEYaMsrR3oAs4feiMGA64Odam1eICvesEVLl87QgpXpVACZoiyovTHFRONjTMBcpyvnOlJJWOulf/GApi9p1sqwYtVclys1d6BP3gDXzDbGeNA0DwEIhCKAWA2FiUIQgAAEIAABCEAAAmNEIDKxuur2Lt8hlEMaBrHbMzSk7dt3mjlV9+wZ0sjIiIaHR1K37Rke0iHTDtYhh07V3nvvrSOajtSkffbWwdMOcSnXTPnqjnp9/PcbdN/qeypWrL7r7c05I1bNrf6bz9Paiw/NIlARq0FrrSKvZ0STJiXnjHSEoCVgZyS3Y4e7npZda9Qem61uR/5Wr1j1fo/kqsiVMkadstbPesd2f3N99C9WoqvZFKxhxapv5Ks5qsw2xmiwNAsBCORJALGaJzCKQwACEIAABCAAAQiUlUBkYvXH3/fLc1eesRQqbw3JasjWXbt2Kx4flSFgrZ/FUx1vHDdOUw6YrIOnHqyJkybpyKYjtf+B+2vKAVOSZdK69YF77tOG3/xRh059U54Dz1S2hY4pW8MfueBi5RSrW1aovWOTPrHqcrUom0BFrOY5sZVR3CtWzai+fi125Vw1xNMSTTci/VTAdb8cq/bWbt8oQkd7kZ+kVRnY6UUAAWd+1FQktSTX+rQkfzixaslT9SSUyiiQrQ0mBwIQqBoCiNWqmSo6CgEIQAACEIAABOqSQCRi9ee/+oPu/NF3IwUY9eFN+XZu1+60bB0eHtaQ8WfPsEu6Ttp3H+29jxXhOnHviXp+81/00l+36Y0HHuBqLmpJmu9YjPJzz/9cDrFqpwC4V1ecaJRGrBbCuGLv8YpV38Os7K3XCXXJ77CrgOuBYtVOG+Ck1KKlPlu2K5YjHSsZgXTE9GXaaKYAsOVoeLEaFAXtjsou2VCoGAIQiJgAYjVioFQHAQhAAAIQgAAEIBApgcjE6uoV2cRq6RVp6VtwM9+5a7cM2ToyEtfuPXtM2WpEvRqvAw/YXwdMmZzXJJVDvBpi9ZR/bMqSCsA6nOo+v14f9kndev08TTOvEbGa18RWSuGKiFj1RshWChz6UREEUlHNi9XfPFu++x8cqSYy++wTreotlCP/akUwoBMQgIAvAcQqCwMCEIAABCAAAQhAoJIJRCZW71pxi/84y2I9y9KI7/icLRuCdTQ+qvHjx5dszguVsOec99kcYtXbXSJWSzaBY1Fx2ByrqcODsuRYTV335Ku0D7LKmmM1fNThWOChzTEgYKyZ645RX3LPfvZoUu/ayVybRu997w/dxhiMnyYhAIHQBBCroVFREAIQgAAEIAABCEBgDAhEIlbX/Or3+tmq26Lt/ti5UteBVVEMakyHkhzAv378M0WIVf+I1qZzb1bXWVYsq/N136P9umDWCVGgo44oCGSIVaPS5IFTdv0Z0YAB122Zat7fpp6B6VpynnRbX4eMlKmZhwglhdg6x4ByRiBGMXDqqFwC3vWQLS1EGLGa7WCqsG1ULiV6BgEISIZYfWT4ZFBAAAI+BFZfdTpcIAABCEAAAhAYYwKIVd8JiFaFRltbYSsmP7FaWBv2XYjV4vhxNwQgAAEIQKB4AskPyFo7NdA73/zQqxpfiNVqnDX6XC4CiNVykaYdCEAAAhCAQHYC0YnVH98eKecxlZGRN55/hfnfkRv/hz/WnkfEanFTiVgtjh93QwACEIAABIongFgtniE1QKCyCYQTq55dSMZOo0SXZnmGNrhsppo7+qyftvUokUzX4y42qGUzm2UXS11zlQ/XXmWTpXcQgAAEIACB8AQiE6s9d/wgfKsVXjJqqamCKizopqxkzz7304jVCl93dA8CEIAABCAQHQHEanQsqQkClUkgWKx6JWdyHBmR7J5yBYvVLO1lkbmVSZVeQQACEIAABPIjEIlY/fnDf9D9P12VX8s1UrrQw6QKH35hwvUD/3oeYrVw6NwJAQhAAAIQqDICabHaeXyHOrqt7rf1JJQKRBtcppnNHUrGqDmi1Kx7N3T2aO7K2anotNbOAfXONzNp57iuZERbqzoHemUWlx3l5h8plwssqQCqbNnR3bISCCdWV2uOHaFq5N2fbbwZuJ9FMzd+t9TW1qbubuOLoIjVgKjX1P3pCFfXe09ZKdEYBCAAAQhAoLQEIhGrd699VIlEwvzj+8ry46KHlnSMMW9IqMc9xjz20/u90Y/Mn7krCXWPt127X55+2nX51Zli4u2zp65C2J1+8nH63NKeQm7N+x4Or8obGTdAAAIQgAAEIiSQjhyzhIZHbppS9QktSgoXexuwVTZ9ryVTvbI09/X332NtKU6JWFvgZpU12YeNWI1wSVBVzREIFqvuIae2+zsjVm3Zajyfc1Zb4jVQrDrrTUvWVP2O++2fpT+YqblpYEAQgAAEIFDnBIoWqycfd0hObVr+iM7iZ7SwmNAc7QZUmCGGix9CZg0xaWg4rtUPP1uK2l11kmO15IhpAAIQgAAEIBBAIDMVgBWV5owkdVSRlCuW/BgwI1K7HfLFLUfyu65k7sZCItYQqyx0CGQnEEqspqJUk/W40gB4PnBxStZ8cqzaEbDethxdR6yykiEAAQhAoFYJFC1W55zSPOZiNXIxGbFZDazOp0ApxrR7z4huuntDydcyYrXkiGkAAhCAAAQgULRYtbf/OiuKRqw2KS1xb5XONw67yT8NgNEvxCoLHQIRi1WjuqRctT/0SEnPQLHq6YsjnYj9wYnrECyjqdZW9fU5ItiZUAhAAAIQgECNEUCs+k1ooAnNbxUEVodYzQ8opSEAAQhAAAIQKEqs2tv1U1GkISNWXakCfCJavfWptVWtfX3qKyANAGKVRQ6B3ARCRay6qnCnCJmz2sqt6vvKOODKr1RwDtVU/lZnfmcmFgIQgAAEIFBDBBCriNXIlzMRq5EjpUIIQAACEIBAngRypwLwilVbfrgiVs3AtvxzrLoPrDK6nSX9QIgREbEaAhJF6pZAoFg1PjBZPUeJ1Lb+IsWqEaF63dHqtetLRazmTjHiPSyrbieMgUMAAhCAQE0SQKwiViNf2IjVyJFSIQQgAAEIQCBPAkE5VtORZmbFbW1q6+7WBleO1Ta1qVvdfVbT6Rypdt3ZrlvlfQ/KyXMUiNU8gVG8rgiEEqu+IalZUnNkpAKwRWxSnMo49K5DybeENGs7It2RGsA5EeRXratlyWAhAAEI1B0BxCpiNfJFj1iNHCkVQgACEIAABMpIIFPKuhsPup4s7Uov0FRQ/xGrBWHjpjohEChWDQ45D6/ygAoSq8Zj7KnPLU09H9i4PpCpk0lhmBCAAAQgUHcEEKuI1cgXPWI1cqRUCAEIQAACECgjgSBxGnTd6moUuRUNsXrllVeWcew0BQEIQAACEIAABCAAgfAEEKuI1fCrJWRJxGpIUBSDAAQgAAEIVCSBIHEadN3UqmqPzVa3smw5DjluxGpIUBSDAAQgAAEIQAACEBgTAohVxGrkCw+xGjlSKoQABCAAAQjUJQHEal1OO4OGAAQgAAEIQAACVUMAsYpYjXyxIlYjR0qFEIAABCAAgbokgFity2ln0BCAAAQgAAEIQKBqCCBWEauRL1bEauRIi6hwUJ2tzepfnFDXrCKq4VYIQAACEIDAGBBArI4BdJqEAAQgAAEIQAACEAhNALGKWM0gsO6G92rRL6Wmc29W11nTzOub77xI5y9/JlX2zMvv1RUn+q8zxGro568MBRGrZYBMEwUQGOxsVfOCdck7/XMw2gfftCwdUF+H34ni1vpOVWPU1tajhP0pguvk4hYtHeiTbzUF9J9bIACB8hBArJaHM61AAAIQgAAEIAABCBRGALGKWHUTeOxanbFCOlNr9czMpFjdskLtS6XF18+ToVktyXqEvrLqcrX48EOsFvYwluYuxGppuFJrcQTWqL11oy7r65ChS02BKocQNSo3pOgSqU3dWj83t1j1jcg2per6tEw1v5d6El0ieLu42eNuCJSTAGK1nLRpCwIQgAAEIAABCEAgXwKIVcSqg8Bmrbj0Qv1p3s06fMWFetAWq15GhmjteEind96oeVMzASJW830MS1neFqs90mzjdGbj5YncG+xUa/MCpWIHe+y0Aca950m3LVZ/s9+9ua9nyjKrLyuzSrJScqDuSiZgRq+unKuBpGiV7HU7oOlLcq2Z7B8cZNZpnFC+RNOJWq3kpUDfIJBBALHKooAABNuQLF4AACAASURBVCAAAQhAAAIQqGQCiFXEaoqAGYm6+TytvfhQU7BmFatGVOu1ImK1kp/sVN/srdJpmeoWnu7IQbeMyrzX2r49Ixn1F3DdGyFoCtyVmovYqoqVU75OGsJzttY7tvub66x/sRJdzQEy3psKwPGhQUaEqtWOUh8clG+EtAQBCBROALFaODvuhAAEIAABCEAAAhAoPQHEKmLVImBGoW7SJ8zt/Vbkqr9YzXXNqoqI1dI/uOFb8InoM7dYT3dEBzpqM+Vnvxab26X9ogGdUX9B190iKy3L2Igdfv5quKQz/6kzL6rPGgwb5ewW/8kUA1aYthmp3dKyTjM4yK2GFxVDqwUCy5cv16ZNm1JDicViWrhwYS0MjTFAAAIQgAAEIAABCNQgAcQqYtXImppMAWAfSJVdnpoHW236pG5N5lv1w4dYraR3imCx6j5EyOi7fZBQNnFqR/0FXZe8kYe+uTArCRd9GRMCaSF6mTa2Niu9TvJNH5ErKpWI1TGZXBqFQJEEiFgtEiC3QwACEIAABCAAAQiUlABiFbEqaZ2uOedq3efH4rC0RA0jVY0qEKslfWbzrDxArPpu148qYlWGWbUiYAema0kqEjbPIVC89gmk0kQ48/l6ht2y1D/K2lksV7oJDq+q/XXECGuSAGK1JqeVQUEAAhCAAAQgAIGaIYBYRaz6EPBGrFrfdyt3pKpdEWK1kt4f8hOrZv7VbnfE6oJ16byVoXKw+hxCtMA4Gcu53buSENGX8hMwBOh1x6ivy0oL4d3Cn+6QN2I1mVN1Ro8SXbO0pr1VGy/rU0eTdYe5ftf7CdjMPK7lHzQtQgAChRBArBZCjXsgAAEIQAACEIAABMpFALGKWA0Wq+ZhVWszy73raq29uCXj54jVcj2+YdoJTgVgyVSrrpalSzVjQb/muHKs9kizZ8sqYktXU4eZBwv1L8523arTTjXQxqFBYSasTsrkOHTKRSC3WJUzT6u1gNNRrWb06gIZTt+6NKA+28DWCWWGCYFaIIBYrYVZZAwQgAAEIAABCECgdgkgVv3mNhbthAdW51MgpsC78utkTNq9Z0Q33b0hv/sKKI1YLQBaRd7il0PV2dGg68mybMGuyNmlUxCAAASqgQBitRpmiT5CAAIQgAAEIACB+iWAWEWsRr76EauRIx2jCoPEadB1q9tmRKysrdu8IAABCEAAAvkQQKzmQ4uyEIAABCAAAQhAAALlJoBYRaxGvuYQq5EjHaMKg8Rp0HVTq6o9NlsiDcAYzSHNQgACEKhuAojV6p4/eg8BCEAAAhCAAARqnQBiFbEa+RpHrEaOlAohAAEIQAACdUkAsVqX086gIQABCEAAAhCAQNUQQKzWmVg9e9GqsizOC2adUJZ2aAQCEIAABCAAgdolgFit3bllZBCAAAQgAAEIQKAWCCBW60yscnhVLTy2jAECEIAABCCQjYCVgqXbvNymnkSXos1wPahlM5vV0deqzoFezdcyzWzuUF9rpwZ656sp4okxxOojwydHXCvVQQAC+RBYfdXp+RSnLAQgAAEIQKCuCCBWEauRL3hSAUSOlAohAAEIQAACoQgMLpup5o4+tZUstzViNdREUAgCNUQgnFh1fqiT/YMd+z3K+uwny+Gma9oVm219POR9tXYOqHe+8RFOuPZqaBoYCgQgAAEIVCgBxCpiNfKliViNHCkVQgACEIAABEIRWNMe0+zuZDRp1OGjZg88YrUkbaSHSsRqqGmnEARKSiBYrHolZ7I7GZHsnnIFiFXrQ6Ow7ZUUC5VDAAIQgAAETAKIVcRq5I8CYjVypFQIAQhAAAIQCCBgC09HsZS08EoIr3gNuD6Y3O5vVN3apjZ1q9tOBdCUvNclUDz1FZEmALHKwofA2BMIJ1ZXa46deiQVcepOR2J98CO1tbWpu9v4IkvEasaQ7fcU+73L+D64vbEnRw8gAAEIQKAeCCBWEauRr3PEauRIqRACEIAABCAQikBmxKotJGzB4Y04DXndlqMpYeIUHLPVnZKnHtFqS9nQAsU9TMRqqGmnEARKSiBYrLqbT233d36oYr93GO8Fc1ZbW/1Dvi+k6stS3re9khKhcghAAAIQgECaAGIVsRr584BYjRwpFUIAAhCAAARCEcgQq0mZkc5LaKQmtPIXmj87+rr012bewqDrWcSsR7ym27PLF3aQFmI11LRTCAIlJRBKrHrzoroi1T3vA07J2hV0vJ43WjU51JztlRQHlUMAAhCAAARcBBCriNXIHwnEauRIqRACEIAABCAQioBXrNqRXNnE6q063zzsKvz13GJVycOzMjuLWA01gRSCQAUSKEisGuNIylX7fSH1PpOPWLXLelOK+B1wVUTakQrETpcgAAEIQKBKCCBWEauRL1XEauRIqRACEIAABCAQikDlRayG6nbWQkSsFsePuyEQBYFQYtXVUDrPsnHY1JzVVm5V31dOGZrOHW0dWpVtNO72AoNgo4BCHRCAAAQgAIEkAcQqYjXyhwGxGjlSKoQABCAAAQiEIhA+x6odQZotx2ryup0jtdAcq6F6nb0QYrVIgNwOgQgIBIpVI3p09RwlUkYzIrGaK1o1R3uI1QgmnSogAAEIQCA0AcQqYjX0YglbELEalhTlIAABCEAAAtESyBSrkmw5mmrKsy0/6Lpzy21rp3rmrtTsDqlzoFfzmzyHVRltZNSn0IfUeGkgVqNdH9QGgUIIhBKrviGpWVKAZKQC8MujmiNa1S8NgDmwwlKOFMKEeyAAAQhAAAI2AcQqYjXypwGxGjnSIiocVGdrs/oX59o+VUT13AoBCEAAAhAoIQHEagnhUjUEQhIIFKtGPfkcJhVGrKbqC5Cz9hjIrxpyNikGAQhAAAJRE0CsIlYzCKy74b1a9Eup6dyb1XXWNPP65jsv0vnLn0mWPUNfWXW5WrKsRsRq1I9pMfUVJ1bNyKf1SzXQ16HkWdHFdIZ7IZAiMNjZquYF65Lf+//SZEXeSS1LB9TX4bcCrfWdqsaora0ntRXR3YZxiQ8YWIIQqDYCiNVqmzH6W4sEQonVWhw4Y4IABCAAAQiEIIBYRay6CTx2rc5YIZ2ptXpmpi1W1+maS5/TR6+fJ0OzmuJVV2vtxf5qFbEa4skrW5HixGrZuklDdUZgjdpbN+qypLA3BarSQtSEYUSqLDE29XVr/dzcYtU3InuwU63nSbcl27Ak6wz1JLqU9eyLOpsFhguBaiBgiNUrr7yyGrpKHyEAAQhAAAIQgAAE6pAAYhWx6iCwWSsuvVB/mnezDl9xoR5MiVU3JDN6tfdU3ZoUrV6EiNVKeiexxWqPNHu2rANZW7R0oE+pAEBDQDUvUCp20BHV5xZeRv6rJZq+dIYWLDBqIo9VJc10NffFlJ4r5zoio+11O6DpS5q1shCx6gVirvOVmutc+9UMjb5DoE4IIFbrZKIZJgQgAAEIQAACEKhSAohVxGqKgClMN5+ntRcfagpWf7G6Ttecc7WecaQJQKxW8tNvb5VOy9QMWeqIHPQKrkyxashZhGolz3j19c06sGK9Y7u/uQ77FyvR1Wxu9Q8Sq+lUAJ4PDZwwzFxtImK1+hYIPa5zAojVOl8ADB8CEIAABCAAAQhUOAHEKmLVIrBlhdo7NukTZu5UK3LVJVaNFAHXrrXKvit7GgDjMhGrlfTU+6QCMLdYT/fPm2pG9fVrcXK7tJ9YFXkqK2mCq7cvzkMuHHlR5VqD1vrNLlbdw8++3T+/eqoXKj2HQO0RQKzW3pwyIghAAAIQgAAEIFBLBBCriFXjaKpkCoB7dcWJBhAfsergZB1kdUTWA6wQq5X0FhEsVr0H/Di3+CNWK2kua7cvaSF6mTa2NiudMzVfIWpFv3rlP4ew1e7aYWS1TwCxWvtzzAghAAEIQAACEIBANRNArCJWjeOozO399/mxOOyTmblUzejWh3R6542aNzXzJsRqJb0lBIhV7/ZoIlYrafLqpy+p/KeL1d9s5wL2DL9lqX+UtbOYTx5VpGr9LCNGWpsEEKu1Oa+MCgIQgAAEIAABCNQKAcQqYtWHgCdi1RCpd7xZXRe3mGWJWK2mxz8/sWpKqO50DlUiVqtprquor4YAve4Y9XXNMjsdfgt/MmfwjB4lumZpTXurNl6WPojNLVGTZRVCyFYROroKgXojgFittxlnvBCAAAQgAAEIQKC6CCBWEavBYjWZGqB7k130SLVliVY1ShCxWklvAsGpACyZavW5ZelSzVjQrznkWK2kSazBvtiHqtlDy3bolDcVgFusypmn1VrA6ahW7zW7KWc+1xoky5AgUGsEEKu1NqOMBwIQgAAEIAABCNQWAcQqYjXyFY1YjRwpFUIAAhCAAATqgsDy5cu1aVPqk1zFYjEtXLiwLsbOICEAAQhAAAIQgAAEqo8AYhWxGvmqRaxGjpQKIQABCEAAAnVJgIjVupx2Bg0BCEAAAhCAAASqhgBiFbEa+WJFrEaOlAohAAEIQAACdUkAsVqX086gIQABCEAAAhCAQNUQQKwiViNfrIjVyJFSIQQgAAEIQKAuCSBW63LaGTQEIAABCEAAAhCoGgKI1ToTq2cvWlWWxXnBrBPK0g6NQAACEIAABCBQuwQQq7U7t4wMAhCAAAQgAAEI1AIBxGqdidWb7t5Q8nVLxGrJEdMABCAAAQhAoC4IIFbrYpoZJAQgAAEIQAACEKhaAohVxGrkixexGjlSKoQABCAAAQjUJQHEal1OO4OGAAQgAAEIQAACVUMAsYpYjXyxIlYjR0qFEIAABCAAgbokgFity2ln0BCAAAQgAAEIQKBqCCBWEauRL1bEauRIqRACEIAABCBQlwQQq3U57QwaAhCAAAQgAAEIVA0BxCpiNfLFiliNHCkVQgACEIAABOqSAGK1LqedQUMAAhCAAAQgAIGqIYBYRaxGvlgRq5EjpUIIQAACEIBAXRIwxOojwyfX5dgZNAQg4E9g9VWngwYCEIAABCBQMQQQq4jVyBcjYjVypFQIAQhAAAJ1TWBQy2Y2q6OvVZ0DvZrfFARjjdpjs9Xd2qmB3vlqGlymmc0d6rO/z3Z72HJBzUd4HbEaIUyqgkCNEECs1shEMgwIQAACNUIAsYpYjXwpI1YjR0qFEIAABCBQ1wQQq3U9/QweAhBwEQgnVpMfMKXubFNPokuzPCwHl81Uc0ef9dO2HiW6vCXsG4LqC7rOJEIAAhCAQK0SQKwiViNf24jVyJFSIQQgAAEI1DWBIsVqFbMjYrWKJ4+uQ6BEBILFqldyJjuSEbXvKZdVrGapT7asDdteiYBQLQQgAAEIjCkBxCpiNfIFiFiNHCkVQgACEIBAvRGwt+Ub425tU5u61e1KBeD5Rd4lDDypAOT93qjUfX9bT0Jds4LLSY50BBmpAzIF8Jr2mGZ3JycvZzSY/wQjVutt4TNeCAQTCCdWV2uOHaG6pl0x843IHbVqvz+1tbWpu7s7a8RqKqo19R5mv9cZt9jvncHtBY+MEhCAAAQgUI0EEKuI1cjXLWI1cqQlrHBQna3N6l9s/KOwhM2MWdW1Pr4xA0vDEIBASQl4BGdKCthSM0sO1dQv/UFi1ZaqzmgrQwrM0WpnbtaUfLXLecSpvLlbPdcHLJnR2jmg3vlNGlzWrnve3xUiR2waLmK1pAuNyiFQlQSCxap7WCkx6vwAyn5fNd4356y2xGuWD38yxapk/8x+f3O26NteVZKm0xCAAAQgEIYAYhWxmkFg3Q3v1aJfSk3n3qyus6a5rue6ZhdErIZ59CqlTPHicbCzVc39i3PkpBrLsRY/vrHsfb22ba6pBeuSw/fPiWZHmbQsHVBfh99JPtbcp6oxaisgWq5e54BxjzGB5C/86V/YcwtLyb7u2Zaakgj+ojZTCIQo5+zb++/xHIrl308FHZqVAzdidYzXIs1DoAIJhBKrqQ+kkgNwvQ953jOdktUv0sBbl4NJ6n00Z3sVCJEuQQACEIBAZAQQq4hVN4HHrtUZK6QztVbPzPSI1VzXHLX8f/buBEqK6mD7+NPDvorgFkFBZFDyRhM/QxKGaBSNChqDJoA7IgqiIqMiigFBwQ03ECOLImKUOJBEggpqBH2NDFHim6goKoig4L6gCLIMzHeququ7urq6q6qnpqd7+t/neHCmbt2693dvN8wzt24RrIb2/sxBRTUPHglWczBMRXWJxRpa9o6uriyXEZeaAaocD5MwfniZYNzQN1Nv9M8crNbf1dhFNSmKrrOpK6GSA8uTn7I9bCVJx1+wqtjDWryCVddyQYLVLrH3sLUVgOM2XD8DS7DqR4kyCBSXQFbBqkEUC1dTPtu8glUlVqha0mVlZaqsrIyvyJdb+FqDXyoV14jSWwQQQKCwBQhWCVZtAhtUMXKw1g2YpU4Vg7U0KVjNdCwZkWA1nz4UjOD0POnhsVpV2kfRn2176O7VlYou8rOC1UVSH7fjiTKJlX+JW0KdKwITqwedqwUdqw7d/vFpriaUhkYmqNvdh+mKK2x7Ya2ZrLLSKxRfw2juZ2W1Lfv+pYZ20XbPSxvW5dPYFkdbzOB+Xn+tjgWtiTm7Wt0mZBqrmv/SoDiE6WVeCgResershcdWACn1W+eHvGLVtpg8022zmcaAYDUvZyiNQqBOBXwFq0ktTOwpbeyJ2neBbe9nZ098hqHx/Vnj/ya1V5R8vfq53VadTgEujgACCOSVAMEqwWpcYMPjwzRww3laMvwAM2C1B6uZjjkJCVbz6T1uBZyJMDV6m/VhWmRu6J96PDlsjB0/LLFiMPl8KXXFqtc5xj82J6hbLNxNPt+5759hmbyCMTloq2H/zHBBMQsjZzYC3HnqHw+e82ksi7Et0fnwhu12/8R8KfUIwZ3hvv0XCsVoSZ8LSsD5UCivPVZTOudzj9V4gGCsiL1dXZf53WPV+STs2NeOdhorawdqjrm/qrWay20/QoLVgpqdNBaBOhfwDFaNz6IFfW3bVIUcrDofhuVxPYLVOp8yNAABBBCoVQGCVYLVqMDGCg0tX6/z549SD0VXp8aD1UzHXPwIVmv1PRuwcrdVe/Zg0+W4eZt1t+gKQTNoXKWx1lNVzatnCkatcDLDOXLUab9e7EEpcv3tf6zrSW2qYf8c18vvbQ0CDn0hF7evaLbvi+oy9n5XFzt/IVDIPLS9SATs74OyyVrUf576lEuTVy+LPvzJCl/tHL4fXpV6fuLJ1n00075iK+U6Ge5ASGln4snZZjOz2OeYFatFMt/pJgIBBHwFq8bDqFJe7vu2x2/jd36GKvbAQOtBfY760u6vGi+X5noB+kpRBBBAAIH8FyBYdRujSLgD51mdS4GIPM8K1siItG17laYvXOlynnWb/zO6prtx2B6sKrY9gNux5AdbWRUTrAYbmtotnS54NJdpakZvj2DVuaLTbGzyOSlhpOc5ycFs8grZ6IoCZ7Ca/DAj86fzpBW3yfto2uvw6J+ZA1sP34qugGRPztqdkUFrTwSiV+udpPEJum2D+9wK2h7KI4BAbgUIVnPrzdUQKAQBz2DV6ESQh0ml7LFqrXCNBatdHL8kMn9PZG1LFRMLcr1CQKaNCCCAAAK+BQhWCVYlLddt/cbrWTeLjp3VZf1arXE9doHm3DFAzniVYNX3+y8HBWu4orPWVqwm9ktNhKTmv4JTg1XX2/WtFbE17J+ZE8dW0K7upgkpq3NzMERcIrNAfHsG+z7BjlN63G3bgzVNdWzzwExDoCAFjGB19OjRBdl2Go0AAggggAACCCBQ/wUIVglWXQQcWwEklch0LFqQYDWfPjjS7EEafxiQ14rONPul2h4mlO7hQlc492W1zknZh8ru5R2sRh8W4HyAlmMPWd/9M5NVc6Wq+XCuLG5TzafRrhdtMQLQ2w9RZWxDsvS38DtXrCbP1cVDy/TO1dZD2mJPJn/DRwBbLxDpBAL1R4Bgtf6MJT1BAAEEEEAAAQTqowDBKsEqwWp9fGfH+2QFp4ukPn0U3W3Kvt+TV7BqlE9s+G+e7lwdaK4EjK5A7RF/yFDmc6wnqcabGa/T/XZte/ked9+tw65Ypb62h2+tGluT/sW2A7hieeptXfV6buRr5/w+dCpzsJpyC6CfVa35SkK7EChiAYLVIh58uo4AAggggAACCBSAAMEqwWro05QVq6GT1qBCt1vla1BdCKemrnCNriac0G21KsuNJ7IEeYXUP9d9YYO0g7IIIIAAArUhQLBaG6rUiQACCCCAAAIIIBCWAMEqwWpYcyleD8Fq6KQ1qDCk4LEGLXCemvywKuNo0IcQ2WsMp3+pbQqxw1SFAAIIIJC1AMFq1nSciAACCCCAAAIIIJADAYJVgtXQpxnBauikNagwnOCxBg1wOdV5q7d9C4GgVwqjfzwtPqg65RFAAIFcCRCs5kqa6yCAAAIIIIAAAghkI0CwSrCazbzJeA7BauikVIgAAggggEBRChCsFuWw02kEEEAAAQQQQKBgBAhWiyxYPX3M/JxMzkG9j8jJdbgIAggggAACCNRfAYLV+ju29AwBBBBAAAEEEKgPAgSrRRasTl+4stbnLStWa52YCyCAAAIIIFAUAgSrRTHMdBIBBBBAAAEEEChYAYJVgtXQJy/BauikVIgAAggggEBRCMydO1fr16+P9zUSiejaa68tir7TSQQQQAABBBBAAIHCEyBYJVgNfdYSrIZOSoUIIIAAAggUpQArVoty2Ok0AggggAACCCBQMAIEqwSroU9WgtXQSakQAQQQQACBohQgWC3KYafTCCCAAAIIIIBAwQgQrBKshj5ZCVZDJ6VCBBBAAAEEilKAYLUoh51OI4AAAggggAACBSNAsEqwGvpkJVgNnZQKEUAAAQQQKEoBgtWiHHY6jQACCCCAAAIIFIwAwSrBauiTlWA1dFIqRAABBBBAoCgFCFaLctjpNAIIIIAAAgggUDACBKsEq6FPVoLV0EmpEAEEEEAAgaIUIFgtymGn0wgggAACCCCAQMEIEKwSrIY+WQlWQyelQgQQQAABBIpSgGC1KIedTiOAAAIIIIAAAgUjQLBKsBr6ZCVYDZ2UChFAAAEEEChKAYLVohx2Oo0AAggggAACCBSMAMEqwWrok5VgNXTSGlS4RpPLSrVqbLVm9K5BNYFOrYtrBmoghRFAAAEECkSAYLVABopmIoAAAggggAACRSpAsEqwmiKwfOqJGvOi1OWsWZpxWgdJG1QxcrBmrrcVPXq8lgzv4fq2IVjNp0+Tugg56+Ka+WROW/wIrJlcptIrlseKDtGi6hlyZv+Lh0bUZ6bU4+7VqizvkrFa17KLhypiVBB7+anHT9spg0DRCayZop6l5aosm6zVy0Yo87sxXB0jWH1558/DrZTaEECgXggsuL5XvegHnUAAAQQQKGwBglWC1WSBFZN0XIV0gpZobc/kYHXdgGd0TXfvCU+w6m2UuxJ1EXLWxTVzJ8qVwhBYrKFl7+jqynIzoDFDUS1StX1ZtRGKTpCGaKbe6O8RrLqWXayhkQnqtrpSZia7ZrLKSuepv/V1GN2gDgTqRGCNpvQsVXllmSavXqYRuUg5CVbrZKS5KAIIZBbwF6wa/x7oo8SvWd1/mbtmSk+VlldGLzjE8W+SpGaEXR+jjAACCCBQ6AIEqwSrNoHoytR1A2apU8VgLSVYLfT3t5EmxbYCWCT1sf5R2UN3J4VL0TLxxYNy/IPTDKSuUHxt4SLbtgKux/xcsx7Q0oXQBMzVq/P6a3UsaE3M29XqNqFU8zIGq9Z8c5Q15+YqjY2vhHUEraG1nooQyLVAHQSrue6i7XqsWK1DfC6NQJ4LeAerzhA01qGU1feOcmmD1TT1Of/tLL/15TkwzUMAAQQQ8CVAsEqwGhfY8PgwDdxwnpYMP8AMWJ3BamIrgM4aMnmaBrR3n2OsWPX13stRISs0TYSp0VuwD4vfeu1cLZgcciWvLEw5FumjN+K3aVtlT9GTZlCbuKbrisQcCXCZfBeI/vCRmEfG4tIyla4aq+oZpWbonylYzVQ2uj2A8YuCq/WORz35rkT7ilPA2uLC7L35g35pbLWqzcMICOZIA5Nu1XeGr9H32crJi9R/Xh8lFmVZvyjzd3xmPIzwKm8uRU/aisNscRZbCRCsFufcp9cI+BHwF6wuUF/rl6zxz6XkRQTWZ+2QIUM0c+bMtCtW46ta48Gr9VlrnJJYeOC3Pj99pAwCCCCAQP4LEKwSrEYFNlZoaPl6nT9/lHrE9lRNBKvJSGYAO/cgTTTLpr4IVvPpje92W75t5Z7cbo/OsLLPvgrQ/MepXPbGdLmmeat2N9uKxHwyoi11ImAPXewrQ5JWmkbnUtpg1UfZeDDV427mX50MNBfNWiD2HimbvFrLRnTRmilD9dTJMzSii8uK1ZRb9d2DVeNW2OgP/9ZxK1xIrK7KeNwRrKatL9YemW1XLAx2v/3Wy4dg1UuI4wgUr4B3sJpsEw9G7b/ksf49YvxbpO+C6C+E0qxYTQ1WJet71md1/JdKPuor3pGj5wgggED9EiBYJViNP5wqsYdqdEuAdMGqtFy39RsvjXLfc5VgNZ8+JNIFq2Yiqhmlybf5J1ruXOFqbQRglIj9cJw2LCVYzacZUAhtSayijq4sXTXWWvWRKVh1zjNn2WhQZM7z3rFVsFfIsQ1GIejQxqIVsH7YT1nlWYNg1VZX9JcO1j6tsWDV93GP8quNX7ytjO8BGw0efuT6kDqv8SVY9RLiOALFK+ArWHWunk/6THX8kskestr3fbeI3Vbix45Fg1XHL5K86iveoaPnCCCAQL0SIFglWJUVlD7rZtHxAs25Y4A62I+Zq1tfUK802wEQrObTZ4SfFav2fSgdbXeuSmXFaj4Nbv1pS/zBUmO1qtT+gAlbF1NWnKbb50xSj7u1qP889XHZtzXzfq31h5Se1A+BpK0A4nv4FUCwqinqWVqupBWrmqzVy0aYD6wL8iJYDaJFWQSKSyCrYNUgioWrij2wynW1Iyy+SgAAIABJREFUqVuwajy9wP6QK6OqsjJVVlbKqGOOBpoPwApSX3GNGL1FAAEE6qcAwSrBqotA8orV5VOH6YPTE3uqLp96osasdwlcYzURrObTh0WaPVbjgZPHrdaOYDWxZ+UM9Y5tzJ9uj9XEqsPYXntsBZBPE6Nu22IEqbcfosrYDy3OfX8TjXPOz9h8Psztab2Osq6/FLhCh9kfvla3ClwdAd8CybeaWiuirNWm5k/6ZpBZGV+JlWYrAN8rUo0tUjOtaPVYsRoLVmPP1zaih/jqVd+djhUkWA0qRnkEikfAV7CaxJG87UnfBcbnXBovn3tCx/dTXVStMOorntGjpwgggED9ESBYJVj1DFa1YpKOm7QkUc5tFautFoLVfPqAMMKm86Sx/TWvzxWK3tDv3OfOCl9t7batDrSvmOpx99067IpViYcAmCsNrXqt7QPYCiCfZkB+tsU55xJbTyS3twbBqpnnJ//A1CP+oLX8VKFVCNgFjDB1oOaY+6tae/ZZq6CSQ0/jLCsssG3VYqYF2d7qX7Ng9eSnjFv/jQWry2Q0vyYvgtWa6HEuAvVbwDNYNX7JuqCvquOrT0MOVh0Pw5Lj3x1J+j6D2vo9YvQOAQQQqJ8CBKsEq6HPbILV0EmpEAEEEECg6AQST5s2u570kLfYClXj+9YP6/a9/8omR7fDiIebQfdQrVmwOqKL21YdPLyq6KYwHUaglgV8BauuS1LTfB6l7IlqfZbFfkmVsho/2sH4rf/O/rLHai3PAKpHAAEE8kOAYJVgNfSZSLAaOikVIoAAAgggUDACKStqra0K0jxpO1PHWLFaMMNOQxHIuYBnsGq0KOPDqxxN9gpWuzh+4WX+zst64KZL9wlWcz4nuCACCCBQFwIEqwSroc87gtXQSakQAQQQQACBAhFwPGXbHmwQrBbIGNJMBApDwFewWhhdoZUIIIAAAgUsQLBKsBr69CVYDZ2UChFAAAEEECggAZetALIIVY0OGytWR48eXUB9p6kIIIAAAggggAACxSRAsFpkwerpY+bnZH4P6n1ETq7DRRBAAAEEEECg/goQrNbfsaVnCCCAAAIIIIBAfRAgWC2yYHX6wpW1Pm9ZsVrrxFwAAQQQQACBohAgWC2KYaaTCCCAAAIIIIBAwQoQrBKshj55CVZDJ6VCBBBAAAEEilKAYLUoh51OI4AAAggggAACBSNAsEqwGvpkJVgNnZQKEUAAAQQQKEoBgtWiHHY6jQACCCCAAAIIFIwAwSrBauiTlWA1dFIqRAABBBBAoCgFCFaLctjpNAIIIIAAAgggUDACBKsEq6FPVoLV0EmpEAEEEEAAgaIUIFgtymGn0wgggAACCCCAQMEIEKwSrIY+WQlWQyelQgQQQAABBIpSgGC1KIedTiOAAAIIIIAAAgUjQLBKsBr6ZCVYDZ2UChFAAAEEECgKgblz52r9+vXxvkYiEV177bVF0Xc6iQACCCCAAAIIIFB4AgSrBKuhz1qC1dBJqRABBBBAAIGiFGDFalEOO51GAAEEEEAAAQQKRoBglWA19MlKsBo6KRUigAACCCBQlAIEq0U57HQaAQQQQAABBBAoGAGCVYLV0CcrwWropFSIAAIIIIBAUQoQrBblsNNpBBBAAAEEEECgYAQIVglWQ5+sBKuhk+ZFhYuHRtRHi1Q9o3detIdGIIAAAgjUfwGC1fo/xvQQAQQQQAABBBAoZAGCVYLVFIHlU0/UmBelLmfN0ozTOsSPb3h8mAbOXRv7urOGTJ6mAe1TAQlWC+MjYc3kMpWuGus7KCVYLYxxLZRWmvPviuWx5g7RouoZckb25pybKfW4e7Uqy7tk7FpK2cVDFTFOTnm5X6tQ3GgnAsUmQLBabCNOfxFAAAEEEEAAgcISIFglWE0WWDFJx1VIJ2iJ1vZMBKtmqLrsGM25Y4ASUav7ZCdYLYwPAYLVwhin+tnKxRpa9o6uriyXEZe6hvZGMDpBGqKZeqO/R7Dqsyy/HKifs4le1W8BgtX6Pb70DgEEEEAAAQQQKHQBglWCVZvABlWMHKx1A2apU8VgLY0Hq8t1W7+H1SnNClUnIcFqfn0sJK8M7KG7Vz8snVeq+GJBRVcEjl1V6rjVf40ml5VqXizUSg2loscT9bASML9GvnBaY87Ref21Oha0StG5tWrsanWbkJiD7j3yWXbNZJWVzlP/1ZXyWPxaOHC0FIEiECBYLYJBposIIIAAAggggEABCxCsEqzGBcxVqRvO05LhB5gBazxY3VihoeUvSB3Xas36WPGjx2vJ8B6uU59gNY8+EcwwaZXGutxmnbJi1bx1Wolbsh1BlDNYdX6dGo7lkQNNyWOBxRoa6aM3bLf7J+ZmaVK479YJv2VZrZrHU4CmIZBBgGCV6YEAAggggAACCCCQzwIEqwSrUQEzPF2v8+ePUg9FV67Gg1Vje4BJ7yf2VDXLPqjOo57RNd1TAQlW8+gtb4ajV+iwRdVyPnMqdSuAaMClWFnn8aRgynX1n3H+BHVjRWAeTYA8bop9D9QhtoeiJf0yIHnVdEpvfJdNntt5rELTEEDAIUCwypRAAAEEEEAAAQQQyGcBglWCVSkWpK4bYAWlbsGqNNEMXY2X47jDkGA1z97ysXDVeEyQ/SFAbnusOlf/rRqbCGRTg9UrZD16KNFjY6sBbrXOsxmQ982JbldxmBZVX613zC0ArHmXKVi1tgDwLstq6ryfAjQQgbQCRrD68s6fI4QAAgikFVhwfS90EEAAAQQQqDMBglWCVUnGHqrj9aybRccLNOcKaUL5C+oV32OVYLXO3rE1unDmFalm1dYKwNXdNMGxhUBqsOq+xUCNmsjJxSkQXwE9VqtK+2imm0KPu217sBoFovPZuyyrVYtzUhVTr2PvhbLJWr1shPlAuPr0IlitT6NJXxCoHQGC1dpxpVYEEEAAAX8CBKsEqy4CzuDUY2sARw2sWPX35st9qeQVfu6r+GwPpLLfnp3y5HaPW7Rz3zmuWEgCRpB6+yGqjO1PkVixOkO9k/rhnGex+XmYbeuAeHn3OZm+7kICo60IZBKoy2B1jab0LFV5ZZkmr16mEbWQ6hKsMvsRQMBLwF+w6vyFrPtDV9dM6anS8sroJR3/Fk5uR6b6rM9GR8sz1ufVS44jgAACCOSrAMEqwaqPYNXag/VBrYmVPiHN/qrGYYLVPHq72/exdP4DMdMWAVcs1xDHvqypD/+xhbBWl1NWFeaRBU3JIwHn3Em3hURNg9XUB2PlEQJNQSAkAYLVkCCpBgEEClTAO1hNc5dLykp/R7m0QWi6u2assJZgtUCnEs1GAAEEshIgWCVYzWriZDqJYDV00txWaIaxxjOsnKsHc9sMroYAAggg4EcgEaxO/lG5ymP7Y5RNXq1l8SWkjhDAGSasmaKepeWKrdFKrNKyvh8vb1+hOkcaaKxWtbWxbIiGaKZmJq1gtc5xXx3m1UNWrHoJcRwBBPwFqwvU1/q3bXzhQfLnkrmIYKY0ZMgQzZxp/I/bHTJSfFVr/HgiSI0uTKjZ5x4jigACCCBQWAIEqwSroc9YgtXQSXNaYerK1JxenoshgAACCAQSSISm0TBVjtvzHStarbDUCgTMr9/SmFjgYAUGZjhQGgtcXYNV49b/1K0ArPPjwa7zeoH6JhGsBgSjOAJFKOAdrCajxINR+y+ZrLDV+Gzsu0ARM2H1G6wmwtbkz2H7dbP75VIRDiddRgABBApOgGCVYDX0SUuwGjppDivkQT85xOZSCCCAQAgCqVsBJIWbXW83A4LEClaPlVSxcMEsf/JT0ZWsAYLV+IPlYucotl+hc3sZvx0nWPUrRTkEilfAV7Dq3B4raeW+43PRHrLG9oNP0nXWZTuYPlg1ChGuFu8specIIFCfBQhWCVZDn98Eq6GTUiECCCCAAAJpBDIHq3M0MPEglqQaEj/gW7e/2g9nH6xK0fqMB1pZ2wVkHyYQrDLxEUDASyCrYNWo1PELoPgvoLyCVdm2A4g1rqysTJWVlbZfYtlabdtuJdtfMnkZcBwBBBBAoO4ECFaLLFg9fcz8nMy2Qb2PyMl1uEiqwH1Pvg0LAgj4FLjklEN9lqQYAvkqkD5YNX+Al7Fvtn3FanI/km797y0jFU2Uz2rFaqIOlZWprLJSlTV4EjbBar7OO9qFQP4I+ApWk5qb2ELF+JzsuyC6t6rrK+UBV+7F4vuzOh7+Gi3t3IM1f+xoCQIIIIBAzQUIVt0MIzWHtdfgWZ1LgYg8zwrWyIi0bXuVpi9cGey8LEqzYjULtBBPWfPRtyHWRlUI1G+BLvu3rt8dpHdFIBBwj1WHiDNYtcKB6Mqt1Roa6aOZ1u2r8dtfjdWoxh6r9tWp0a+dIYKUKJvNYBCsZqPGOQgUl4BnsGp8di3oq+r4bf0hB6vOh2EZK1Rv76pl1vXiK1Zr9nlYXKNKbxFAAIHCESBYJVgNfbYSrIZOGqhCgtVAXBQucgGC1SKfAPWi+9GAYOXkReo/r4/KK6OdSrrd1HYbarzLLk+zjp44RENmztRKM1g1k9PoQ1yMV9lkLeo/T33KFQ9WZa/btrLL9eEwWXgTrGaBxikIFJmAr2DVdUlqmm1KUrYCsILYWDCq2IP9HM4pD+1zjkMNVu8X2ZDSXQQQQKCgBAhWCVZDn7AEq6GTBqqQYDUQF4WLXIBgtcgnAN2vPQH7lgKJpayBr0ewGpiMExAoOgHPYNUQyfjwKgeZV7DaJXFrv3Vmyt6pjuslHiBYdMNDhxFAAIF6L0CwSrAa+iQnWA2dNFCFBKuBuChc5AIEq0U+Aeh+rQlk3m/Q/2WNYHX06NH+T6AkAggggAACCCCAAAI5FCBYJVgNfboRrIZOGqhCgtVAXBQucgGC1SKfAHS/lgSs22bT3GYb4KoEqwGwKIoAAggggAACCCCQcwGCVYLV0CcdwWropIEqJFgNxEXhIhcgWC3yCUD3816AYDXvh4gGIoAAAggggAACRS1AsEqwGvobgGA1dNJAFeZnsLpWs089Qje/2l3XvfScBh0UqEshFrbacb4e2DhFvwqxZqoqTAGC1cIcN1pdPAIEq8Uz1vQUAQQQQAABBBAoRAGCVYLVFIHlU0/UmBelLmfN0ozTOkgrJum4SUtcpI7TxPmj1MNxhGC1bj8K3INVK1C0ty2XIWeaYPX9P6r/L6/Tf1zJ/LQvaFAatHzdjmXBX33pCJWe+1C8GwP+9I0m9rL3yj4vY+P9fvI5Vukjxv9H8y7qnEKy7v7j9evxKxLfP/svWj3p1/Gv/3fUHrrwUevL1DlFsFrws4wO1HMBgtV6PsB0DwEEEEAAAQQQKHABglWC1WQBI0StkE7QEq3tGQtWXYzM8FXjtWS4M1aVCFbr9lMhJViNh1uOVZpmqPmuLs3Jyk3vFatWQJYuQHNXDRqUBi1ft2NZ0Fc35te0rppnhJzxAN0xB825+aaOOHKF/pNmNbMVjKaGspJic9uaM86y0a8zr04mWC3oWUbji0CAYLUIBpkuIoAAAggggAACBSxAsEqwahPYoIqRg7VuwCx1qhispemC1Y0VGlr+gnpNnqYB7VMBCVbr9hMhOVj9h8a0/70q5HHreyz40vib1XX8dYnyjhWHidAzWu+74/+i3k/8Xje/Gu1zUvhlP/fI8zVAD6kiw1YA6YNVqw+Wq7Xq0GUV7pE36x8LL1WntO0mWK2b2ek2D51zyGWFshXIWuPqaLxzzlhfm/PwoOhqaKVZ6WpVRbBaNzOCqyLgV4Bg1a8U5RBAAAEEEEAAAQTqQoBglWA1LrDh8WEauOE8LRl+gBmwpgtWM61WNSojWK2Lt3LimknBqhUwOm6PTmmh7Zb8eDhqfG+ENMkIKuUMJBNhZ7S8MziLfZ0SdKa/vd89WHXW61z56hKUZmw3wWqdzE6XeRgd7//RAxtHaG2a/Xe9VzHb5uH4m/Xu+Ov0H8ecO+LI7vrPq7GtAlwCWoLVOpkRXBQB3wIEq76pKIgAAggggAACCCBQBwIEqwSrUQFzFep6nW/umRpdueoerC7Xbf3GS6Oe0TXd3WcswWodvJNtl3QLVuMrTVP2NI2tZPVYGWhUH72t2gpGHcGp83hsn8zECtcstwJw3OpttCM5bFPsoVjpV+Qmt5tgNZezM3n/U/sYWatVjX1TrTF0hu5WaOq1127yimbrFwPpVrM6t5ogWM3ljOBaCAQXIFgNbsYZCCCAAAIIIIAAArkTIFglWJViQeq6AVZYmj5YNVe1LjtGc+4YoA5p5inBau7ewG5X8rdi1bES1ApWMz74x7iav2D12OeiDxSqabDqumIxKWx1D1aTH1hkbzfBat3MzuQVzr9+2r73aZrQ3c9qa6uMuRK1qx4wt72Ibklx4XuOOZhmjhOs1s2M4KoIpBOYO3eu1q9fHz8ciUR07bXXAoYAAggggAACCCCAQF4KEKwSrEqKrkJ91s2i4wW2ENV7tapRBcFq3b7X/e2x6h2sJu1X2Sv/VqxGVyamBqWZ202wWlez0wq7j3Dsy5vcntT9c10fWhU7KXk1cuJhVjJ+QXDSkyo996FEuE+wWldDz3URqJEAK1ZrxMfJCCCAAAIIIIAAArUsQLBKsOoi4L5i1VytOvcgTTS3C0j/Ilit5XetR/XJwaotbEraX9JvsCpd99JzGnSQ87Zsj60AFH1wkHO/y8SK19ROZNxjNd721GDUGa5F60nXboLVnM3OpSPU/70RmndRZym+R6/bbf0uK1bjW1Y4t3hInrcdzbFeEX9oWtIcOn5x0hyUo6zlwIrVnM0ILoRAVgIEq1mxcRICCCCAAAIIIIBAjgQIVglWfQar0dWqa8+apRmnpdsEIFoVwWqO3r1pLpMSrJrlkvehjJ9q3frvuprPsXfl2eer4tE3k4NWW1ibdvWgcbEjb9YDv3lcF8YDT7/BqqR0+8JaVdiPO24JN4oMSGo3wWouZ2fyHqvp9kpNDVbTP7Qq3cPMEr1K2kPV2iogdtht9SvBai5nBNdCILgAwWpwM85AAAEEEEAAAQQQyJ0AwSrBauizjWA1dNJAFboHq4GqoDACRSNAsFo0Q01HC1SAYLVAB45mI4AAAggggAACRSJAsEqwGvpUJ1gNnTRQhQSrgbgoXOQCBKtFPgHoft4LEKzm/RDRQAQQQAABBBBAoKgFCFYJVkN/AxCshk4aqEKC1UBcFC5yAYLVIp8AdD/vBQhW836IaCACCCCAAAIIIFDUAgSrBKuhvwEIVkMnDVQhwWogLgoXuQDBapFPALqf9wIEq3k/RDQQAQQQQAABBIpMIBKJFFmP03e3urpaBKtFFqzOPbtdTt4ArS55OSfX4SKpAgSrzAoE/AsQrPq3oiQCdSFAsFoX6lwTAQQQQAABBBBIL0CwmrAhWE03T0IO3z2rcykQkedZwd7nEWnb9io9cf8lwc7LovTmFypEsJoFHKcggAACCCCAQJIAwSoTAgEEEEAAAQQQyC8BglWCVe8ZGX6mmfmaBKveY0IJBBBAAAEEEHARWKMpPUtVXlmmyauXaUSX+oVkBKsv7/x5/eoUvUEAAQQQyDuBBdf3yrs20SAE8lXAHqwaKzaL7eXsP1sBuM0AgtUavS9YsVojPk5GAAEEEEAggADBagAsiiKAAAIIIOAq4C9YXayhkT6aGa9hiBZVz1Bv82vr72NH9UMWqXpGtETSa/FQRfokarIfK5u8WstGKPaLU5/1Ma4I5FCAYDURGrIVQLqJR7Bao7ckwWqN+DgZAQQQQACBAAIEqwGwKIoAAggggICrgHew6gxVY9WUTdbqZSPUJcRgdciias3oHTCoZVwRyKEAwSrBqvd0I1j1NspQgmC1RnycjAACCCCAQGaBNVPUs7RclUapsiEaopmaGd8KIPqD38rJk/Wj8nLNlLVFgOMHwvgPgrFL2es0vhVfYWPVt0j95/VRuXlR43C1rn63p0pj30heXWPflsD6wdC+qsf/ALMVgH8rSiKAAAIIZC/gL1hdoL7WCtX4ilPr77ea/X0nWX9PW3+H1rS+7C04EwEvAYJVglWvOaJaeG5U5muyx6r3mFACAQQQQAABBBT/wcsKRuM/2KUGqNGw09h0NfbDmnWOFaJa4an59VsaE/thcc2UaGAaXTGTCGSdX7uFqSc/FT03fm3ntQKOIcFqQDCKI4AAAghkJeAdrCZXa/1dqYwrVv3/UjFeX/wXm24rVv3XlxUCJyHgU4BglWDVe6qwYtXbKEMJVqzWiI+TEUAAAQQQSC8QC1IToalzKwBHiGrUlPacND+gJZVfHd1PLuUHx8S5rkFsrLySQtrgA0uwGtyMMxBAAAEEggv4Clad+6Im3f2R5tZ9+QlDnatVjfbXpL7g/ecMBIIIEKwSrHrPlyIPVp+f83cNWyH98NRe+tsJraJer7+qQ2duiNslHXOIEqx6TzFKIIAAAgggkI2AFWIGCVbjq2BSLpj4YW/x0Iicz9CIXiNosGrkuEZdxgraOdLAUpVX+vmh0l2DYDWbWcI5CCCAAAJBBbIKVo2LOLfWsS5s22InesdHhhZZgW26usycNbENkGd9QTtPeQQCChCsEqx6T5liDlaNAPVJ6TRt0Ds/tYLVjzX6srfVZeyxGryvpE/f1ekTNupk62uCVe85RQkEEEAAAQTCEAhlxWpyQ5JXnDpXuAYPVq0VsiorU1llpSrTPRHZhwfBqg8kiiCAAAII1FjAV7CadBXnVjnOJiRWnGYOQsMuV2MKKkDAU4BglWDVc5IU7x6rmzXr5qVac0ovdXlyqZ6yglUzSN2s4fceqWNNPUfQSrDqPacogQACCCCAQBgC1ooVrz1Wk1a9uGwPYGuLM1i1Vq9mu2I1+fZF+4OsggMQrAY34wwEEEAAgeACnsGq8YvNBX1VHV966ghWS6eo5+1dtcw6Hl9h6vH3YLrVqsb52dQXvOucgUBgAYJVglXvSVOkK1bXPfu8Tvr4UL09sKUZsMaDVUnR7QE6aNq9XbXWccwJylYA3lOMEggggAACCGQtYN/jrWyyFvWfpz7l0uTVyzSiS5oQ1XYLYfy66R6QMWSIhsycqZVZbgVg1J/6UI/sekuwmp0bZyGAAAIIBBPwFaw698wxLxHb7sbt71nz8KJYGJt5H9WUVa2e9QXrH6URCFOAYJVg1Xs+FWOwmrQqNbpy1R6sGmjW3qvav5uevq6rOqWRJFj1nmKUQAABBBBAoF4LpGxZkF1vCVazc+MsBBBAAIFgAp7BqlFdxodXpR5P7Idunhx9GKRsK1jj9WV+mKTVk+T6gvWP0giEKUCwSrDqPZ+KLli1tgD4rW453OBxBqvGrf+vSEOix82VrQulq9lj1XsuUQIBBBBAAIEiFLC2E6jpAzYIVotw8tBlBBBAoA4EfAWrddAuLolAPgoQrBKses/LogtWo8Hp424y+3fTtJ9u1LB/t7etUnVf0WqdzopV7ylGCQQQQAABBOqvgLUqJ80KnAAdN4LV0aNHBziDoggggAACCCCAAAK1KUCwSrDqPb+KLlh1kjiC09df1aEzpWnWw6vMbQNW6ZDYCtaUs1+oUKtLXvZ2pgQCCCCAAAIIIJBBgGCV6YEAAggggAACCOSXAMEqwar3jCRYTfPwqgTdD0/tpb+d0MrVkhWr3lOMEggggAACCCDgLUCw6m1ECQQQQAABBBBAIJcCBKsEq97zLU+D1c3f79a27dVq1iSils1KvPthLxGRtm2v0hP3XxLsvCxKE6xmgcYpCCCAAAIIIJAiQLDKpEAAAQQQQAABBPJLgGCVYNV7RuZpsPrpV7v04murdfSPS9WiWcBwlWDVe9wpgQACCCCAAAJ5JUCwmlfDQWMQQAABBBBAAAEVe7DqnAJPvPa9Ply3Rtt2VOmbzdu0ZdsOs4gRLUYixn8R8/9LSiLm/5eUlET/v7pau3ZXKdL3qNLqTPPKqKS2X9EmhvjKdXUu13Pr08bPq/TS66vNjh5zRNdg4SrBaogThKoQQAABBBBAIBcCBKu5UOYaCCCAAAIIIICAf4FiDlbtfbfEFv53K8FqyvTJ02D1w8+q9OJr78Sbe/yRh/oPVwlW/X9KUBIBBBBAAAEE8kKAYDUvhoFGIIAAAggggAACcQG3cLEYeKqrq5NW6xKsZhr1PA5Wl/7f20ktP+ln3bRv2wbeczgWrM49u5132RBKtLrk5RBqoQoEEEAAAQQQKGYBgtViHn36jgACCCCAAAL5KECwmjwqrFh1m6V5HKzOenxJvMVnn3yc9tqjRHu28vEgq1iwOn3hylp/Xz77yioN6n1ErV+HCyCAAAIIIIBA/RKYO3eu1q9fH++U8Q93Y3UALwQQQAABBBBIFWjZsqWGDx8ODQI5FSBYJVj1nnAFEKz2O6GXGaru3aaBSnzkqsY2tNu2V4lg1Xv4KYEAAggggAAC+SHAitXcjgPeufPGOnfWxpXwzp031rmzZm7n1pqrIWAIsMeq33mQ58Fq4FDVHH2CVb/DTzkEEEAAAQQQyA8BfkDP7TjgnTtvrHNnTfiEdW4Fcns1Pkty683VEHATeOK173l4VQpMngarX3yzW998t1stm0X8r1S1OkewyicAAggggAACCBSYAD8w5nbA8M6dN9a5syZYxTq3Arm9Gp8lufXmaggQrPqdA3karPptvms5gtUa8XEyAggggAACCORegB8Yc2uOd+68sc6dNcEq1rkVyO3V+CzJrTdXQ4Bg1e8cIFj1K+VajodX1YiPkxFAAAEEEEAgJsAPjLmdCnjnzhvr3FkTrGKdW4HcXo3Pktx6czUECFb9zgGCVb9SBKs1kuJkBBBAAAEEEMgkcN999+mSSy4BKUcCeOcIWhLWubM2roR37ryxzp01czu31lwNgXQC7LHqJlPkweryqSdqzItSl7NmacZpHaJCKybpuElLYlqdNWTyNA1o7z6tWLHKBw4CCCCAAAIIIIAAAggggAACCCCAQH0XIFglWE0WMAJqwKCtAAAgAElEQVTUCukELdHanrFg1QxV30+EqebX0sT5o9TDxY9gtb5/bNA/BBBAAAEEEEAAAQQQQAABBBBAAAGCVYJVm8AGVYwcrHUDZqlTxWAtjQWrGx4fpoHLjtGcOwYoun51uW7r97A6pVm1SrDKBwsCCCCAAAIIIIAAAggggAACCCCAQH0XIFglWI0LmAHqhvO0ZPgBZsBqBavRbQDsK1SNYHW8NOoZXdM9FZBgtb5/bNA/BBBAAAEEEEAAAQQQQAABBBBAAAGCVYLVqMDGCg0tX6/zzdv7oytX48GqsUY1tu9qtHBndem4Vp0HEKzyEYIAAggggAACCCCAAAIIIIAAAgggUJwCBKsEq1IsSF0XD0pTg9VkJlasFufHBb1GAAEEEEAAAQQQQAABBBBAAAEEELAECFYJVmN7po7Xs24WHS+w7a0aK8DDq/gEQQABBBBAAAEEEEAAAQQQQAABBBAocgGCVYJVF4FMK1ajq1XXnjVLM06LPsrK+WKP1SL/VKH7CCCAAAIIIIAAAggggAACCCCAQBEIEKwSrHoHq+b+qw9qTaxklwyhqlGEYLUIPjnoIgIIIIAAAggggAACCCCAAAIIIFDkAjkLVj/5aou+3rxde7Zqov3atgiVPaJIqPX5ra5q125tivWpQYOStG3wbF2swKp1X6bU8cNOe5nfW/fJN9q6bWfS8eZNG6nTfnv463tE2ra9StMXrvRXvgalCFZrgMepCCCAAAIIIIAAAggggAACCCCAAAIFIZCzYHXV+q+0at0X6hYLCu06zRo3VItmjbRnq6Zq2MAzhkyBrYtg1QhVv9j0vc68YLj+PHtqxrDYs0e2YPXN97/Q/xy0l6w/jfDUClSN79lfRjnj5StgJVgtiDckjUQAAQQQQAABBBBAAAEEEEAAAQQQKAyBOglWjYDVeO3atUs7duzQa//5t5a9+Lz++uiMrFazZhOsrlqfvDq0W8d2iRHzSEKtUPWMCy7T8CuulbGqtFsn2/mSdjZqpy8//cDsT02CVaNRzkDVObWMgNVa2Zp22hGsFsY7klYigAACCCCAAAIIIIAAAggggAACCBSEQF4Eqzt37lRVVZV6/r+uatOyifZo2UTNmzT0DZhtsPpWLOA1g1GfwaozVDUa6Ras3jjlT7rlxuu1fs2b2nfP5pn7kmHFqhWsWqtTnRVZK1sJVn1PFwoigAACCCCAAAIIIIAAAggggAACCCBQY4G8C1bH3XSHnnx8vl7998tm5xqURMx9Wfdukz6c9BusOlepBglWP/nS2CN2m9mmYSNGmitVrZc9WP3o6yo1iuzQ8cf/WuVj71KvHoerfbsmapRhD1ZjSavb/qpW/VZ46jT4fNPW+JYBfoPV08fMr/Gk8VPBoN5H+ClGGQQQQAABBBBAAAEEEEAAAQQQQAABBApSIO+C1dfe/UiNGzeOY27e/K16/KSLunZokxY4SLBqD1ODBKtG8GmUv+GGGzRu3LikttiD1RnzXlT/3x6nxru36qLLrtZb76zRP56cp30yBMNWsOp2y799v9UwglUeXlWQ71MajQACCCCAQD0RWKyhkT6aGe/NEC2qnqHe8a+9jtsZ1mhKz1KVVzpohixS9YxEjfUELsRu+DNeM6WnSi1cTD38wzRlXmc/2TONA67ZuYZpyhhkNwbGWT4+Y9ZMUc/ScsX/SiybrNXLRqhL9hflTAQQ8CmQ98Hqnx6coemTJ2S8nT5TsJpplWqYwar18K3+Z1+g1nu11503jdFRZT9T/8FX6eKB/dR5/z3SD0lsxSrBqs9ZSzEEEEAAAQQQKEAB5w+GsS7Ef/jzOu7sMj+kB58Efo0d5QhWM1CHbcq8Dj6v3YIn5+cLrsFdveZ2UNOg5YO3uH6e4TUORu46VJE+iV9ZRh2cv7isnzr0CoF8EMjrYPX9tWs04LcnaJ9WETVu1CCtl1ewmm6VapjB6l1TZ2rsqEvVtdN+mvbY8yo7olRHdOuoKQ8/rV9176ZDDmxLsJoPM542IIAAAggggEAdCRg/HC5QX2uFavwHQeuHP6/j6YJVfnj0P6D+jBcPjcj4GX3IkCGaOdP4H1YBpzcO29QKn5jX/ue1Faxm+nzBNZhnbZgyBsHHIMg4SGWTV2vZCNaoZufMWQhkL1AnwepRv+qlDR9+ICM4NV577tlWvU7oo79WPCJjK4BIRPr73+bp7tsmqFH192rbumnGHjqDVb+rVMMMVm+9c6omjrlSpbZg9ceHdIiHrIf6CFYvKR9l9vPSEaN035Tbzf//4+Tb4vuoshVA9hOdMxFAAAEEEEAgvwTit5qnuV3R67jktvqJMCrIKLsaW4G3Eab2XRBdBUWw6pu15qbMa9/YGQqmjgOuNXWtuSljUNMxMM5PGQdrCwBu/Q+DlzoQyEqgToLVA/ZppUYNS9Qktgq1ale1Nm/driat91OLli312aefqOr7b7Rnq6Zq2jj9SlWrx27Bqp9VqmEGqy2bNTLb2y/LrQC2fl+lLdt36gvbA6mMINX+gCqC1azmOCchgAACCCCAQL4IOG9XdP4g6HU8qR9pbivl9sfMo53R2LGizB6ysm9tetdQTZnXWX9c+RoHZ+38Miajd6imzO1amdvWGJWVqayyMrHHKr8Qy5qbExEIKlAnwWq3ju63xW/fuUvVu6WGDUvUsEHEd1+MYDWbVaphBqvdOrUz22t/eNXgS67S26vX+np4ldVZ4yFZxl6rxkOrjIdiGW20viZY9T0lKIgAAggggAAC+Sjgtg+cPVz1Op6pT7YHdwxZVC1ywDRYGYwVe2BV/HZSglV/76LaNGVe+xsDo1SQzw9c/bnWpilj4G8MvOa26/6q0arZGsA/MSURqIlAXgWr2XbEClaDrlINEqx+8uUWfb15m9nEy668RpdcfnW8uUYAagWrH31dpUaRHerVq5euHDdFx5X9WPu3baxGDUrSd8+WIWcKVt0qsIewGf0i0rbtVZq+cGW2zL7Pe/aVVRrU+wjf5SmIAAIIIIAAAsUokHggh3sQ6nXcaZZYDUWw6nc+JRv3XRDdW9X1xW2mPlHDNmVe+4R3FPP6/MA1uGvYpoxB8DEwznCMg2IPrnL7JSWrVrMj5iwEAgoQrErmytBuHaMrTs1XhsWyVbt264tN3+vsi0bEw1V7sGpVMWbSA7r79lv0/rtvaN89m2ceFp/BqhGi2l/GqtbwgtUNqhg5WDPX265w9HgtGd4j+o2NFRpa/qCiu+JKJ4x6Rtd0d+8WwWrAdyHFEUAAAQQQKAYBY1XNgr6qji8ldfnhMNPx3g4kY7XT7V21zKovvvqpTJNXLxPP73CZVB5jQLCaxRsxbFPmdRaDEFutmunzo5TPi8CwXp/ZQU2Z24GHwDzBzziUlqvStg1OfB9WgtXszDkLgYAC9SpYDdj3pOJ+g1XjJGe46haslrTcXx99sFr7tW2RKaeNtsFnsOrWv7CD1XUD3ALT5bqt33itPWuWZpzWQVoxScdNel9DJk/TgPaprSJYrclM5FwEEEAAAQTqqUDa2xVjexx6HY+v0okFp5qinuYPk44XP0imn0Cexo5T2QrA+81YY1PrFwzMa2/sDCW8xsF223lSLXxeZP954WnK3K7RnLZO9prbrg9yNE7ml4yh+FMJAj4E6k2w6qOv/ov42N7VHq4++sAUM0BN9/Kszkewmqnx1n6sGTvouRVAdMWqa7BqBqnSxPmjFF2/mqGsJIJV/1ONkggggAACCBSVgNfDqTIed/yQ3iV1T0X2k/Mxm7zGwF4FwaoPUJe9PTNtm5Biyrz2h+yjlNfcdhzn86K2TZnbPoT9FfGa2ynhKqGqP1hKIRCOQM6C1U++MvYo3a49WzXJGEJm0y1jj9VQXz6rM8LVTZu3qU2rpmqYYQ9Vz+ocwarVF2Ml7LpPvtHWbTszdq9500bqtN8emQl8BquJrQA6x1ekbnh8mAYuO0Zz7higDrZgdWnP2ApWx5UJVkOdjVSGAAIIIIAAAggggAACCCCAAAIIIJCHAjkLVmuz73UVrPrtU5Bg1aqzNvoU5OFVZpg69yBzleoBKcGqtHzqiXqoA8Gq3zlAOQQQQAABBBBAAAEEEEAAAQQQQACB+iVAsOo2np5JaLBJ4FmdS4G6Dlal6L6qGvWMzt7AitVgI05pBBBAAAEEEEAAAQQQQAABBBBAAIH6LkCwSrDqPsc3Vmho+QvqZTyg6iP2WK3vHwT0DwEEEEAAAQQQQAABBBBAAAEEEEAgmADBKsGqKbB86jB9cPo0DWgfBTFu9R+z/oLYvqqJ1avXdJeU8jCrZET2WA32JqQ0AggggAACCCCAAAIIIIAAAggggEDhCRCsEqxGBcywdElCo6MVqsa+Za5gfVBrzC8TD7Zy4yNYLbwPAlqMAAIIIIAAAggggAACCCCAAAIIIBBMgGCVYDXYjPFRmmDVBxJFEEAAAQQQQAABBBBAAAEEEEAAAQQKWoBglWA19AlMsBo6KRUigAACCCCAAAIIIIAAAggggAACCOSZAMEqwWroU5JgNXRSKkQAAQQQQAABBBBAAAEEEEAAAQQQyDMBglWC1dCnJMFq6KRUiAACCCCAAAIIIIAAAggggAACCCCQZwIEq0UWrJ4+Zn5OpuCg3kfk5DpcBAEEEEAAAQQQQAABBBBAAAEEEEAAgboQIFgtsmB1+sKVtT7PWLFa68RcAAEEEEAAAQQQQAABBBBAAAEEEECgjgUIVglWQ5+CBKuhk1IhAggggAACCCCAAAIIIIAAAggggECeCRCsEqyGPiUJVkMnpUIEEEAAAQQQQAABBBBAAAEEEEAAgTwTIFglWA19ShKshk5KhQgggAACCCCAAAIIIIAAAggggAACeSZAsEqwGvqUJFgNnZQKEUAAAQQQQAABBBBAAAEEEEAAAQTyTIBglWA19ClJsBo6KRUigAACCCCAAAIIIIAAAggggAACCOSZQFEEq+07dtat0+areYuWcf55D92rl5Y+ZX7/4w3rNGrI7+LHjPIT7nlEs6ZM1LLnF5nf73lsH1127S1q3KSp+fUnH32gay/up83fbvIc0ohXCZcCEXme5VVr8vGItG17laYvXBnsvCxKE6xmgcYpCCCAAAIIIIAAAggggAACCCCAAAIFJVA0wWo8KF0aDUqNlxWgqlp65u9/VsXsqUnft4JVI1QdeuUNmnHXuHjQev3tD2rW1Ina+MFazwH3jEjzIljdoIqRgzVzva07R4/XkuE94t/Y8PgwDZy7Vl3OmqUZp3VI22+CVc8pQQEEEEAAAQQQQAABBBBAAAEEEEAAgQIXIFi95xEtf+EZ/c9Pumvs5edo8zeb4oGrEay+/mqlbp0+Xy8+u1AVD0WD16CvQgpW1w14Rtd0d/ZwuW7rN15rzxqvXsvGa2lPgtWgc4DyCCCAAAIIIIAAAggggAACCCCAAAL1S4BgNXbL/2/PGKxPP96gO8eNSApWjeEePGKMGbr6WZ3qNj0KP1i1ehVd1UqwWr8+BOgNAggggAACCCCAAAIIIIAAAggggEBwgaIJVu17rG7d8p2uHdbP1LK2CFj33tuu/2+U6Tfwkuhq1m836arxU1R2zEnasX2b7r11dHxrgEz0hRSsJrYC6Kwhk6dpQHt7zwhWg7/FOAMBBBBAAAEEEEAAAQQQQAABBBBAoD4KFE2wmmmPVXMv1aWLNGDQcB3Z4xhNuenqeMhqDLpzxWr7A1MfblX4wWpyD6L7qR6kifNHybbLKitW6+OnAH1CAAEEEEAAAQQQQAABBBBAAAEEEAgsQLAa2wrACFZb7dHG3E/1v6+8pB7HnCgjcLWvZF32fPTBV8UQrErRfVU1yr7nKitWA7/DOAEBBBBAAAEEEEAAAQQQQAABBBBAoF4KEKzaglVjhHv26qPLrr3FHGzrVn/j9v8jfvZLXXNxP3Of1aIIVjdWaGj5C+qVtB0AwWq9/BSgUwgggAACCCCAAAIIIIAAAggggAACgQWKJli177FqKFW+8LQee3BK/JZ/Y8Wq9brqhin6aY9jkvZQHXD+cPU//7J4GeP8O8eP8AVeCHusLp86TB+cnthTdfnUEzVm/QWac8cAdYj3kmDV14BTCAEEEEAAAQQQQAABBBBAAAEEEECg3gsURbAaeBQ9k9BgNXpW51IgIs+zAjdi2/YqTV+40v28FZN03KQliWMd7aFqdFuAZx1ndjlrlmaclohdrcPPvrJKg3ofEax9lEYAAQQQQAABBBBAAAEEEEAAAQQQQKCABAhW3QYr/Ewz85TIh2A1xElLsBoiJlUhgAACCCCAAAIIIIAAAggggAACCOSlAMEqwWroE5NgNXRSKkQAAQQQQAABBBBAAAEEEEAAAQQQyDMBglWC1dCnJMFq6KRUiAACCCCAAAIIIIAAAggggAACCCCQZwIEqwSroU9JgtXQSakQAQQQQAABBBBAAAEEEEAAAQQQQCDPBAhWiyxYPX3M/JxMQR5elRNmLoIAAggggAACCCCAAAIIIIAAAgggUEcCBKtFFqxOX7iy1qcaK1ZrnZgLIIAAAggggAACCCCAAAIIIIAAAgjUsQDBKsFq6FOQYDV0UipEAAEEEEAAAQQQQAABBBBAAAEEEMgzAYJVgtXQpyTBauikVIgAAggggAACCCCAAAIIIIAAAgggkGcCBKsEq6FPSYLV0EmpEAEEEEAAAQQQQAABBBBAAAEEEEAgzwQIVglWQ5+SBKuhk1IhAggggAACCCCAAAIIIIAAAggggECeCRCsEqyGPiUJVkMnpUIEEEAAAQQQQAABBBBAAAEEEEAAgTwTIFglWA19ShKshk5KhQgggAACCCCAAAIIIIAAAggggAACeSZAsEqwGhPYoIqRgzVzvQ3k6PFaMryH+Y0Njw/TwLlr4wdPGPWMrunuPpsJVvPsXU5zEEAAAQQQQAABBBBAAAEEEEAAAQRCFyBYJVhNClbXDXAJTDdWaOjd0tg7BqhDPGQ9SBPnj1I0dk1+EayG/j6lQgQQQAABBBBAAAEEEEAAAQQQQACBPBMgWCVY9Q5WnUZG0Fr+gnpNnqYB7QlW8+w9TXMQQAABBBBAAAEEEEAAAQQQQAABBHIgQLBKsJoUrCa2AuisIWmCU62YpOMmiRWrOXiDcgkEEEAAAQQQQAABBBBAAAEEEEAAgfwUIFglWHWdmdE9Vd1u94/uxbq05yzNOM3YGCD1xVYA+flmp1UIIIAAAggggAACCCCAAAIIIIAAAuEJFEWwOmDQcJ3S73xdO6yfNq5PPIDJYLzqhinq3PWHuvbiftr8zaaobCQBPOD84fpN//N1zcX9tPGDtbpq/BSVHXNS0gh8v/U7ndPnyLSjYqvOvYxLgYi9EWGMd0Tatr1K0xeu9Fnbct3Wb7zkeEjV8qknasz6CzQntt8qwapPToohgAACCCCAAAIIIIAAAggggAACCNQrgXodrLbao41unT5fVTt3qlnzFrrhqkFJwWr7jp1167T5+vabr1KC1VatXc79IDmUNWbCyPFTzAlxx/gR9StYddlH1U+oaiCwYrVefUbQGQQQQAABBBBAAAEEEEAAAQQQQAABF4F6Haxa/TUC1HF3zk4JVo3Vqo0aNdZ+7Q/Q2MvPcV2x2v5A27mOYNU6duNVg7TBJXS1rl8IK1aXTx2mD05PPIwqOUSN3v4/U5lXqlr9JVjlswYBBBBAAAEEEEAAAQQQQAABBBBAoL4LFG2w2rNXH53U9yw9vWCu+g28xAxW+5x+ro4+4dTo6tVvo9sCZApWjW0CDujUJeNqVaOOQghWow+kWpKY7x1tIarzmFXq6PFaMrxHynuEYLW+f2zQPwQQQAABBBBAAAEEEEAAAQQQQACBogxWjS0CJtzziObPuc+cAdkEq8ZWAUYdf3n4Pr20dFHGmVQQwWqI7wWC1RAxqQoBBBBAAAEEEEAAAQQQQAABBBBAIC8FijJYNbYAMF53jhshY+WqFay6Pbwq3YrVnsdGV7yOHXGO58ASrHoSUQABBBBAAAEEEEAAAQQQQAABBBBAAIGCEii6YNUYHeOBVc1btEwaqE8++iDxACtbEpouWL1q/BRtWLdGFQ9N9RxwglVPIgoggAACCCCAAAIIIIAAAggggAACCCBQUALOYHXVv5Z7tr9bjx6KVFdr1+4qRfoeVVqd6YyIZ6roeT3PAhGPXUzTPbzKqNi+YtXvHqvWNgDGVgLLns+8DYBxDU8ClwJeffJEcRaISNu2V2n6wpWBTw16AlsBBBWjPAIIIIAAAggggAACCCCAAAIIIIBAoQm4rVh9p/L5tN34ybEnqKQkUtzBaqYHWrnJ5VOwevqY+TmZo4N6H5GT63ARBBBAAAEEEEAAAQQQQAABBBBAAAEE6kIg3VYArz3395Tm/Kz36SopKSm8YDUwrGcSGqxGz+pYsRoMlNIIIIAAAggggAACCCCAAAIIIIAAAgjUsUCmPVaX//3heOuO/t35ikQiBKvZjBfBajZqnIMAAggggAACCCCAAAIIIIAAAggggED+Cng9vGrp3Ht1/NnDo6tUCVazG0iC1ezcOAsBBBBAAAEEEEAAAQQQQAABBBBAAIF8FfAKVo0w1cgFCVZrMIIEqzXA41QEEEAAAQQQQAABBBBAAAEEEEAAAQTyUIBg1W1QPJPQYCPpWR17rAYDpTQCCCCAAAIIIIAAAggggAACCCCAAAJ1LECwSrAa+hR89pVVGtT7iNDrpUIEEEAAAQQQQAABBBBAAAEEEEAAAQTyRYBglWA19LlIsBo6KRUigAACCCCAAAIIIIAAAggggAACCOSZAMEqwWpMYIMqRg7WzPU2kKPHa8nwHuY3Njw+TAPnro0dPE4T549S9Ejqi2A1z97lNAcBBBBAAAEEEEAAAQQQQAABBBBAIHSBehmstu/YWbdOm6/mLVrGwSpfeFp3jhuRBNizVx8NvfIGzbhrnJYtXZQ4FpHaH9hZE+55RLOmTNSy523HshiCfNpj9YRLH8miB/XjlOFn/aJ+dCTkXkyd+6+Qa6Q6BFIFunTZHxYEEEAAAQQQyFKgqsneWZ7JaQgggAACCCBQE4GG2z/PePo/V35Vk+oV6XtUaXWmGiKeqWKNrm+eHFHyRYxgNR6K2gNTv5eqx8Hqn5e861ehXpWb/bdXRLCaOqRGqDro9J/Vq7HO1BljHtDf3A63Yf5lVfPcXpSrIYAAAgggUGACn35u3Rnm3vAWjVsUWI9oLgL5K7Bl0yZ99/XX2r51S/42kpYhEBNo0qSpWrRrp5Z77olJHQls2ZH5s2LPPTvVqGUEqz74PLNllwLOsNjHZTIXiUjbtlfpjr+8VeOqCrGCZ5//PzNQa9GkpBCbH2qbq3ZXa/vOahmB1wm9jgy17nysrHnjiPZsXlKU/f1lz/+XMiS77j9IDS56v1aHqnWzEu3bOmr+XSRx50CtXpTKEUAAAQQQKGCBDz5ao2lX9XXtwbA7F6hV09YF3DuajkB+CXz49pv6w/BTdcB+e6tBgwbGSi1eCOSdgDEtjYWKn335na6/Y772K+2ad20slgZt3vZtxr+jiypYtVayfvX5p9p3/wN1141XaPjoW6O3+y9dJGNrgMuuvUWNmzTVayuWqVPpofGtACbN+KsOPuRH5rx5752VmnD1YN06fb5efHahKh6aan5/wPnDdfQJp+rSs36dNL88P6dzGKzeXqTB6j9iwWqzxjUMVjf8S70HvaT/HvxLLZv+C3UusE+SXburtaMqFqoe6zNU/fgVXTRVuv7mn+mAAutv8ya2ULXI+tv950ckjVbD2Z2lH54tvfWo9jtqsD755yxVDcq8Oiab4W7TokQd2jQwQ9UdjfkhMBtDzkEAAQQQKD6BNevfNX9oe/vjbSmdnzL3ae3RgpVKxTcr6HFtCax97T+6c+xZKmnQUE2bNFIJyWptUVNvTQRKStSgJKIGDUo06Mpp6vzj5J/valI15wYT+GbL1xn/jq63wapzj9V5D92rl5Y+Ze69+t8VL5n7rdq3DFj33tvmsSfnP2QGpVeNn6Kf9jhG9946OmmPVfveqx06HqwjexyjUUN/Z46KEb6+uvyFeNBqDVU+BauT5ruvWP3Vuffof/90edLscvuen+kX5LwgZe3XDtre516Irlht0shzNCR9penDZmvCe/YrHqo5z56s4z98WX0Gv6TXDv6lXpr2cx3kB8Rnmeduu1MDl0hnjL9Kd5Y5T7LatJfGzhqoi7NIOHdVS1WxUPXXbiHjx69oyNXL9bZ16QN76FEjTDW+P1UaG2qw+pUqrlskDT9HA35gXXCNbj3nKSV2NO6qWx/prRQKn55GqNo2tlK1MPrbTpfebvfw2dFYMXt/f3xk6l+6TVeMUcnbc/XTq2/Uv2+/3gxX//bl6ebZVVVV2rFzu7Zv36bt27aZfxpf9xsQ/Wzz+2rXskQd20VD1Qg/APploxwCCCCAAAJ6c82qjD+0tWnZzlPplSfm6Ge/GehZjgIIFLvAe/99Vbdd20/VkYiaNWuhhg39/IxYeGr1s1eFNw7ZtrgkUqKSkhI1atTADFYP/onPhVHZXrDIznvv1RU6+Mjuvnq96bsvizNYddtj1bn3qv1rQ7PfwEs09vJztPnbTSkPrzJWo/Y//zITfcf2bWbgaoSx4+6crRuvGmR+v3zsnbrhqkHm+faX5wdaDles3pYmWD3m3Hv0gi1YNb42Xvbv+ZlxQc8LWt5qg9t5zj7Y27skFqw28vxLc7VGnrhQFdpLY2YN1NAOkja8rFMGv6RDx12lOw6M/v9rnX+pF0MOVpdMulPnL5EGGNexpYnW96P9sbXLz4DEyuyulnbtiq5UPf6Y1NvDpTW67dxFUvnluib2eb18+tPSxSepx8crNORe6fqbusvgCOf1lSr+sFi67OxEsPrxCt3274N1zW/ampfY8MSjOvtfXfVoFtc1tnxo2yJ6K3pB9XdeO936p5PUIyCyvb/dfvLjlLPbzNQkR/YAACAASURBVO1ifs8IVXe3GqSSzbPNcNV4lV7zvnbu2q2dVbtVVRX989stOzT1wb/pzIHn+m7J3q0a6OC9G5rmTdt4//Dnu2IKIoAAAgggUAQC/7fqzfgPbcYKVfu2AMZWAF7B6psvLNSWzV8TrBbBXKGLNRcwgtVbr/m9+fNR42bN1ahhw5pXWsQ1NG3S0Nx2MN2fRUxTo643bBBRowZGsNpIF4wkWK0RpsvJRrD6/dZv9aOjjvOs2h6suv0dXW9XrIYZrBrKg0eMMUPXbzd9ZT4Ya/6c+8yVrCPHT0kahDvGj0gZlEILVq3Q0uhIkGA1m/OyOcdol9t5foLVBg08RmP5U+p4w9tS51/qhftsK1I3vKz7P/y5LjrgZZ16oRGsHqr+elvzYndS//iCQVrYPxoIGkGsWcaaCb1O1fpRpRmPvT9vjo558AvH3DlUDz59sqJv8690/yWzNXHtXhrzwEBdFCDhrK6Wdu+OhqrHuYaqkj5eoaGjvtT5bqGecexeqdcByzVtmdGWdho2yRaIyghJH9G0D/wes5ePdfnAHnrEGaBmalOGjz4jZGwXC1WLrb+df3R4Wpl2r41Rw3cq4itW9/3lBWrVc6x27tqlqp3V0XB1527tqKrSt1t26t5Z83XGoAs8/5IxCuy3RwMdsm8jc47tsfc+vs6hEAIIIIAAAggkBJa//nrWweq6V/9phqoEq8woBPwJGMHqzaN+p6pdu9W4SXM1bESw6k8utdRfKip07nnn6E8PP+L65/fbd2ZbddGf16hBAzVuFFHjRo00eOR0VqyGPCOsYHXb1m/10xNPy1g7werSxI3FmVasZtoKwLjl39g79dqL++nwI8s09MobNOOucWaw+stefXTGBeXmIDz24GS9ZLueNTL5FKwOve911wlzwZX36cG7LpHxp/1lfM/PKx/Os/rg1t7333zd3AqgpMRjNP71lDoZwar16nWq1l0dC0WN7xmh6UUv6XXtpT/cbwScqzWq90LN06GatfhkHWcdj523zghMZ3+hwwcN0sKy1dFz3Y71b6slt9+pwUul/uOu0qRfOHvxle6/dLZuWmtd18+oSNWSqmOhapfD0odu0lo9UP60PjzlTN1wvGMPr8/+rXE3v6IDBl+iCw+T9MY/NHDxnrpt1E+1n6T/PnKfHt8vdp7vY19r8aRnpPPPUO80Odwnzz2ma/6vS/w6fnq8b+sG6hoL+Aqtv0mOfjoryd7fgzOEqkZ1+8wr1YftTtUBXy7UPj0H6bNls3XgVWviq1SNlao7d+5KrFi9/1ENvPhSz5bsawtVW++1t2d5CiCAAAIIIIBAqsC/3ngjq2D183fe0JbvNhGsMqkQCCBgBKs3XX26tu/cpSZNmqtBw0YBzqaoXeBvf6nQueeeoz/96RHXP7d8T7Ca7Yxp1LBETRuXqEnjxrrwaoLVbB3TnWcPVr/f8o2OOv38tJcgWPUZrBoPrxowKHG7v/3hVa+/Wmk+qGq//Q/UF59+rJ07d+jPsybH91419lY1XtZeq87RyKdg9bIZ7sHquSPu05+mRENU4/+tl/U9P5M4m/OyOSddG+19cLb33dejwaqf19I77tKFzztL7qXrZpynC/Wy+g5dptc799TSqT9XJ32lB4Y/pJvXRo93fix6br+xV+o2Ixz911PqPOEd6dhT9YAWpj22dmQXWdeNn5vUhOTrXBhgxaqxivCHLreHp1h8+m9dN/FlWc+LP+aiSzXUyGKN78+WLr82GqQmf71WM4avUfepJyi6wYDx9ctqP+ZMnbJvpmNf68lbn5YGGeXcRsU4d7FktcHHwBm3oneO3YpeSP395B9/1hULvzJuytfVcUfvDtv72/Xw1Nv/3Wp45/V3VPbWyTp4lHH7fzRErTJXqRpbABhf7zL/f/N3OzV15kO6uPyqjA3Zp3UDle4Tvf2/FaGq96BRAgEEEEAAgTQCL2cRrG79aEM0UCVYZV4hEEjACFZHDDpem7ZsV8uWrdS4aZNA51M4IfCPpxbojLPO0mNz57r++eU3W+HKUqBpo0Zq3qKR2rZqpktHP8CK1Swd053mDFaNlau/Pif5uUPWuUUZrNbY2zMJTb5CuodWWaU8q8vhHqtXPPCGK88Zl/1Rj92bWJ1mfG287N/z4xr0vKDlrTa4nefsg729b/7nNTNYNfYa9f3a+LJON0JU64RjT9WaM76Mfu+gnvrHVGOrgK80a/hDuuX9vTQ6FqxelBLKSjqop0Z3WqZb0hwz6lp3510yzv39mCt1q8uKVft1BrfP3ItIROazLY3A6yc//YnvLscLvvasfjf9Cw0cd5ZO1QpdM0sa8Yfu2t8o8Inta+P/b3hZa5Ku0DZxXrpj+32thTctlgafpVPNtNb+ek9/HLZYH/z2bN12kr8n4LY1HprUNhrwFV5/Y303Lb9W/2knyGtbcnt/fYXIsUu89uqbOveU/4nf9m+uUo2tVDXDVTNk3aXNW3fq9rsn6/qJt6SdO/Zgt2U7VqoGf5NxBgIIIIAAAgmBV1ayYpX5gECuBIxg9bJBx+rzb7arVctW5h6WvLITeP6ZJzTgjDNV8difXf/87OvvsquYs9SsWRO1at5Ye7dpocuuI1gNe0qwYtUhGjEjpBBfAaoztgL4/XmXauzlZ6c8tMpqkWd1OQxWR812D1Z/N+yP+uu05Nt+3b7nRznIeUHK2q8dtL3//Xc0WN1elbkH6/76lJ7/xckaZAsu1/31YfV++AszHF18tTTqkmV6w/j/ydEVq7PLH9Kk9/fSqPvO00Hz7tKwF6TTr7tSN/08+Vov3J3+mFEy8/Hk69jb5+xRgxKpYUk0VP3ZL7IIVc0Kv9bjNz6qD069TCP2W6ErZ0ojr08Eq4mv39OUi95T2f0nKPV5epmOGfUvloacpdOSglXjnMXSpZdphM+mt2leovZtoqFq4fXXPnpG31/WgROcJskjbO/v4Uf6W6lq1fBK5X919smHm2Hqjl3WatXoytUd5jYA0f83g9W7btctd9zt+oZp17KBOrWLmhOq+vlUpAwCCCCAAAKZBbINVo1a2WOV2YVAMAEjWB028Ff6/OttatGilRo1aRysAkrHBV78x5PqN+AMza94zPXPT78iWM12urRo2kh7tGiqvdq20uV/IFjN1jHdeeyx6pCpi2C1Ves25vYAbdvtoz/eNtp1b9V8DFb/8PDKsOdjQdS34uX/msHqZ5t3Z2zvh3//k/r9+UudMrJcY35qFP1Kj17zsKauV/R7+7+iQVdWalXHMs2/7Wc6IH68nYbfda7OlvO4pI9e0aDH22r2aV85zrUdu7SLrGt3O/M8zf5t7EFY8dZa7Yhdx1w6mvpq2iii1k0jZuBl9Hf1pz73tPnPMxr+0c809eTYCtFPVmj4dav1q5vP0u+1QsOnSdfc0F3mDgTGMdvXL98/VY/sf0783Jfvf0a66EQZubLXsZd+OlxXHWH14z3decEiabj9e5mnV+tmJeY+o4XY3w1PzVXF/mcl+v+fZ3TiVOnGB6N2bi9nf//74fZA779/vrBCZ578k9gq1d3mdgA7du7W9IcXaseObdqxfZt27NiuTz/ZqJ1VO3T31HtT6m/booEOjK0ObtF2r0DXpzACCCCAAAIIuAuseHNlVnusWrW9+cJCHl7F5ELAp4ARrA4552h9/MVWNW/ZUk2aNPV5JsWcApVLn9Lv+5+hv8x7zPXPj77YDFqWAs2bNtKeLZtr371bqXwMwWqWjGlPs4LVHx0VfVx4phdbAXgJuR33XGIarFLP6nK4YnX8o28Ga3w9KV1Z+R8zaPzkm1365vtM4erX+uv4R/TAh/aOt9OFN52l3xkrKz9Zocv/8C+tPuAXemB8d7WXVd6ljL2KHn20+MKDE+e7HYvXZR3sqvGzTpQemKrxy50DET1mD+D2aFZiPp3dCBmNl9HfL7bs1nfbMofJ0ZrXaNJ5i/R0/DLtdPFtZ6v/DyR9vELD/ij9YWIsWHV+ra80b8wjmv5B7OSefbR0aJfYFxmOGfVcs1zvGCUP7KGHT/tS5015N2XGnTTico1yuTe+ZdMS7dWipHD7e6l0k9V/s9dddfPDJyllF4iYiFt/N2yq0qYtfsY3wfrkk8/rzFN+Ht9PdcbDC7VX29bq2vWH2rZjt5566q+6ftx1ru/8Ni1K1CG2Org5oWo9+XSkGwgggAAC+SDwb1uweugPkkOeYXcuUJuW7Tyb+coTc/Sz3wz0LEcBBIpdwAhWLzzzKH3w2bdq2rSFmjRhK4Bs58SKfz6r7kedoHR/Zlsv50mNGzdRu9bNdMAP2urqG2azx2rIk8IIVg8+MvW+W7fL2INVt7+j99yzU41aF+l7VGnGXSuNvR5r+1UXK1aD9MmTIIfB6k2PFWew+r//jAarxmvt51X6fPOuIEOY92Xt+10233Mvbf36i3h/N23dra07goVv+d7h5o1LZNwSb4TIxd7fj76p0jdbg43v3Ef/ru07tmv79u26+OJzdcftU82VqsbXN9z4B9fh36N5ifbfI3r7v2HOCwEEEEAAAQTCE/j3W4kVq85ap8x92lewGl5rqAmB+i1gBKsXDDhK7374uZo0baqGDRvWyw5HchHG1Eu5/OhUSUljtWzRTD8+ZD/94aZHCFbrcFjswarb39EEq26D45mEBhtRz+pyGKz+eUnqisBgvSnM0vZVnIXZA+9WG31sFgu8vv/6C/MEK0z2PrvwStDf3I+v3bzwZgwtRgABBBBAIH8FXvUIVvfec5/8bTwtQ6DABP7v+ac14PReatGiqRo0aKASlRRYD/w1t8QziPBXD6XqRsAI/Bs3babt23bqsSf+pQO7daubhnBVff71Z/HteghW/U6IkD+APKvLYbB6wqWP+FWoV+WattlL2zZFw8b6+jL6aH/R3/o10vkwvs421C9heoMAAggggEDdCfzfqszPQeiwj7E/Ey8EEAhDYNmieWrSrJ0aN2keRnXUgUCtCrRo1Vpt991Xe+7DXYO1Cp2h8g2ffZzx0qxYdePxTEKDDadndTkMVpsfd2ewxlMaAQQQQAABBBBAAAEEEEAAAQQQQAABBEIXyMkeq7fP/JsOPuRHZuMrX3had4y7XCNvuEdlx5yU1KGtW77TtcP6aeP6tSkdHTBouPqff1m8jjvHjVCrPdro1unztd/+B5rfn/fQvaqYPVVKk4ROmvHXpHbcOX6Eed6A8xN1LzfaF/u+vbzxfau8cc5tsbqMp3D/8bbRWvb8oqQ218a+sdu2V+mJZWtCnwRUiAACCCCAAAIIIIAAAggggAACtSswZcEq/f6Yrlr/ZVXtXojaEUAgZwK1Hqz+stfJarf3fvp7xSx1OPBgTZj6iGZNmaiXlj4V76QRQl51wxTzayMwdb7ad+yscXfO1g1XDTIPTbgnWse6995Wt8N/queemKeevfpo8IgxGnv5Odr4QWow2/PYPmq3z35aWPGg2h/YOV7H+vfe1vV3ztaNsbpvvOcRPXjPRPM6bfeOlu/QsbNunBL9/rKli8xQ9bOPNySC1hyuWL39L2/lbHKEeaFPv/pOnfZrre/r2UOYwjDCJgxF6kAAAQQQQAABBBBAAAEE8legbYsGmrnwNZ1/8uF6//PkYHX1+xv16edf6c21n+ZvB7JsWZcD9tKhnTuo/Q8K+1b4Fo0jatbYfRXf9zuqtWVHxufCZ6nHabUtEMa41nqwakdotceemnjPI5o/576kYLVDx4PjwWm61apH9jhGo4b8zqzOLYS1h69uwWpSO1q3MYNVox3Gtc26h0brHjk+GvBaq1aN/2+9RxvdOOVR/eXhP5phbvmYu3TjyPO1+ZtN0WpzGKzeMm9Vbc+rWqn/w0++1v90aqtvt/Fh4wTGplamHJUigAACCCCAAAIIIIAAAnkjsFfLEt1V8You/V13rf50Z1K7Xqx8VR32baOOOytr1N7GTZqpuv2vtfeeLWpUT8MGEX38xXeB6tn8/S7Xa76ycp22bNmmn3f/cY3aVFcnN24gtWleotfeXq/XVq3TO2s/0oeffGU254D92uqQzvvrx9066ceHdtSmrbu1w52hrpof6Lr7tPL/ILjPNu8OVHe+FQ5zXHMarBorVsfdNVs3XDlIGz54L+56xqDL1aFTF9fVqkYhZ5BqbAtgD1qNMknf89gU1Vixaq2APfOC6ApZK0g1tgWwB63GMWPF6vV3zNaNIwfJWIHb45jearf3vmrWvKU++egDjR7WX5u//TppntTWVgATH3s73+ajr/as+fAz/fzQ/fTllsJ+8/nqbMBC2AQEozgCCCCAAAIIIIAAAgggUGACRrB6y5wXdeVZPbXq4+Rg9Yln/6mbftNIu3ZsrVGvGjRurv/9sov226t1jepp0qhE6z/eVON6rEbMXfSKevf6ZY3aVBcnt2xSom1bv9Vzy17X/654Sxf/vkyHl/5AB+3f1mzO+x99pddXf6zpf6nUr7r/UMf3PFxNm7fWd9sLM/f4wR4lGjN5nvvqQdsATCzvp4+/Kcw+Gt0Ie1xzGqwae61++vEGc49V62VfxWrcZu/2yhSsGseMvVrfe2dlfEVruj1WrbqNvVONdhh7pjpXqLoFq0Z569Z/I8D97RkXRvdVtW8LcEPyFga1FayOn1uYweqqtR/p2CM66JMCfvPV1gc5NrUlS70IIIAAAggggAACCCCAQH4I7NWqRBMfeE6jBh6rlRt3JDXq8aee1z1nttSubZtr1NgGTVvpmY2d1CkW/D03b6qqq6N3je7evTvpv127dsn4z/i+8afxMv48e/hENWtcolXrvojXYxzLti7j3Onz/qlTex9To77l+uQmDSXt3KKnlqzQTw/dV6cc/SM1a9ZIqpZ2x27ELYlIDUoi2rJtp5544Q39++1PdfJx3aVGLbS9ALfRbd+mgcZNmacFd56blvu0kY9q/OW/18ZNhbk0N9O4xt4qigQc15wEq0Z4etv0+Vr77ltJoaoxUsYK0JP6nmXujWq8jL1SL7v2FjVu0lTWw6zOiK0qtfZfTbdite+ZF+reW0eb9Vh1fL/1O11zcT9z39VWraMPuzLaYT2IKlOwapV/31beuPb/+8Uxuia2dUD864ujWwlYr9oKVkfPeTPXnyehXO/NNRvU5+cdtf7LwnzzhYKQphJsalOXuhFAAAEEEEAAAQQQQACBuhcwbrO+6cHnNPqCX2vlhuQVq48/tUTTzm2hqu+/NBs644n3zEDUCD2Nlz0UdQtDjeNjB/dQw2bttGDtgTqk0z7mec/8eYqO+fUp8c7v3LnTDE+N/6qqqpL+NOp4/tknNPjq29WyaQO9+vbH8XqsusaMGaOvN32rjz/7UlPvnqRp06bFv37ogWnqXnZs/FpLnv67WZfx+uOfX9SpvXvV/SAEaEH7NiV68rl/qUv71jr2Z4dqpxGmRhqqQUSKGMlb7GWMU4MSKVJdpWcr39LajzbrN7/uoY2bCm9Fp9HncffMU8Wt52iry56xzRtHdMboRzV+eL+C7J8xZOnGdZ/WDZJmx5ebd/ke11oPVtPtq2q1eOQN92jDujWqmD017RR3BqnpHnQ1aeZf9eryF1TxUGpdRkhq7au67PnEyljnClUraJ1x1zhNuCe6r6p9JW1dB6t/eDhTsPpf3XH8DNnX/faZOE0jfxHg0yNtUaPup9Rxzh/Ur/3/b+88oKK6tj7+H2AoihUQaWIDsURjbLE8jRjFFnv/jKJGfSrBFkVQQWCEEDUCEon6FBI19ooYsWHsiBpFAdGAKNLsRkEQBt469zLjDDLDBeU582WftVzOnLvPPvv8zvWu5X/23afi/v5MvIdh3Zu8U6T7XU9VuYaKx135EcJ5CWdT+WhoJBEgAkSACBABIkAEiAARIAJEgAh8PAIsY9Vv0wm4OX+J62nK6YwHfz+ODRMNIX2VzgUYEpGJRYsWoagkNVIi8YXbIndIpUUolErhJ/HB/IV8UllhoRQBfj6QTG0LXWMr7EiyRWs7S+7a4a2r5cLq8d/3ywXa0tmqXXr04eyZGDrNbRVqGunibFya3I/Ml6KwGrjSH+vXr1cSVtt3fpuVejLqIOeLtaCtpzDAqZcw+JlR8JmdgSE7J6G1bMSVMDgHxHLfRD2mI2xWSb3WMvqzD/rBbcsDiGCNMUEecLJgo7IQtWgTMFv2XX0otY1EuHf/Hk5fuIw5E/vijVQEka4YYrEedETKAhyKiyEtkkIHRSjIf43QbcfQtVM72DawxfPX2nXGjHUdHXiv2YHVC0Yi/Skv/mdnZ6GprSVe5hXBqq4YLv47IJk7Fg+eaZ9wrGpf9cV6aGAihsu8JSiGCD+tkiDtGf/Dg5B9rXJhldVPZTVLF0wb9s6dK6QMABvEslinzF4iz2plAunGIAmMqhsjMe4y2IFX7PAqWb+icCqbtKxX/Nm1bo79Mdl1CTxLMmZ9grdgU7AEVg3eHmqlWLKVzeMTxNvEXTkP/9BdOHPs4DtiblVlrE5fG6fmCRCHn4dEwnqtOway52hsOEYvB9z2O+MzYY8w4b4r6C/xTirG9rLHtfvKrzy866Yq11DBoN/LvNQ61PgSzua9AqLBRIAIEAEiQASIABEgAkSACBABIvCRCLSwFGP5ppOYOepfOHsrRymK2NgYJWE1+EA63N3dIS3JWJX48sJqoUxY9fV+K6xKixCw3Bv+/27/jrB6aPMqODoN4uY6GrkXnl5eyM9/g9zXefyf3DyEhqxGt559ORuZGFqWsMp8eXp6yoXUVQESbNy4UbCw+lm7juWQf4Sz/itxGBawTjOH49qxcOBGxGPPzGMw95qDbua8TfaAAAxvXVb/BCAyGz3cHWGafRJro8wxc0JLPD4WiD/M52C4XKlVH4pdfX0cOHoe3dpYw8q8LnLe6EJsaMAJq0zrYRqR7LVxVhuAZfu+KShADXEhkpLTcTExA8P6dsedrPL0j490M6qYlq17xYZ98J09Arcz8zmrlITLGO7UFX+m5cPewgCeQbvx3dShWrc2tpay9lXfyAB6enpwsDDEt/OXcIfTh6yS4FZ6nuB9rXJhlWWkshqoiu38qSNcSQD5YVbzJ3HiqLrGMkVHObtwJjvDQ7gMV8WyAYr9ZdVYnb+Mr8VaOg5WEoCJrkq+w9dwtVc7l7K/cOoIV0KAzTvLjS9XwGq7upUqA8DmqCphdWaoemF17eBI2IS64yvuB6o4rB18FZ0OOKMdt3D2fT1OsPgcp2H3bPZUyUbEPF+El5wlZue8FN8PNS/BpGjfHo4nM2ETOhlY6Yu0sSGY2YEXb0dss8SaH/uA+yFIRUu4k4oxjvaISyvvwcLmrOgaVK1NIX5YYSLHhV9v2fGXxYePB47AyXvtStZZll3pGGS8ZHvxIdho1kOXoiECRIAIEAEiQASIABEgAkSACBABYQQcLMTwC4vG9BFdcSZRuZbq5cuxCHMWQ/r8L87Zqojn8uxS9l3x9f+ySgGwvlXTW0C3dlNsuNYArZryGavRuwLRq+9g7nPUoT3wWrYM58+dkwdsVt8GPwWvQo8vB3B9LKv1/2b/ALNaYkRfuSf3I/O1bNkywcKqzBcbu3HvWbT9rL0wUIjHXpd4tAwZhWZsxI2dWHKtJSRft+TGPzkejJ0Yixnm0WX0t4b5FaCH2xcwyT6F0KNmmNHnEf93yXghQTABMXjjPsyd8AXAMlR1DdCmSR1O6dERiRREVdZVjCKmshYVISH1GXJevcTaHafhOuWtOClkTk2wYeteuWE/ls8diTtZvLB6+fRhuE0dgRNJubCrb4DFgbvx3TeD5cKrJsQtNIbS+9qqkRl0xSwDmd/XmfOXsO3khNWK7GuVC6tCFlgVIqSQeYXaKGasljmmDIOqWFNefiFc16kXVkO+ioTNOncMtgQy9/hjxpl2CA3kRc/LgS642CUELh2zcWDOJmAhb/e2xSHkq6v4PMIZ7JHH7LfbLMXK4ebApXAM8c3EpHXu6HjBHzPSBmD/nNbcHKswmbdR024k8RmrNx+UL6xWZg0sVgmmcTHJ2jvx/2bJsQDjUhK/ok3ZfBiT9Uh1LuGghqMqXsqM34UknI3QO5bsiAARIAJEgAgQASJABIgAESACRECTCNjXF2N52ClMHdYZfyT8rRTa1StXsG7QNeTd3c/1h8YPhruHB/fqP2u+Pt5YuMiDKwPA+vx8l2HeQg/uGvsesHwZfHvHwrDREATdGgS7hnzaU/yREPTuP5T7fPjATnj7+CAvTyFj9XUeQgJXyLNamfjaZ4o/GpsbISomRe5H5svHx0curLI5f/nlF5UZqzJfbGzE8Uv4tK3Q92gTsN81Hi2CR8KeCaknQrAHozGtlxnP7OYueF1rCVeLkyr7gw5kQYT6cFo6Ggg7BdOFvC+hrZmFIRavCMNP7iORX1gMA0NDNLOpjW8XeHKviotkJ1jpcJ+406zWrPDBrfvPUCzNh3vgfni4TsDpWO06I6d1E1OEbo9G4OIJSMnmhVVWGpMJq2eTc9HY3ABuK3dh8tDPEZf8WChOjbHr3qGlfF/fFInQvKEpXBd6cQeQVWRfkzLzlNZEwqqALdYkYXXuf9QLq2v6r0dUyZpEX05DxDyZ0BgHxWvMxMkrBN92AhATjoHel7lRIlhhygZ3DLFi9pGw4T6zKwrfcRTzA4D5wW1wyXUT4CazUQ3zeiIvrCZklC+sVnwNpWMtFa+g+FXxKYvDW8ZvOarhVU5NWuFsBNysZEIEiAARIAJEgAgQASJABIgAESACGkegqTkrBfAHpgzuiFPxz5Xiu3btOjYM/wuvU3Zx/SF/9oG7x2JOSGXN13sZFrov5uqp8sKqF+a5LeauccKqxAv+A+Nh1Hgkgm46ollj/j+hf0YEwmkgf9B2xN5t8JUsx8UL5+Vz161nxR1C9WW/IVwfE1+/mrESTeob4fD5v+R+ZL4kEolcSPXzWYotW7aoFFZlvtjYfVEX0bq1wPfwcQsH58bDYfVwUwGb6QAAC7ZJREFUTgx9ejIUezASUx1N+bhv7oF3XEt8Wz+6zH6vcXwBAdbY2LP1ZqDbw1AER2RDBHP0cZ+BzvzZXipbM0sjLF31K8Y4tYdUVx+16tRC3/a2mLvIi51cxWU1cuUASjxwGcPfe3HMpHm5iIi+igUzx6G1hY76iTTsajUjMVwC9mKpyyg8eVWA3PwiHDl8CAu+GY7kJwUwMRbD1X87dkhGIPe18gFsGraUMsOJyyyS72uxWB+Duzvgu8Xe0NXRq9C+JmW8VvJPwqqA3dckYXXBphtqIr6OwL6RaLDRA8OssrHXxQf3x/+EOdzhVYrXFFxcDEe/LRbYGOIESyWb0valfW8ExrfD6S3AQm6s+vZnQirG9LJHUmZ5wmol1lDm2ioavwo+7/h+X7t3OQlnI+BmJRMiQASIABEgAkSACBABIkAEiAAR0DgCjc1YxuofcP6qPaJvPFWKL+7GTWwYcRtv0vk0qR/PduJKATDBjrXSpQBk3xWvrRyVBn0rJ4QmOsGhRFg9t/sH9B88ivNxYPdWSJb74XVevry+6uu8PASt+l4uvh7atx2jZgfBxkQfx2Lvyv2w8cyXLB5VcNt93kN+KXL/Ds4Xa9sjz6FVS/5V/vJbEiK+S4DDyqGwY8bx++B7owWWjuEKA+Bp9HrswzBMqXem7P6eJQLso7PYeMIMU8YAEasfoevcbqgr7+N9qWoOVtWw9tcItGthBdO6dVCtVk30aW8LPV1dLruRKars7X/2kdXBLSwqQkFBAY7HpCAr+wlib6Tg3xOH4FZ6bvnL1SALtu7VYYfQs4Mdxg/sgBc5Uly+nohunzWHgaEuthyKRXTsHcydNFDr1sYwl97XAd0cIDYQy/fVZf5SbjcmjxuOTz9tLXhfSVgVcBNrkrDqHq5eWP2xTyQabPLACGsAD6LgMjkTXx91RidkY/csH5zq4YmQUQqv7V8MR+8zbXFsQRuAffbMwHRufCl7pWtA+k4/7LhniRTbfsr+VPC8woTVnva4k12+sFrhNahYW8yKWdhsW7JeFv9mC4T/5AT22x27dg4dFOJXwQfXoRSPKo6l+0vxUnebCWcj4GYlEyJABIgAESACRIAIEAEiQASIABHQOAINTcWQhJ3GhAFtceK68mvU8Ym3sHF0Cgoe8fVPA47YYZHHErmQ6evthQXuSyAtlHJZrP5cxiovAjEBNkDiiaDJORCbdcWmO/1g37A+d+3YZgkGDh3Dfd63czP8/L/HpZiLcja1TCwQuNIP/QaN5PpYVutEt7WoX1uM09fS5H4UfTFxVfansJA/OV32N4tF1mS+2Pdf9p1Gcwf1YubbDUtCpFsSmgUMQlPW+eg8wlc+Rjfu+xPEBO8Hxk5BJ6jo5yoGMLtzMHFlY5IQGfwEnV27oC7zFW0C51HqY2lubYzD0bEw1i9GCztLGBnXQu06NWBczRD6enpITrzBlQMoKgakxcUoKChEXl4+iqSFSMnKx+O/8zByYE8kPnilcfehuoDYulkLDI+EU+dm+GZoJ+S+KUI1fR38Z18Moi4kYY4zX49X29bGYi5rX+vUrYGH95NhVkOM8N/2cJnIE8cNx6OXBdy+1jCxgjT/NS5d/0vlvpKwKuA21yRhdelm9cLqil6RaPiLB0YyYRVA+g4/jI9uhy0/O8HqQRRmTDyIRO6V/w7wP+GMz3EdK3qtRyTrc+qA/lEZb8cr2pe+diEcPZdkYKbCXOpQxt5Mxeie9kh5VL6wWvE1sJkV1zEN0QvbKPfBSjnWsuJXyUeZKROs3+XIC9ny/tK81MARzkbAzUomRIAIEAEiQASIABEgAkSACBABIqBxBBqYiOG76QzG922D49ceKsWXePsOwsY/gPT5Na7fZ1cduC9e+rYUwDJPLHBfyouYTFj18cR8d0/OlhNWfT0R6moI3dqfYmtyH9jb8sLq/g1eGDR8HPd597ZwuSAqy4aVZb4OGDKas2FZrTO9NsDEWBcX4tPlfhR9CRVWZb7Y2J93RKOZHSeTCmi3cdjjNpr5DUQTmXXiIfhvTuC+WfT9Bs7d6/JXVPQn7/4BSS0Xon9z3uzZ6TD8fOQRRDCD49xJ6FhSrlVVMOa1DfD0yWPs+f0MZo37AqamdVCjhjGqVzOEga4Ol7UqKi5GYTHwprAQr17nI/dlLl48f4E1W0+iW6c2aNK4EbKf83VKtam1sKnBhRv062GwjE6XUV0QsvM8Lt9IxpjBvblrCWnKh69py/pU7SsTzBuZGmHWvMWcsPr12OEwb9gMLwXuKwmrAu4ATRJWvbeqE1YFLOYDmTzY7oex0e2wbZ0TSjRctZ4vxqVijKM9Uh+XJ6x+oAC1yA2x0aLNolCJABEgAkSACBABIkAEiAARIAKVIGBVl2WsnsWY3q1w7GqWkofbyXeVhFWv7TXfKQWgWA6ACaOy7FDZ53VzqqkVVtmE5YmiVSmsNm3csBLUPt6Qlg1q4lD0JVibGqP/F61Qo0Z1VDc0gL6eDneCvA6Kwc4Wyy+UcuUVcnJycfBkHFIynqNP93a491j7apDKaLO1sxa8+QgG92iOA38kwvXrvlxf/H3lg9c+3g5VbmZV+1qvpj5ExSKcj73KlXpo4tBC8L6SsCpgLzRJWJVsuykg4qo0ycL2qT4Ivm0N1y0eGGMjbK4L11Mx2tEO959o78NF2EorbkVsKs6MRhABIkAEiAARIAJEgAgQASJABLSJgGVtPfiGn8UoxxY4eiVDKfTk1DSET3qIopw777Uknep22HO3N5o24E9n2hrsrlSntXStVpkoqyjSfucfjppGOrialCX38z6+2NjAzcfR2FZIStZ7Lf+DDjY21EMtI+Dk+Th0+MQagxw/gUnN6hDr6UAXIq6+amFRMXeg2JMXOdh7PA4xN9PQ5bNmkOpUw6u8wg8az//aWUvbWtyUa7Ycxbfj+3Cf4++9+F+H8cHnq4p9JWFVwDZpkrDqv+NjC6sCgJVhEnPjHoZ1b4r0ZySslsZDbCp3T9EoIkAEiAARIAJEgAgQASJABIiAthAwr6UHSdg5jOjpgCOxD5TCTk3LwK/T/0ZxXtp7LUdkaIPIVEc0si45wKmS3qobiHAz+dF7+5FNH7ApCrbWFpWM5uMNM6tlCLGoEFcTUpBwNxPThnVCW3tLNLaqy70ynvzgCa7eSsfaXefQqok12jjYokjHAE9faa/uIVIQwFo1rCOHfzP1mfwzO7hLm9uH3lcSVgXcDZokrAbs1E5hlT1s+nW0Rfbf2v2rjYDbpcImxKbCyGgAESACRIAIEAEiQASIABEgAkRAqwiY1dTD8vDzGNbDDr/H3FeK/X7GI2yemQMUKNderfACxfVw/IEjGliU1CCtsAN+gKFYhNv3n7y3H9n0kvW/w8ainMKmlYy1qocZG+mhYf2aSHnwEKnpj3A//TGyHz/npjWrUwMNrEzRyLoeGlmb4V7WK+TkS6s6JPL/AQh8yH0lYVXAhmiSsLpil3YKqwkpD9H1Ews8y6GHTOlbjtgI+EdIJkSACBABIkAEiAARIAJEgAgQAS0mYGKsB79fz2PIv5rg8MV7Sit5+SoHnVvbYvwnx99vhXp1cCrLCZZm/GvclW36ekBq5ov39sPmP3wmHqnpj2FoaFjZcDRinIVJNZjVNuJjUczYFAGPX+Qj4/ErjYiTgqgYgQ+xrySsCmCuScKq92/aKazez3qGNk1MSVgt434jNgL+EZIJESACRIAIEAEiQASIABEgAkRAiwmY19TDqt8uYFCXRoi8cFdpJQWFhdxJ89lP31+cY5pfuRqGAI4fyo9JrWow1NdHkba/Py6AGZn8MwmQsCpg38t9KJVhIPogjzKF4ERAXn4hXNdrp7D67MUrNLaoiWe5RQKI/7NMiM0/a79ptUSACBABIkAEiAARIAJEgAj88wjY1NXF+r0x+Lq3PS7cTP/nAaAVE4H/pwRIWBWwsZokrEac+0tAxGRCBIgAESACRIAIEAEiQASIABEgAkSACBABIkAEiEBVEvgvubomio/mQksAAAAASUVORK5CYII="/>
          <p:cNvSpPr>
            <a:spLocks noChangeAspect="1" noChangeArrowheads="1"/>
          </p:cNvSpPr>
          <p:nvPr/>
        </p:nvSpPr>
        <p:spPr bwMode="auto">
          <a:xfrm>
            <a:off x="130175" y="-2651125"/>
            <a:ext cx="10839450" cy="60102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data:image/png;base64,iVBORw0KGgoAAAANSUhEUgAABVYAAAMACAYAAADPPjzCAAAAAXNSR0IArs4c6QAAIABJREFUeF7snQd8G0Xah//qzd1OsR3HTu8V0iC9ACEhpNBrgKN/Bxy9E/rR7gIc5eDg4Dh6gOSoIQFCekhPINWxneYSN7mr6/vNrFZerVXWtuzYzrv8TCzt7uzMM7OS9eidd1RzJ/TxIsymUoXbG519KkT5Iq1dXJDrtUSbbHYXnrp+QnSgUylEgAgQASJABIgAESACRIAIEAEiQASIABEgAkTgJBKoW2Y9iVdv2qVN5yf4T1SRWI0MMaKnJbEaGSIdQQSIABEgAkSACBABIkAEiAARIAJEgAgQASJABCQESKxGYTi0RHRnFKpVb58jFUZiNRIh2k8EiAARIAJEgAgQASJABIgAESACRIAIEAEiQAQCCJBYjcKAILGqAKIKoFQACjjRIUSACBABIkAEiAARIAJEgAgQASJABIgAESAC7YIAidUodBOJVQUQoyBWSyrsOFTiwglbIuo0iVCbk6HWxYDl0fW466CylUHrtCJZV47u8R6kJuqhUav5ftqIABEgAkSACBABIkAEiAARIAJEgAgQASJABIiASOCS5zaGhfHJfWMjwiKxGhFR5ANOmlj1LdvlRf36XaogFjGiV2zjqQB25lXjQF06DGlj0T2rFzJSk9Ep0QKzSQedVs2XDnO4PKizOVFircGxwjIcPXIEtoJt6KbOw6BUwKTXQq2OSCJyZ9MRRIAIEAEiQASIABEgAkSACBABIkAEiAARIAIdmgCTriRWgVaJVmxRseoFRHHq9QIerxf8X4/wrEqlhkarg8lsRnlZCWJM+gYDO6JObKNiNbugGtsqeqPrkJkYPjATfTKSkJJogVaj9reRK2WvF1Kh7HJ7UF5Rh+yjpdi1/yjy961Bb9Uu9OmsgUGvgZpCWDv0ix81jggQASJABIgAESACRIAIEAEiQASIABEgAqEIKIlUPRlidexXX/Eqb5w3L6DqoZ5vag+bzk/wn6qaO6FPfbhmkBJbw6E1V6xKxSlrQih5ajCZERsbj8TkTujUJRWpaRlIy8hCarfu/PdLzh2DWHPHEKsr9jhRlzkfE8eOwMj+qYi1GOF0ueFyeTgfZpWFjhe7X7DDrL+ZONVq1dBpNaipc2Dn/nys37If7ryvMTKlGEmxxgA529SBSOcRASJABIgAEWhLBH7YWoj3VuYFVGnh9Cycc1rXqFaTzRJ58Yv9mDU6FcN61P9RJr+I0uPE895ensN/vf7snlGtb7jC2DW3Z1vx3LVDEGvStch1d+Za8exn+/xlTxve2d9G1mdHS2ojtllaxgMX9efcWd1/2nEioM7SslukMW2wUCnDYJyiUWXGesPeUiy6fCC6d7I0KLKqzon73t2NEb0T/H3ZGmOruW0TXzOSYvSK74FgrzNmgyYkm+bWUfr6kJFijvrrWbTqR+UQASJABIhA+yLQVsUqoyiXqNGWquwa7VKsBpenXng8POCS2UDodHroDWbExsnlaSZSu2VyeZqU0jnkaD1rdI92L1ZtDhe+z05ExrgrMH1MH2R0TYDd4eRS1ev1wsNYhVXpglwVflRcrhoMOhQWV2LlxoPI2fYdRph+R2qSEXqtplUimtvXywvVlggQASJABNorAbmkO1Jcg0Uf7sHt5/cJK0Ab214lwlQq/UQRGO46TIj9dqAsomBsbF1P9vGM1bKNx3H+2HTotWqIAm7O2DS/IGL9xrZwAjwYH7mIDlb2yW5/a1w/mJxmbEb3TYrauBfHc6gvKlgdNu0vQ1qysd2MYfb68MIX+3HPgn5+WczG2be/FeDuBf34eA22Kf0yINp9z/qAxGq0qVJ5RIAIEIFTl0C4aFRx38mIWBV7RJSp4mN5BGtze65diVWn2x0gTzVaPYzG0PL0jusWYMXmwGgTpcDau1hlUvWb3K4YMuUqnDWuN4x6HWptDni9Hng9XngYiCB5ZaV8/NHDLHKVRbCqVTxdgsmgg8vj4XJ114YfMVi1ARkpJuh1JFeVji86jggQASJABNo2gVCCidU6mlGgkcQqkzP//C4Hj142EE98tAc3ntszYmTra19nY8H49KDRgG2beuNrx/ppW3a5X14xIfr8kv2494J+IaNmlYhVVhN52Y2vXfs7o7XEan6pDUXltgaRneL94HR7251YffV/h/DoZQP8447Eavsb/1RjIkAEiAARaBqBti5WWataIlJVpNWuxGplrR3Tz53vm7YfOfJ0xqisU1asfrk3DoOnX4+zx/Xm0ak2h1PIJevLJyt4VX8OgOB3D4tUZXtYyKq3PnJVrVbz/Ko6rRYrNhzA7vXfYIhmM9JSLDDoNE27E+ksIkAEiAARIAJtiEAowSSP8pJP5Q02fTzcMXKxKj4+VlIXIJ3ECMpIYlUuDYOlBJALQ2n9pNOQxbpMHJKCj345ynuHTfPPKazxT8eXHh8sCk5J22eM6IIV24uwK68CjZ0GHUxeRYpabYxYlacWCMVKHLry9kojjMOxaIl+YukYItVXGg09NCsegzPjUVRhC/jyoCUiVrvEG/H74YoGKTDE/pTXQ8nYYqwHZMTx1BryMStnwfpLfq9KUx/Ix2G4vgu2j5UvTS0RKq1EuIhVtu9/G/P9rwPi/dgpwRCQ/kKasiTUeJO3hyJW29CbDVWFCBABItABCLR1sUoRq5JBxsRqYyJQT1WxunKvE4njbsecSQM5vZqyMhS88Rwcq9+Fxq2BmrlPDYtABVRa34/KDd35N8B8zm3QGmOhVstX4arPu8oiWdUaFQx6HU8P8M2qP3B08ycYFnsYXZLMlHO1A7wwUhOIABEgAqc6AbnwECNHpflDlYqPcHJELlaZ8Ci22htMH1YqVuVSUS4e5deTS1ZpO9mXpUxSaTQqXDopg0fAyqc87z1aCYtRw/fJZU0kPmJd2AKbYr7NUO0PNR6DCclIqRCUiNVgU7vDsRLFnbSvWRk1NjeXfZFYRLufGK9I9ZWzFsWiXAK2hFhlX1CwTRptzB6LY4j9LpXakcaWyLpXakyDMSuyCHcfhhvXkfqOlc/Oj3bEqnh/jOydyFNbBPtCJNx4k7KVv36RWD3V3+Go/USACJxKBJTkP20uj7YsVinHqqx3Saz6gKgAm92Fp66f0GD85xTWYm/8ZbjkvAmIMetRXWtDwavPo/T9v8Oi1sFoB7QxHuhiAX28F7pEFfRJblgyvKixelDe5xroz10EvV7P86qG2tg+jVoFs8kAh9ONr1ZsBfb+G4O7upAYa+SLXtFGBIgAESACRKC9EpBHobF2SKPBmOh84qO9+POcXgFT7qWChZ0T6RhRXrLFq1he1GBSlZWjVKzKJZi8npHqJxWvYvSfKHZCCSSxj6WyRgkfse1Ky5ePJbnwEvezNn6x9jhuPa930NyWocSqNMKQRW9Kc2MGa4+UVc+uFr7gUrCIYiUs5GOluf2kpL7BxmYwUd1SYvXMgckB94e0zev2lIYUq+HuBbmMFO+dSPdhebWjgRhVei6T6s0Rq/JF8qRjTyz3rvl98dKXB/yvN+EYROp7cbE2yrHaXt+dqN5EgAgQgcYRaCtiVWmt65ZZlR4a8bhQ0/+jnRag3aUCoIhVNjU/uFj1eL1YcjAdMy+8AX0zk1FeWQuX2428CyfCcPwIYl0quLvbodYDKgOgMgEaI6AxAVkjNFDHeJGzRgfn/TthibFAq9XxNAJ8QTCWOoBlDmCPeXJWFZenGo0a8bEm5B0vw4oflyOr6hv0SouD2dAyqwFHvHPoACJABIgAESACUSAgj1iVT8MNFsEqFzHl1U6eH1Ua5So/pmuiiUfYsZySwXJOik1RIlZZHYPlV5UKT2m7pFOf5cik06qZ9GUyhm0iBzZtX76QlvQ6SviIbZeWHyxSNFh3hlslPlKe1UgRq8FYR2LF6hisr9nzSljII36b20+R6psYowsqEpuSY1XkVVbt4F2VFKNvMOalfSgdJ6HGprweSsaWdHxKx5QS/uJYlI9rJeeKkdzRjlgVmYnpGqSRxKHqJY63Zz/bF/RVULxnKWI1Cm8SVAQRIAJEgAj4CURT3kZTrLZWF5FYDUG6PS5e9fuRWlT1+zNmTR6Mmlo77CyvqtuL4nkDkFxjhyPBhbK/r4Ver4NWq/VHpLLo07TvRqBbTzUKdxpw/NINiE9IhMFg8ElVr5Cf1QsweevxePi/XK6qVdBrtYiLMeLH9XtR8ttbGJRUhS5JFh7RShsRIAJEgAgQgfZIIJhgkko/JdJUyTFSsXr4RI1/SrycmRKxys4JFl0oTjO/bU4fvPK/g/68luHkTChJJdaLsVj04R4YdRq/RFMiv6TRdE0Rq8HyTMpZNTVilZUjLkwmZxOJVSTRFUmwMzkXzX5qan2bIlYbe39Lx4kYkfngxf3x3oo8/6JrrS1WGX+2ycc1yyespO+aE7Eqz+Mr5ylGzy+cnsVTAojytLEiX1ouidXGjlo6nggQASJABFqLAInVKJD2r0QfpCxKBeCDEiJi9cv9yZh24f+hW+dYlFcI0apsq7x0MDo7nKiLd6DixY2Ii42D0WDgYpXP2FepYPygB9LT1CjcZ0DBFeuRkJgEo1EQq2LUKvuXCVW32wOX2wu3x8MXtdJoNDxqtai0EqtWfIuuZd+hf2YSLEaKWo3CLUFFEAEiQASIwEkgEEqsilFpbOrwC1/sxz0L+oVMBaDkGGkqgIIyGz5bczSoXG2MWJVP8RVl5txxaVi6Id+/cnmk6FB5PlZ5N8inXcuFWSQ+0raLEbGR6hRsqrq8XtHIsSpvW6R6hdsfap9cxkWzn5pa39ZMBcAkocg5NcmEgrI6f/qFcGI1XNuCjVml/MVxJO37gd1jI97nzU0FEE6simPkurOz8No32f7Xm6aMNxKrJ+GNhC5JBIgAESACjSZAYrXRyBqeQGJVAcQgYrW00oFN2rmYe84k1NkdqLM54fV6eERp7VVDkaq1odrsRvWzW5CUmAizxSyIVcGrwvVKV3TtrEFxjhYnrt2EraUafFmnQVW1UJ/CE2rU5ZfiwfFmTBuQCI9XxaNYuVyFCnq9FjFmA1au3YW67a9hcJoWnRPNlGtVQXfSIUSACBABItD2CERKBcBqLJ+OHiy/Y6Rjgi0mJV2QRiSjVKyGkoqsHvmlNozpl+SPegvVhmUbj+P8sen80ixNgXxaNXueidBgC29JpW5j287Kba4wYmXIF/BSIl5DLYL18rKDAQtrbc+2BqzSLrLSa9UNxoN08apILMQ6RqufIvWtWF9pTt/WXrxKGn3Jpq5LIzLDidVgbZMvXiUds0ruVdb2cONa3u/svoiUGzhS1LA4VkOJ1UiLV8nHVKTxJh+rlGO17b3vUI2IABEgAkQAILEahVFAYlUBxCBidUuuHYZRd+L0Qd1Raq2By+XmwlSrVaP2mqHIiLehyuBG1aNbuVg1mX1iVQUuP6ue6oxOCWpUFltQfvNanPtBDRbOTkXOwRLojWoUVwIGoxu/73Pii6uSoTPo4YEaLpeHC1YmcBPjLdi1/xhy176HnobDyEqNh16rUdAgOoQIEAEiQASIQNsiEGzxKvlq6aIYkS4+I5VDYovkZUmPCRZhJ+ZUlC+WFWpxJCm5UAslMckjlYTSc8Tric+J9QsV/cdSANTahVkx0rYEm17c2LZHEqvSa0vbILKKlF+VnRMpx6pYrth+9lhcyCoUK/Ec6X6zQRMQfRyOhXh+tPopWH3k/SXNl8v2sfHNZJtc9LXU4lWiWA3WZ5HEKqtvMNbB0ksouQ/FFADBxrWS+zxYKgAp32CvHcHKFevKxrN8MTvxy5U5Y9P8X46EG2/hxiqlAmhb7zdUGyJABIgAEagnQGI1CqOBxKoCiEHE6nf7TThtzp1ITbbwRas8LFpVpYJOq0HtDUPQM7UOpV4Pqu/fhsTERFgsZqjVarA0qCxytXrlUzDsWozynn+C+ow78dUfTny2rRLnDdDh/EE6qFVqLD4Shw17ivHR2QaYLbFQqXVwutxwe7y8DJZn9URpFbas+grJ5aswICsJMSa9ggbRIUSACBABIkAEiEC0CESaCh+t67TFciJFq7I6n8p8mtJn0RarTakDnUMEiAARIAJEgAicGgRIrEahnyOJ1cZeIlx5DcqSrbUUa24oBSMuxxTkgEbVQUkDg4jVpTnpmLHgBpj0GlTV2HguVC1bWEqnQfWf+qNfPydOOD2ovmM7EhOTeCoAJlWZfGVS1O1yoqa2Fg67AwajAXq9AXa7DXa7nS90pdUZ8PRuJ3YfLMSrE02IiYmHWqODw+XmUassPNZs1MNmd2L96pXQZH+Mob07ITnOpKRFdAwRIAJEgAgQASIQRQJKcpFG8XJtoqhgeXGDVUyc8s72SaOC20Qj2lAliFMb6gyqChEgAkSACBABItAuCKjmTujDlnoPufGFjlp4iyRWV2zOU1yDGaOy0JjjpQWfNboH2pNY/bpgOKadOw8GnRo2h5NPz2f9xcRp3QOT0DfrOIyxKlgT3PC6AK8TcDsA1cg7oB93Hyy7PgD+dS+sF70C9bgF+OqgDc+srcZd0yy4MN2AH/c6sdNlx/78ajw5TAVLTDw0Oj2PVmVpVtm1DHotz7m6fu161Gx/Haf17crzrNJGBIgAESACRIAIEAEiQASIABEgAkSACBABIkAEOjIBEquS3m1vYvXHiknoN2w0dBpmv72wO1x+2an5/q9IL/gUmf2d0KV74akGXDVAtdWA6lo7vLccQfy93WEfBThWApp38jHklSMYMTAZOw7XYPOViTjvjSO4eEFPbNh/DA/0VsNgioHLq4HN7oLb7YFepxUiXz0eHDt8CAW/PIdR/buia7KlI98z1DYiQASIABEgAkSACBABIkAEiAARIAJEgAgQASIAEqvtWKz+ap+G1B5DUVRSAZNBB6NBixizHjFmA0zOcri+fgienA1I7uaFm0WrulSAxoy4URdBM/l+OH/5EO4PnkTMtDHwXvUf/HTIif/7zwn8ZboO14xLwYe/OfHh5kL8abQOE3qaoTNa4HABVbUOLmfrbE7U2p3olBiDGms+cr5/EqMHpCI1OYZuLSJABIgAESACRIAIEAEiQASIABEgAkSACBABItChCZBYbWdi9frzhvlrnBczE1mDz0BhcQWMei1MRh1fOCrGYoDFpINO44XX7YBK5YVWpYZWq4FarYJGo4bJaOJ5VVk+VZZXVafTw2Qywel0wmG3Q6fX8zyrNbV1qK6uhVelgVelRZ3dg6oaO6rrHKi1ObhcTUmwwHoiD5s/fwxDenVC5wRKBdChXzWocUSACBABIkAEiAARIAJEgAgQASJABIgAESACFLEqHQPtIRXAXe9n+6u8a83XGDRwAA7nl8Kg0/CFpFi0apzFgNgYA8xGHbT536Fbxd8BqACtCi5jJqriFkCVfh7M1g/h/eMt2LvcCE/vy7AhbxmW7fgHJva4FrOGX4Zlvz+HTQc2wmCpgqY6DbOH/wVxhixU17l4xGoNF6sudEmyoKSoAL8fOorhYyajc1p3urWIABEgAkSACBABIkAEiAARIAJEgAgQASJABIhAhyZAEauS7m13YnXdtxg+ZBCO5pdCo1bDbNIhlonVGAPiY02Isxhh+XUcTGOuhNqUDGhjAW0yXLteR0mPN5Gw5Rxohl0K3cZ/oXjyejzwv7Nx3tk2/LLaiYdmrMeiby7CrEmdUVVVi/JKO/bmOnHV8LdgcwI1Nhdq6hxwON1I7RSL3EP7kZ1fgWGjJiKlS3rIm6a6zo5SazXqau3QadU8J6xXsnwa/9Xrhf8pL8seK/yITwr7vP7zGu4TLs8W2Qo8RyxHUr6vptI6RLrj9VoNEmJNSEmywKjXRTqc9hMBIkAEiAARIAJEgAgQASJABIgAESACRIAIdEACJFbbsVjdt+1XDOzVHaXl1Vxwxlj0XKzGxxqRGGfmkav6n0bDPPYywK2C69hm3toy9ZmwpV6E2JKlMOX/G1WJF8De/WqszlmKrUWvYGDCZTh7wJ/wY+4/sCf/F/RNT4DTBWz4owy3jnsPHuhhc3h51CoToymJFmzZ+hsq7HoMHnkGElO6BL1VaursyKuqwow+cegSo4dWE/6OUiI7JU62QWGRzg95brhCAdicHhw+YcPGA+XondEJZpO+A740UJOIABEgAkSACBABIkAEiAARIAJEgAgQASJABMIRILHajsVqcX4e4lWV0BnMKC6v5hGqsRY9EuLMSIw1CQta/TgYprEXw3V8Pw7EPwOdTsdzp7J8qkajkedYdToc0BsM/DHLr2qz2WAwGPhPXV0dnv31bCRoErH/eC1uO+NfUGlMsLm8qKy2Iy7GCItRjWXf/oDk9H7oM2gkYuISgkhOL44UlKHv4HgMidFCrVJwY0rMaATX6S8s4DilJ8mqEknIssNZ9Q+csGFXbi0y05KgYoaZNiJABIgAESACRIAIEAEiQASIABEgAkSACBCBU4ZAuxCr08+dj9S0DKRlZCK1Wyb/PSmlc9BOmjEqCys25zWpA9tbKgCXy4nju1dj2NCBOHy8DCaDlovOhDgTj1w1GrSw/NAPxtNmwZl/EHnpbyMuLo4LVCZXkfc+LKVLUZFwHpB5FVYf+hg/7/8vJvS8GNP7X8UXsPJ6PLj7yzEwueJwpMyJOye8A43ewsVqda2DpwEoKsrH9z9vxODTxiOz1wDoDcYA/l5mKr1e7Nh/HNPP7oZeUEGjjtxFYb2oAmmq4JDIlZAcIS2PadRiuwdLVh1Hn9QYxMYnNqosOpgIEAEiQASIABEgAkSACBABIkAEiAARIAInk0ChtRp5hVa4nFrUVpahhKV7NOlhsmjRPzMVCbG0OHmk/mnzYtXpdsPj8eXhZCvaa/UwGs2IjYtHYnIndOqSGiBd77huwSkjVpmwzNmzCeMG90CptQa1NicS40xcrrKFq9hiVrHfZsIweDI8pcdwuNcnSExMgtks3BjOTTfAdPqdUG2+B8X9/oOX1k/H2P6DsHr7UTw0YynMFgt0Wh1u/u9wqKvNXCTeNeFd6I0xXKyyvK6dk8z4dvlKlNaqMGTkmejUtRtU6kBryuSsx+vBzgOFmDqzG/p6AKc7UHsGlaDy3KthRrM0J6t4WGPEqpIoVenlWRNLAHzz03H0TjUhNi6xQbsj3Xy0nwgQASJABIgAESACRIAIEAEiQASIABEgAieDwI68QhwvdGD2qHgMz4pHvEGoRYUd2JFXgc9/3Yt+WWkY0pMWKA/XP21erNZLMt+SRT5b5mELHHm9AdJVp9NDbwgtXcNFurLrtLeIVVbnmqoKuEv2YGD/fjhaUMbzfcaY9LCY9Hwxq7ilSdB26Qmtx47cIasaiFXL0NOBlc/gyOkb8Nq22RjRozeqamqx63AhnE4vXC4vrAUq2Go9qNOp8Og5/4HBEAM3NOiaEgNreRne/+xb9Bo4Er0HDIclNr7BeGNi1e12YVf2CZ9Y9cLh9h0Wxn42XGIq8JxI4rTBoliNeKVqULbsCa1GhaMqYOXK4+jZxYC4+CSoNRGSxjbi+nQoESACRIAIEAEiQASIABEgAkSACBABIkAEWoIAk6pJXgfOn9gdO/YBq/YxmSpcaXgWMLl/BbKy4vHBit3Qa00YPbh3S1SjQ5TZbsRqONqigBNFmiBdAY9H2KNSqaHR6mAwmREbK490zUJqt+486vWSc8cg1txwIaKI2TODHKDiWTijuKkAm92Fu97PDijU43bjaPYOTBjWHQ4nUFZRy/OssmhVCxOrX8RDEx+POnUCYr1V0OgN8JqS4FGZoBl6EaD1wLvhLRwe+jPe2DEHA9OzUFFpR7nVicoqB6pqnDh+vBY1NS7EdDXj7sn/gkZnQafkeHRKMOOt9z9FtduAQSPGoUt6JjQabYNGszoysbr7UDGmzeyG3m4mViNpUV+UcgiEkcQnO016TLCI1mBFh65V4B6dRoVstQprVhxHz856xCYkBW17FEcAFUUEiAARIAJEgAgQASJABIgAESACRIAIEIFmEWDT/7fuK8PDF3bH0o3Aez8ACycDcyeDR60ergAWf8IEawUmj43HI//ZiOmn9UX3zknNum60Tn7/6WtCFnX1Q/9u0mWkZUrLCPW89CIdQqw2oCZ1miy9p0+xcdkaQrqazGaUl5XwaE/5FlGRnkSxyupqq6tByaHNOP+s8ThSUAq7w4lYi4G3Jea7TMDrgt6ohdpggcoYD21KNyAmEUjoD+jdqF77BUqG/YA1uR9jdc5XsDtcsDs8cLu8cLJcqnVeGLVazB49Ef3MC5GQlIgBvdLwy5oN+P7X7eg/ZBR69B0MkyU26CJOTKyyfLC/55TUi1WXklQA9cdE0rDBpvKHW8gqUnnyMcCPl5xk0Knwh0aFTT8eR49OOi5WtVpdk25gOokIEAEiQASIABEgAkSACBABIkAEiAARIAKtQWDjvmMY1ycWsMVjEReowN9vBJZtAhetc8cCk4cDcxdV4I65rEZWbMouw1ljRrRG9UJeI5xQzeo/nJ83acHtTa7jr1+8zM/N27cDTK6y6ykpt+OL1XBIfaJMOuU82OrubV2ssqn25aVFiHcXYNIZI5F9+ARvNc+1WvM19OvvgLu2FoAWapUDXksi3C49NFobXJZUWA0LoB98LWJiYuB0ulBbWwu3W5ir7/YwuermsrXW5oJWp0f/3unIzy/Eq//+Euk9+qPvoJFITO4Scio8i1Z1u1x+sdrL7YFDKlZD5lI9iIfO34Ber1+Fa9JFsXkQD8/dgF7/uArXdAuMSpV3db1sDZlUoP6URuRzZScZdSrs1GqwdfkxLlZj4hKg0/sSkjT6Nj6IN27cj9H/nI3TGn2u0hPYNdah2+MLcV5Xpee0xHGsHsvwi7/oFFzZonU6We0+WdcVwco5A73mXotnZ7bmN4wnm0Fjx29DZhhzPj67tk+EgtpyOxu2acrNd+Nm4W+ORmyt8RrViOooPHTruy/it5Gy9u74Bhd9nYKXH0nG0hZ/3VVYUTqMCBA6Hn4HAAAgAElEQVQBIkAEiAARIAJEgAi0IoElK7Lx9LW9sXgpsGojkNCVTf0H3lsFWG0VmNsf+Pvt8Zj3eAUSjHlYfNMwXLP4E9x+2UXwqhSsRN5CbRHFZ7DimVBl+5sjVlm5UrmqRKqyc05tsaqws9u6WGXNYBGhRcdy0C/FgxHDBqDgRAVPRqDXqeB22uFw2MAELJONojxW+RrGIi1NJpNvUSuWV5UtGCYcy/51uNyoszu5ZO2cFIfS0jIs/teniEtOR9/Bp6FzakZYqSgVq9NndkNPtwd2Z+SYUa9XlKhXcokqbNk+sXolFrLnZMUETP+PcImwu4PslD5l0quwQ6vBNp9YZbll9QajwhElP6w1pEVbkT+yejDJ8QZwX4tJ5ZPV7pN1XXFsnezrs3q0hTo05paU17cMXz/5Lj5IjyRX23I7W/t+awzvVjiWvb5s6xcgx4PK1laoCl2CCBABIkAEiAARIAJEgAi0FQJvLNuNT+8agnmPA3lWNg1aqBn7leVWXXxTPF+8auH9OwAjkPvxJJx+2WK89PhtJ1msvo9JC65ugPHXL4TnoyFWpXKV/a5E1JJYVTCy24NYZc1w2G0oPJqNXslunDlqGCprbHC7PdCoARVPgeCBmi1nz/PO8v/zf9lzGo0GarWGS1e2KBj7YZsgVgXJyhbGyj6Uhzc/+AqWhC58sarUbj2gN5qCpgAQ0TLpy9IBsFQATKz2cHngcHr47nBy0+vNxsPzNqD3P67EQhaxyjfhuV7ic95sPDL/G3zF9yXj7levxNX8WPb8BmAisHR1KQZffiVuPPoB/rwawMRZ2Hm7mHg5G48t+BZL2Sns+duE5yNpX5NejZ16Dbb9IESsmmPiYDCaFIymYIdIxapPhMxNwQdL9/GDpZGGBd+/h9uXlgDoL5GRkqg0f4SdUA7GAL8cB3odK8Eh36VbP3JR2ma5hBLbfgbymcQ6JhwbWMf69vWaOx7dl+6TRN4Ga3u467F9PmEWcC1wiXbsPF90mz+qbSxSuSAUo2ylEbbB2sKigs/Escfqo3JPDu9wsi98e4Qx098X0ecbQ5tKeJ9cUPAuntsE1EdyhmLAIqOl+4IxF6Jng4/pJt5KzTotGLNIbSgNiMAW+loYS8HHcrMq2ISTQ91vYnS8/P5JDnEfsOhOacR7w/uOCcslqWJUdBChKxOcTWhME06Rf2kV5LXWHzHfXtrUBAx0ChEgAkSACBABIkAEiAARkBD462e78cODQzDlAcBqZUK1gsvV4f2Br+6Lx7JfK3DHmztgtVmRwMXq+Vysvvj4bcDJjFj99n1MmhVErPqe/zXE/sZ2PitH3IJdT14eiVUFhNuLWGUylMnVE/mHYXadwLxzJnCD6nK6mEOFWsVEqiBTRanKd/BNUIni9HkmYdkzQoQroFWr8eOq9fjfig1I7pLBc6qyxaqMJktYqcrKbChW3f6IVXnuUml3eHEQj8z71idNpXuYQL2CC9RfF7+MN7tfiY/mJwG/fY+hnyTj65dGIxPZeHTBtzhw+ZX4eGw2Lv3zBvS973YsSv8Nl91WipuXzMQEAGteeRkrx92Ox0eV4j93fw/ceTmuTAsyKGSm1WRQY7dei60tIlaX4RdRkAZEdMolgVDP+ggsJq/+B1wvSq1lOOKf/t1WouoC68Gl2hYm8ZjAFLfAdkqFjSDh4E8fELzt0v6L1O76a6WxsgvO5NFt7DqvYA6fOh8gjBoIV7lsEh9Huq6CF55mHSKVp0JB4hTw8O2Rjxnf4xEH8MBja9GdTSPvuhEPPFaCC3iUsVKxKu8TMfVF8DHdrKY3+eRgfSYIYb9wDzpGI0nslk7zEa7B4e+3YPfP6dvr74P6scIEcv1Yj3QednyDB74uAU4Pcg81uX+admJAhGpABGsgm/bUpqaRoLOIABEgAkSACBABIkAEiIBAYPHSPXj/zwOx6L0KnlMVNharCtwxNwG3XxyPxHk7ffGrVkzun4D37h+Oi+/9Cvffs/CkItz50/sYNq2hWGXPi1uw/Y2ptLQspWWSWFVAuL2IVdYUJledDjvKSgphPb4f40f0wuABvbkk9biFKNGGclUUqpLForxevzA9fDQfX377M3Lzy5DWvRe69+yPlM5pESNVRbRSsTpjZjdkOplYFeoi3wIXnGJRpxvRyydRhWOz8aj/Ocl+LkOZTN2Inq9ejqvT2O+b0OuVy3FVWjYeu6Dh71emZmPRhd9hmaQS5993GxadHqFeAMx6NXYbJGLVEguDyaxgNAU7JFIUlSg0gk1NDiXQwgmvJlYzKqfJ6yuJvOUSWYjSBcTI0EjiTpqvtV4e1lc1hPQKdi1sxANvA7c90hdbAgS1UnkqvVZbEKvBcupG4qmkreHaGWZf0P5VOt0+KoMvQiEKxKqiMQowsdhwLLdGG+TXkN1vATljQ7x2MHEe9j4Ic55PuOPd95A/sj/Wfy2/n04CA4lMDUwDIB+rQV5LJF8itKk2nQSMdEkiQASIABEgAkSACBCBjkNg1bZ9mDIslUer3rHYCvYfi1idPDyBR60u/iTPL1sX3zEcWQnAx+s24NLzLoRXpVEEItxCU2xhqKZsO9dJ7U1gCcPOPL8pRQacs/On+vKHTTsf8sehLkBiVQH69iRWxeYwmVlZXoqi43nQOkoxYmAPLliNBr2CFoMvXnUgOw9rNm3HHwePISYhBWkZPdG1WxbiEpL5IlbBFvoKVng4seoXqUFzmkokqj+KNBuPLPDJVi5Phd+v8onVx5hYfcUnVkWZmpqNxy7chJ4vC5J1UZDfA6JUI+UBEMWqsbXFqkBXiNpM8aUCCCXw2rJYDSL8QkaCNkYEBht9QfiEvJYv4vc8UQiJaQCUyEZ2bRKrIRkUigsGBWMqH9OKXqJa4KAgY6VQEp2rdIyGjWpugWqHLVLaJnn0bajXjkj3QYTzrj8Tx94uxVz+BcV6pF2fgiVc1Eqj0luTgxjJL9ZLrIeS+1V+bltpU2vyo2sRASJABIgAESACRIAIdDQCx0srsGP3EfzfhUOw9IfDWMREKoBFl2Th9oszkThTEIx3XJKFhXOz8NSrv+KMcUPQI7OHYhQtLUEVV0ThgdL6SiVtqOelxZJYVQC5PYpV1iy2WJXNVouK8hIUFxyDreoEOsUZkJHaCZ1TEhETY4FBr+ME2AJT1dW1KCmzIu9oAQ4dKUB5lQ1xiSk8OrVT125ISOrEp/6rNcq+oRDRet1OXv6uQ6U8x2qWww2bU0g10GATcxHw5AS+qFMegSpG1QrRp4I8BVa/8greyLgCH81LAjb/gOGfJuN/L4xCd4gy9TJclXZIkKmLL8OVaYfw+EXi7+X44J7/YvmZV+CDuYmBVQkjV9kui0GN3406ngqgZyctzDGx0BstCkZTsEOURqyK50qn/AuyZP3p8hXf26FYFXMw8mi/Et90f1n7wu0LSj+EWA16LUHwLS1IwZHUM3gaALaFnjovE1UBdWurEavh2qNUYoeRdaEYMLEagrnQbdIx3cTbqNmnBWu/JDWCdBp5uL4OeVyzK9iEAmRtkopiX67hhq8dvvQi6C+5Dxr2ebDzeAqNLfCnAAh2PzWhEc0+RV4vocD23aZmQ6ECiAARIAJEgAgQASJABE5pAr/uPAS4tFh4TiZWbTyMpRut2LFPSAkwvH8C5o5N4BGs/1iyFia9CVOnTD2leYVrPIlVBUOjvYpVsWlMatptdaipqkCltRSV1jLUVlfy51xOB9weNz9Uo9ZAo9NBrzciJjYesQlJiItPAlvx3mi2+Be3UoAs4BCPy8EXwdp1qATTuFh1cbHKNolH9Z9T7zTZwlL1ElU4IBuP8khUJkzZ40N47AJxOn8y/vJy/fNSmbrIL1OlYhVA/mZcecdG7OFl98XfPz2L516NtJkNGi5WhcWrtLDExEFvbOlUAJIpuNIpvVyWrPUtTiVOrW8o9pggZAsPnZzFlESi4SJsfVNxx/THlE0l9QtUSdsXbl/Agl7S60mm+HJuqF9wSF5egDALVoZ08SrZlG9ZWSeXdzixK53KrWQxLvlCVLKypdPeAxiEmGrd4Bix31nf9Il067Xg/hBT3IcHGQdh+1qyoJV8fLVg7YMX3XAcBOQ1DvraIY5r8csNVnIwQSt/zam/H8R8vmJKBP/jVm+/74K8nftwhn+hqg7QppPFkq5LBIgAESACRIAIEAEi0CEI2F0ebNy5D8ePlWHW+AyeSzU+Pp63raKigkvWzzfuRZIZmDppBqBuXIBdh4CksBEkVhWAau9iVWwii2Bl0/LZAlcsD6s4RZ/lZWUbm9rPolE1Gi10egP0BiN0bMq/Wq2AUuhDpKkApjKxahfEaqiFqwKDRb18Xa1ws/NDluM7qeG5YZ5RkAZAiFjV4A+TIFazWMSqJZZH89LWsgSCL3YVvWu2dPnRqymVRASIABEgAkSACBABIkAEiAARIAJEoHkEjp8oxubf/8CW/SWwFRxDSnICvCYjenQ1YsywYeiR0Z2kagTEJFYVjMGOIlYVNLVFDpGK1Skzu6GH3YU6hxAlK9/kEazhcrCycyXLbfmLkpYRPodrmObKKiL3rRajlsRqi4yWhoUKOWVLfDtkEaNRq4NvEaVjLVV+1CpKBREBIkAEiAARIAJEgAgQASJABIgAEYg+Aa+4yLgXULhIVfQr0f5KJLGqoM9IrCqAFOYQuVhlEat19nqxGiAtgy5iFczAClo1WIBpULEaaGF5gcGDUyXPBv+VnxvDxKqZIlabNzLobCJABIgAESACRIAIEAEiQASIABEgAkSACLRfAiRWFfQdiVUFkBSK1cksFYDNKUSshhGXYnGNijj15QSQCtNQaQJCilWZbQ2VGSDGqMEes15IBZAiLF5FqQCaN07obCJABIgAESACRIAIEAEiQASIABEgAkSACLQnAiRWFfQWiVUFkCKIVbfTjQMF5ZgwpSsybIGpAIItYCUtLphcDRltKsvHGimVQCTBGiobK0sFkG3SYfe6InQyeBETF0ditXnDhM4mAkSACBABIkAEiAARIAJEgAgQASJABIhAuyJAYlVBd5FYVQApzCEOhx0FJdWITTNgcDcz4m1OOFyCsvRP5leSAkBJhKssr0C4NANh16mKELlq1KlRYtbh8AkbCvYUontaZx61ShsRIAJEgAgQASJABIgAESACRIAIEAEiQASIwKlBgMSqgn5ua2LV4XShpLwGpZW1cDqDLwKloFmtdogpRousPvHom2KAyeGCS5JfVZCrQTYFElU8KzDiVbKclcJp/T7D669EWOEqOUpr0MJq1CKvoA45e4oAGFqNKV2ICBABIkAEiAARIAJEgAgQASJABIgAESACRKB1CXROjEGn5BgYdFp+4TYvVitsXtS4TVDpzTCbLTAajTAYDPxHr9fzH51OB41Gw3/UanW9+vJ64fF44Ha74XK54HQ64XA4YLfb/T82mw11dbXwOmsRo7EjwdxQo7YlsXrLP/9AUVk1+nXRIi1RD4O+vr2tO5ToakSACBABIkAEiAARIAJNIVBd52rKaXQOESACRIAIEAEiQASIwEkmUFbtxob9leiZkYwYs7Fti9VjVjecmji/TGUSVS5V2XNarZb/MKnKflQqFbxeL/+Ri1UmV5lYlQtW9hyTrCbUoFuSYJ3FrS2J1Yue24y+ndVI72SEm7fxJI8oujwRIAJEgAgQASJABIhAowg42SKetBEBIkAEiAARIAJEgAi0OwImgxbFFQ7syLMjMz2p7YrVshoXimqFqFQmTVlUqvgv+118LEaqitGqTKqKmyhWRbkqRq6K0atMskp/xOdTY1xIjq2Xq21JrE69/xfMG9cJKjaB3uuFtbIKNbV17W4gUoXbJgGL2YTEuIa5YstpnLXNDqNatRoBujdaDTVdiAi0GQIted+7PPTNeJvp6ChUxGw0Ij624d9PFVVVqLXZonAFKoIItCwBGsMty7cjlE5jpCP0IrWBEQg1lhtDR6fXQKNW4fP1xRjeJ63titW9+XZ4tSY+vV+MSBV/l8pUUaiKkapysSqXq9IIViZSRdkqla5aODAw3ejn2pbE6pT7V+GC8SnwOD0or6hEbV0dendPhU4TsZaNGSd07ClKYG9uPswmExLj4/wEaJydooOBmh1AgO4NGhBE4NQj0JL3vZvEaocaUHty8mEyMbla//dTRVUl6ups6JWRCoOO/k7vUB3eARtDY7gDdmqUm0RjJMpAqbiTRiDYWG5sZQw6NdQ6Db7eVIqebTlidUteHQwGoz93KpOroYSqKFW7d++OIUOGoFOnTjwlQEVFBQ4cOIDff/+d51hlUlUavSqVqux38cdut2FM75g2K1YXjO8Ej8ON44VFXKrqtSpU1NKUssbeDHR8cALHi4rQOyMVdQ4PP0B8TOOMRsypToDujVN9BFD7T0UCLXXfO5zCeyxtHYdAYfEJ9OqWihrfIq3iYyZVy6opp27H6emO2xIawx23b6PVMhoj0SJJ5ZxsAvKx3Nj66JlY1WvwzaZSZKXGt92I1c25dTwNgHyqvxihKo1UnTRpEhYuXIg+ffoE5VFWVobPP/8cH3/8Mc+jygSqXLBKH7P8q2P7tF2xOn98J7jtLi5WB/VMh7WW/lhr7I1Ax4cmIB9XNM5otBABgQDdGzQSiMCpR6Cl7nuni8RqRxtNBSdO8L/Ly6qdvGnyxx2tvdSejkeAxnDH69Not4jGSLSJUnkni0Bz36P1WjVUBi2+21SKzC6xbVes/pZTy/OoimKVRaDKparZbMajjz6KadOmKeqP3Nxc3HPPPcjJyWkQvSoVqyzv6ri+9XmSIk7eCXKAChHPUlRn/0EqwGZ3gaUCmHdmiiBWC4owqHc6rDUkVhsHk44OR0A+rmic0XghAj6xKnvNpXuDRgYR6PgEWuo90emiHKsdbfQUFJ3A4N7pKK3yiVXZ447WXmpPxyNAY7jj9Wm0W0RjJNpEqbyTRUA+lhtbD51WDY1Bg283lSGzaxsWqxuzq/1iVSpVxd9NJhNef/11jBgxIiQDll9VvlmtVh7dKperolhl/zKxeka/+hxJERVpK4vVuUys2ljEaiEG9+qG8iiK1dpaG44VFIOJYaNBENsJCTEwGvQ8vQJtHZ+AfFy1xDjr+BSphR2RAN0bHbFXqU1EIDyBlrrvnW4Sqx1t7BUUFWFw724SsRr4uKO1l9rT8QjQGO54fRrtFtEYiTZRKu9kEZCP5cbWg61xpDGyiNU2LlbXH6gMEKtM6kkF6xNPPIF58+YFtF8qUuW/s8fiwlZ5eXm48MILUVtbGxC5KuZgZWJ1/IAEf9ltTaye34JiNSf3ODolxyMroytv/9If1iO1cxIyMrpAp9W0uFwtPHIUxwuP4LTRZ/LrG7RqeOtKsHLtVkycMqOx452ObwKBlvoQ2YSq0ClEoE0RoHujTXUHVYYItAqBlrrvXZQKoFX6rzUvwqYVDu4liViVPW7NutC1iEBTCNAYbgq16J6z6K8v4qG7bvfP1JWXfu8jT+LpR+8PuZ8df9Md9+PVF54MeczCm+7E268+F7aMUK2iMRLd/o5Waa+/vwIJ8Qm4aPYI3q/SBd2jdY2OVo58LDe2fVoesarFD5vL0L0tpwJYt78CbMEqebQqe3zaaafhww8/5G1nwjSYRBWfF/9l0lQ8ng20t99+G6+99po/36ooVdm/bKGrCQMT/WzbmlidcwaLWHXiWGEhhvbO8OdyijQYrNYqVFfXCYexRrFgCbFxvt8Lisowc+oorPvtD5wotWLCmMHYvGM/0rqmCOeJUcCqQComkwEJ8TH8Jm7OjVxZVYX1v67A+MlnIybGghizHltWb4TDaMDQwYMiNZH2R4GAfFw1dpxFoQpUBBFokwTo3miT3dJqlerZxYK3v9+PaSO7tdo16UInn0BL3fcuilg9+Z0b5RrknyjC0F7dUOJLBSB/HM3L5eQe5n+S+/+MV7HPQ8LjXo9fh4OpsfzDdcCmN8Jx6RO+p4SIafEzFP/XF0Tt9f3Cn/L93T9kUP9oVr/JZYVrt78tvGH+/wmfFcVWy573MwjT9n69e0Cr00UluESsP6ug8BnV91nW/9gLr0fcJ/zr8X3WFZ/3P5Y9L7QzsFx2nbGjRiiuf1PG8A8r14TsT/HjpvQA6XNTJ4xWXLcmD5ogJzanztMmjW2SkFRa/yeeexF33nID9HoDnnpxMR65904sevZFLHrgbjzy1PM8KIyNBY/XI4wP9rtvzPB9fEx5+Lj5+zOP4Pb7Hsfrf38GN91+P958+a+87tfdcjdefWERv4beYFBaNX5cU8ZIoy5ABzeaQHlFDV5//xeUWp2494bxSE5O4AGKtIUn0Nz3aK1GzSNWl3OxGtN2c6yu2VvuF6titKr4L0sBMH36dE5KeAFhLyiB/4rPyZ9nC1MxYcuiUlluVraYlVSqimJ10uBkf0+0NbF6HhOrdU4cKyjE0D7Kxerx4ycQH2dBQpzF37aSskrU1tn8j8us1Zhy5jB89f06Hrk6sG8mNmzZA7PJiKQEYUEvJlGTE+tTJTAZ6/Z4kJQUD71OkOHN2ZZ/+zPSsrpi2OCB0Gs8ePy5xbjqkguRmp7RnGLpXIUE5OOqseNM4WXoMCLQ7gjQvdHuuiyqFe7V1YK3viOxGlWo7aCwlrrvXR5KBdAOur9RVcwvLMLQPhKxKnvcqMIiHMwE3XmThghH+QQd/1wEYP+00ejerXODEn74fQ1mbygTPj/5hh87XuXx4qUP1uGOK4TZYmyXKFrZ72/+dwnmzJ4dzeo3uaxw7X7m7dV44E8ThSAQnycWRCPw3LtrcO814/nzjW37+HFjERMT22gBFayRuZJ+485a5cWyVbswZ+Iw/rs0i50gXlVclortEf71PRZduE8cL1m5BfOnnc57UCznnU+/xmkjhiuuf1PG8PKVa/CXq2f5ZTarsxjA8/F3a3HxueK4YhWub88jL72N2TNnKK5bkwdNkBObU+e5582EyWxpMXH15F9fxJ9vvBZGkwkajRZud+BaKo89/SL+csu10Gq0XEoH2x5Y9Dweu//PMBpNvBzpxsq88c/34W/PPsz3sWMaszVljLDyh2TGR7zM7sMVEY+hAxoS+PbHrbB5EnEwtxh9MjU4d8pA3q/NCXZrDc45uflY/uvvYH7utEFpGDN6CPd0rN47d2dj/dYcvm/aGX3Rv3/PqEfiysdyo9rsBbQaFbQmHZZvLkVGW45YXb2nzP9tkChUGWS2YNW2bdv4i5nb7Q6QouwNqLq6Gnv37uWdkJGRgc6dO/Pf2T4mU9mPXq/n5dx1111YvXp1gzJYxOrkIb4ITUlQZ0jYrZxjdTYTq7UsYrUAw/p09+dyijQY8gtOIDO9M2ptdp5DlW1bdh7AnLPHhTy1zmZHZXUtPG4Pl6dMouYdK8Lo4f0CzrFW1iA21gKjwQCtVvYNeaSKyfZn79jBc+BOPWcyyqxWLH7zPfz5xuuVi9XtP2HSy9n+UvtdeBHemlUfgdywOjl4buFWZD17IS5ObWRlO+Dh8nHV2HHWAZFQk4gAJ0D3xqk9EHqlWvD2d/sxdQRFrJ5KI6Gl7ns3idUON4yOFxViWJ8MlFQKi1fJH0ezwUzQzZ40xC/ZWNmCEAX2Tw8tVs9dL4hVv9b3CL//7YO1frHKh6YkyvP5N97DFZdcEs3qN7mscO0WxOqEeqkqmEvOiIvVhROE6E/x6grbPn3SBCQkJjVaQAVrZG5eHs6bNNQ/a5BVkYtVLsmFugqRt6ogkbbSCOP6SYRiRO6SH7dgwYzThTHha9vTr7yLs6ZOVFz/pozh5T8xsXqu/5rCR0yh/oJYFYQ2H3cS/tfe8ySuvewixXVr8qAJcmJz6nzTwitbVAY77HY4HHYeTcrEKfMd0s3pYPuFQLFQYtXldPIZuMx56PSBEaksYpXtF6/R2IjVpowRVv/cvXsxZ+ZY3pRPv/gZA087zd8scd/uPAVitXA7bn7wEKY8cwEuEjIXRthy8fy1W5Gl9PjtP2Hqq4d8ZSbhJqXnRapGC+5/5tWlGHfmWSiv9mDJkq/wxpOzYbHE8jHSlrc1W/Nx5ohMFBZb8cv63Zg9pS/Mllju+eT7zpvaH2ZLTFTb1Jz3aPaSplULYvXHLaXI6NyGF69a9XuJ31gzscqkKvuXLVa1ZMkSLkjZC40oV+12O5/av3TpUmT0SoTOpMGh34swZPAw3HbbbUhKSgI7hr2gsxcUi8WCjz/+GG+88YY/4lWMbmVlThnayT8O21rEKhOrrloHjhbkY3jfTMVitaCgGN3TO8Nmc/jbtv33bMyaPgY1tTb8sT8PBr3O90WvF243S4vghtNZ/02ZTqfF0fxijB7RUKyaLWaYTHromnkTH9ybg7zcnUhMSsH2Pdko2LcPjz7/nLLXhe0/YfLLwLPvTUNoXSwvKtcnVi8gsQo0GFfycbYnt1RZX9BREQkY9U37EsLmCPwjK+KFonBAU+vaM70+XzWrxqZ91ijUpnWKGNM/sO7yeyHYa3B7ap+U4hDHD1GHah7a8IP4t5tPRO06doeQ4ke6GfTBZ0zMGtUwequxFemdKkSsklhtLLn2fXyk+57eE9t3/4q1b+p7XGbX+iis40UFGN4nE8WVwt/Z8sfRJJWbdwTnTRrsj0wUpSq7Rlix6otY9fpePoWp5sDi/woRq0w8SqMj2WGPPv8P3Hz9ddGsfpPLCtfup99ejQevmyAIZlnU7fP/XoO7rx7PIykb0/bHXvgH5s46J2ryLyfvMOYwscrnwzMFqsL/Vu3kz/n7kAd2SvtBOE5MHcDh+SJX/RkcvMCSFZsxf/rpErEM3P/Xl7Fg9rmK69+UMfzjz2txx5WzeJ19zRKTSeCT79bh4pln8shb0a6K7bzu3idxzaUXKq5bkwdNkBObU+cbr76iRcVqzqFDyD5cELK5kdIrsBMjuouA0t0Y2r8nEpM7K0rL0JQxIl4ud99enD9T+IT+6XmHzmkAACAASURBVBc/YcDIermqtH+PffcFPs5PRG7aSLx+buDf6cHLyMUL121D1tMLcGEkEVu4Hbc8lIMpSo5VWuEWPm733qPYl2OFSxMLgzkVy1euxpyJyZg2fgAMBmObjlpdsS4Hwwb1xqHDhdi1axfmzhjIXw9YveX75p01CPEJiXxftLbmvkdreMSqHivaulj9ZXexP9xXFKtMrk6ZMgV/+9vf/NP5Rbl6xx134Pc/duOBv83B0IkpyC09hn37T+CLx/fAU6PFc889h7i4OB6dysQqi1hds2YNnn766YBUAuxNi5U5dVj9h7CIL06tHLE6i4nVGkGsjuib6c/lFGmQFRYKYpVFoYpbdm4+iorLOYMGU/il+Vd9f6CwPrCYjRjULzPgctaKapgslqiI1bLiYnz5zTewWq38J6NLIm685Y5IzQNgxWePrgRuvgAXNYg8zcXz1/i+reL7xMenIe/BFfjeV3q/Cy7Cm7OUvEgrqE47PUQ+ruSP9+aVYtIISstwsrp30x/5YGK1PfQBq2uPtPr7af3eUqQlatEjLfJ0oMbwrahxIS3JiBp74HSpxpQhPzY3vwL55S6cMaA+LUyke6M9tU/aXsavj31Dc3AFPfergoEB/JZuyMfAdDP6ZbXua+z+PCv2HK/F3HFpzWpjnzQL3vp2P6ZQxGqzOLa3kyPd9/Se2N56NHr1Ze9x3aVitbCABzz4xarscfSuDOTlsYjVoZIcqfWy7cCMMSFTAcwUI1ZFseqbNs7E6u2XnylETPqiHUVDd/eTL+Evf741mtVvclnh2v3Mv9bgfiZWea5ZITJVnBIvilX+XCPafv8zi3HRvPMQH62I1dzDmDNZkKiChPSlApg8lDPheVRFOmI6A3/aBlG2SlId+IQlO++LlUysjhIzIfDG3/bo87jyovmK63+8CWN4BRer57JZ/vVSnptfFT79fi0uPGe8rzfq+4Ptvu4+QaxGi21jBlVj6+ytrYJu+09469sNGHzZDbDExkclNUSwOrO63clSKwgjgktpjtZnrT/6dh0unXWmL+q5YaoIllLi02/X4iIWKey7BwLGlNeLJcvXYcHZ4n4vHl/8L5x79nRFwrgpY0TaTiZX5/rk6ieNlqtWfL5oGzIW9cDaRVZcumgE0nnhuXjxum3I9AtR8fFIHH5oJcTQgb4LLvTJWLZffD4JN4rncbFajqvemQohtlbcQpXPZK2wj0V0/bChDOwaV+V/jofZn9XjpmPln3oEHZpPv/trg+cfunZSY4YxP/adj1bDW52HWlUSYBkEr0qDbeu+xWWTdfyLMv5lGUuZyVLAuFl+XiH/bn0qTDYDXEyryVKluH1f4njgdXuh1mqgNyfggitu8Ac9NrqSkhP27stG7hEr6lwa1NTU+H/YovJjh2di/BkjsDe7EL9tP4Tu3bvz6OySkhIUFhbCUVeGWWeNw+mnDY9KWgD5WG5suzQsYtUsitU2nGP1510n/MDEBZHYv5MmTcJ9993H5ScTpUySsghWFnk6+fyBuG7RSGgMDuwryMX23IMo3KLFb28UY9CgQXj44YdRVycs3sQiVjds2MCFq5iPVXjxEQZWWxar545LhqvGiaMFBRjRr7t/ylGkwXCiqBgZLBVAXb1YFV+0xRdekYHvtdz/Rhip7HImVs3REavsWq++/hpOnDgBGBMw7+yzMHKEgoWr2NSAN4CHHh+BhhM15dMApI8bOUUgEox2vl8+ruSP9x0msXoyu7i9idWs1HqJtub3Ipw1Kg0lvmieaHGsqXMhNcmIyrroiVWTXoN1u4swYXAXfzUj3RvtqX1S9ozfRNPmaHWHv5y39/cJ4PfF2jxcMaNX1Ps/UsVZX361Jg8LxmdFOjTs/r7pFvyTidXhlAqgWSDb2cmR7nt6T2xnHRrF6rL344wukojVQvZ3eSZOVPgiVmWPo3hpHM47jFkThRyr9QszCbk1D54VWqyes86XY1WSioKd//J/1+G2y87wz1oTPg8IpuyeJ1/CHf/XNsRquHY/+85q3H/dRF9+WF+EJ49Q9eLF99firqvH8/YxiSBuodrOtCdr/ZOL38TMGdOjJv9yc/OgUrNKCblSWX025ghf4IoSWIwiFvPBitPnBRni+6zKol09Qk5dYSEj4fGE3oXwqlTgH/g1aqzfuBZzz52puP5MNDR2DK/8ZS2KCo/xRZUbuy285OSI1cbWubeqBk8YDsDt0iNv1GyUDDsLBmPDaEC1ow5QqeDRNT2qjtVNFKu+rBD1+WsBfPTtWlwqSlPpQOYjio0tLz5jQnsmE9r1m5A3WYiaWrJ8LeafVZ9T+Yb7n4LSvmjKGJGPiw0/LsfNN13Mn96R04iZbIXbces3CXjtTz2w6V9vY83p1+Pu4ayUXLz4p23IemoBLuBRqdLH8n3g5/4n7UK8xiJed/yMGcsS8d5jgqQ9/t0XWPhlGc7+P7FsJeWvRO78C/HayFzc+vAW9GDndt2OWx8ux1X/mooxQW6MtBQT/u+F+tli/7jnHOSX+BYZV3gjsbVxnvvHD5g7yoWeg8bjyXf2YfzEifj0kyX45Lkp6JJk4ikh2ExvNguZpZngQtXr4ekz2axkF5sBzlJDOB2+GeEe/9pFLL/v4cNHcKK8Gpdfdxt3Pc1NL/DDL7tw66UTUOMASiqBY6UOFBcXo7S0lKf7zM7Oxvz58zFn2kikxAH5ZUBuYQ0KCgpQVFSEn1f+gCcevD4qdZGPZYXY/YcJYlWHlVvLkNG5DYvVH7Yc43lBpNGqTKz269cPL7zwAofPBkaXLl1w6623cthzbh6OIfOMgFON4/nlyLYdRE2+DtueqeVvsq+++iqMRiM/LyYmBt999x3ee+89n5UXXnrYPmbGzxlV/8GprUWszjwjGa4qB44U5OO0fln+b8YjDYbiEyUSser/rrTBm7n0rzTJ96ZhixfEqhlGY/NSAZwoBzb8DmzNsaJ/Fzv2Ha6DQa/CgCwzeqfrMLRvmEgn9i3Tm8CDi4KL1cBpANJpAY2YIhAJcgfYLx9X8sf7j5S1i2jJDtAVQZvQ3sSqdJrkL9vzcf74LJyIslit9onVqiiK1RijBit+O4opI+qjHCPdG+2pfdLBxfhN1v8U9Vvm1T+GBPD75JdDuGH2gKj3f6SKs778748HcMmUXpEODbu/X3oMF6uThwvxEfJt284dQZ+31q8PCYi/G62YOmZys+pDJ7cOgUj3Pb0ntk4/tMWryMXqscJ8jOyX5Rer8sfRbENeXh52HLD6c3VKDUru0cbNCknvWp/iSVxQSYjqFD4bFR7Z3GbEarh286n1fAq9IITrhbMPkz+/p7i4kyBfxY1HuqpZ3jw1Ysw6JMZo4Cjbh96DxygWk5H6OCc3F3OnDA9YkOrBd49jYO/OkgW3AnPc8ipKRCy7htg9QioAIYI1J3svHl44mIs9JoZttdX4bMkX6DdsnOL6N2UMM1lTXV0FlvuzsRvL/xmthcEac20mmurqauCSpLsLd77G40TWhs/RfcvXQHomjg6dhaLTZwdE8MUf+g0pW5fD2nMkioaf3eSIOiZW/3LVub6cu/7RyaUpi08Vxap0fPOjfCkk2Jj47Pt1uOgcFoEubMIwFx6x37/8cR3mnXWG//GNDzytWKw2ZYxI2e7dthWXXjCNP/Xv/3yNEeMnKO66AJnKhOiWHljBI0IbI1bDHStWhR2zEsszTvcJV6Xlhxe68oaKcrUpUpWVtWr9Phw6XIypp6fAW1OAFz6rgMcQD71eh6EZHvzjkTkoLi5BTU01HA4hry4LTqytrUNhYYF//SGbzc6DD1naTJfLyb98EtNuWqtqMWLsVKR3z+JpGln+0+Zsy1cfwOxpo1BtBwpLqngkan5+Pv93x44d/Lp9+/bFwoUL0TlBj6NFVThy5AjYa/+xY8f4cQ/feQni4hOanRague/R7DsyXYweK7eUIaNTGxarX64+wPuMiVWenNn3YzAY8Mknn/Ap4uzNMCEhAVdccQU/dsCZqRh+kwk7Py5H/o46DH1Ah8INbmR/XAuWde3ue+9FZlYPLk4TExPx/PPPY9OmTXyAMZvPfphYZdv8SX39Y6atidVzxqXAVW1vtFgtKS5Ft9SUgFQA9S+24guvmF1c+idJ5Nun3FoNo6V5YpVJ1c/XAxUVVlQcWAunug66Tv1gVMfx/p40TI355whTZYJv8jB96VGRQ/jrpw9Ebm9HPiLSh8gDJFZPave3N7EqnSa5YvNRXDS1Nwp90TyNBfnR59tx2YUjGpzWEmI13qzF12tyMGNUfdqLSPdGsPaN7tW4D7hi4347VJ/AvyXaJ4XIxSo+b2x3RDz+b3vODOD3wfJ9uO2CYU3u/4gXDHEA68u3l+3GlWf3b2oR/Lz+6TF4M4xY3b5zB64+X9k0rhEzr8H7byxuVn3o5NYhEOm+p/fE1umHtngV9n7crXOcv2pHC4WABzFiVf44mm04fOQwZk0Y4hNuPkHomzp+4+O7EJOuLLL+x++XYtsnV+OZd37FfddOapCblNX5rsdfxO233hLN6je5rHDtfvadX9FjgBCF55uJ7peVOXvWoceAepHkPwZAzp416DFQiGbVqACzQYV4ox2luesQH6uHMT4VsfEJMJnMTa63eCITq/OmjhAig/lHLg8efDcfA/t0luTLleRXFady+9MC1MsxMRcun+rL1BITq1cP4XLYbrdhw/q1sLm8SOicpbj+TRnD7LMzWwyJRcE1dvvsm12NPcV//CXnDVeUEzTYBVid2ed/Ni1a3B5/dRUevmU8nnp9bch/nx9Tg+6/fozYTol4B2MxZOHlMLrt6Lb5a5j2b8ThyZfDmjYQap2w8FSDNHsKWvvTqnX4y1WzBA3q61u/IGW5SdmCYDPrp/FLo1J9Qx+ff78WC84+kzt2FnkuL4uL1RnC/cA2JlavvvgCRQK+KWNEvM6+bdtw6YU+qfr+1xg+XmiHsi0PL12/EssDDu6FJ9+egjFg+7Yh88n5vohV6eNw+1hh8v3iBaxY8sQSHJ7zJ9w1XGn54a4bvJXpncw4XlyrDIHsqAefW4qUlK4oLimE3eFGnSsGKp0RapUKpUV52PjxDVB5nSgpKYaNSVOHsKhZVXU1ThSf4PctE5k2m43LViZW+f3Mo1wdqKyxY+ioSejeoxeP0DabY/gXBk3ZiotLkX2kHBp9PJe4TJCyVABVVVX8h/3O0gGUlZWha9eu6NWrV0AqABatyqJs2TFqbx0unT8dI08b0eQvMFgbmvUezdZ/UgFaiwE/by1tH2I1WMc98sgjGDyYJWz3onPnzpg9ezY/TK1WYeSl6eg9JQlGdwyOHi7A2lePwl7l4sc+9dRTyMzM5IMm1mzC1RdfgnJH/UJO0mu1ZbE6aXQSnFYbCosLMbJfJvLLlH1DWFtp5WK1YSoAoeXSb239qzcGTCIIfRuVllfxG5lFrDY1RPyLjXXILnTBmrcD1sI8DB3YDZWe3rhpQSqyj5TiXx/8iDf+emXYezl/+VLctLUH3nxwGAKz6Vnx1TNf4uisa3HbMAA7V2HOP6245rG5mNflMF65ZTsy+O9NeanoWOfIx5X88bGiCopYPYld3t7EakpijJ/WT1sOY+G5g1BgDf66Gw7r2x/vwG+bt2J4/+G49YbAZPfVdU6kJhpRZVO+qBcrz6FxAyyXsw3IK7Ti7WcW+KuQZNHi4xV7Me30+nzSke6N5rQvXNub0r7GDFFW/iTbm405RdGxz+w9J4Dfh8v34P4rRzfo/1++XYpnnn4EN910OxZc9Sdedm72Ptxw0QwMPeNMPP7sPxET2zRBzcpiffn3T7bg8rMHKqp3qING9IzHP/63F2cODp6rdX/eUVx99jC8fE1D+a/kwmPuj37UsJLr0jHhCUS67+k98dQdQez9uHNS/Xtc/olCnNYvEwXlwt/l8sfRJFVw/CjOZWKV/wHvmxLu+/2mRorVrZ8sxDPvrML9107iC1kJiyrVb0ys3nzjTdGsfpPLCtduJlZ7DmALJdUXL7REhZw/BHkqykgfKv7ZJ2fPWvQYMB5qNWDQqpBo8cCWvxYqjx2jRp+OnHwroDHzqads9mRztqNH8jB3av17BKvdg+8cw6A+XerTMPgkKq+jT8CKAYdC9/hmWUoiWVm7juTuw4NXDeZiZMOG1Tw6re+AwShif+QorH+0x3BO7mH87eXXsPiFp6HWaBqIxk+WbkZyNxbB6xvKXhVYNkgmAzev/wUjxkz158plY5OnQgCwZ+vPuO2qEbDExEIvW/W+qf3DZFLXRGPATFZ5WUzEGg5uQ5ef/wutFyjoPQaxJYehsxbj9+k3ojq+M7QaLbQ6fZOFz5q1G9A5mX1hI13sRIjCZgHZhVZ52itxlNenmOiaqPVHuMrFa/1n/PrWLf/lF1x6wXzEJyTBaDSFRdjUMXJgxzZcefEMXvbb/16GoWfUS9Wio0cwZ/oIbNofZoHknaswe1sPfHNN/d/lv/37XWwYeS1uH2bFV09/iSOz2e/C5/zZb1pxHfts3/UwXr55O7rz34WmsfM+Tp2Pv5+TIBz7TSLeeiiIO/CXqbR86bUaXrepYzPYeQdyirB83RGMHhAjLObuBWqrq7BkdRVSkpPgctgxY6QZD940FUePHkN1dSUcDiGQsKqyEqVlpXC6XLA7HLDV1nKxKqQMcHHRWl3nQL/hZyKzR2+YLTHQG4z+meRNaceBw3U8sDEtxYw+XcAjVosr2VT/+lQALJCOLS7/0ksvoW+6macCOFYKHC6q4VGtLE1kRYUQeLJy5Uq89PRtMJrMTXZPzX2PZsz18Uas225FRmcLVHMn9Glwv0lhNfP9QxF3IYtN4CZGrAYroGfPnnjxxRe5sWZG+7bbbsOePXv8h+rNWmj1atRKPryzN8Jly5bxc9i2Y/l32PDVl6h0urCn1g679F24jUesimK1gP0B11+5WK2rtCI9iFgV36BtdodkJVAx6buX/xEhrEQpTJ0Rcv8I7/TxcRbOs7S8EiqdqVli9bmlVVg4yQy3sw5P/u0rvPTYxXj10yIsPK8LDh44hA/fX4I33nwk4pjicnWZkEOKbb3Pn4+/nS28cM75Z47w5OiemP6b1S9Tf3vvXTz1m+TYiFfpuAfIx5X8MX2IPLl9357F6g8bsnHTvBE4VhZarB7atws/LvsIN9/3Vz/otz/ezqUqjNyDAjYrPn/3bv/+porHp19ZyaeWsDdyaXms4JRYLd77ZifOGdfbf51I90ao9o3qWf/BW8no2ZxTHXBYU9un5FrsGC5WK59Terji4x7fNy+A37//tx2P3zCxQf+v/vp9fP39Cqz6YSkuuf4WZKRmouL4cYyecQ7+89YrgFqDx196q8lylfXls/9ei2vmNE14ig2OKFb37Q4fsWoHKmzAjrzDuOP+RXhj8UuKWdKBJ49ApPue3hNPXt+c7Cuz9+NOErFaUOT7u9wnVuWPo1nfguNHMGvCMH+eTv/HGK8XNz2xu1ERq5s/vhp/fedX3HvtRMnnAN90cwD3PPEibmozYjV0u1mO1Z4DfWLVv5CS8NmFRaz69/kmRYvMmHTtOXA8dBoV4swqqCt3oyh3Gy655CIuHnbvOQiXsTOXC00NHhH7/mheLuZPH+mLIBQk4QPvHsOg3kJkh5hPNUAAS9IA+AWrRIB7fFPEC44cxD2XD8SeP3Zh5/atvP7ss92e/YcU1z+aYzgv7wj+++GHfJHkpxY9wFPGySXop36xKkRV+kWyF9i8QRCrTF6I+5hYZTGme7f+jJsuGYg4BSJQ6X33xOIVeOXhc/yzV0Odx/pIYy1C4ptPIqa2DJ7EBPw27344zQk8SlWnq09lqPTa0uPWrd2A265kqQD8qVV9vwtfErzy0So4DL4visUvVfyMVJxXr9h9PGJVTCPBSuLjhKfLUGHpj+twvi9ilR1zy0NPc7GqhGdTx8jYfvWLwYbisjGMWN3873exnktUydk7V+G8bT3wNZOt7Pc3Az/nizKVnfvEb0Af5gSYTAWTnj9hJS8qCdeK0rVwJ+58fCsOipcYPU0om20hyw8lU1tWrL7/2QYkxhsxcVR3aLRaLvLZlyqL310Dty4NRoMeB3/fhO3L7uD+i02ndzhdcLucsForUF5eDpZDlb1G1NVUw+4QolfZsdbqOvQdNg5ZPfvyL5QMRlOTI1VFlH8crOCRqv/P3nXARXG074fe4cDesWPHrrFhiRKNij2aYkkxtqhJLEk0IeVL1MS/JGosMUpM0cSGNXaxYQcUsYKAFFFAjl6P+/9mdu9u79i73b07FMzt9xnubmfeeeedd2Z2nn3mnbp166JlQ1m5UAAENCWxViMiIjB+/Hj06dMHtb0cy4UCIOFAyUX+fv3Z25SN7+BgXExjU+do0nfsPBwRRoFV56oJrBJjTp06Ff3796exUu/du4fFixcbHLuGDx+O2bNnU9oxcaTARQvxKnkYKi1DfkkZ/s3KQQEHXK0KjNVHj1PQuVVj0YxVAqzWrU0Yq9yAb6zZlEBhcTFaNOHfOqTFZmWz3Lgdh7z8QlT3ckduXoHpwOr2HEx52QFJyZnY9Nc/WLdsDjbvvY/7t1Mhjw9B0ZP72Lx7nzFzlCWPBAvo+pXud95F5NEZqDl2k7qULstu49BMDSClXfxhfOz+LZpHnMH0puTzXrySvQ4Dwf1dSGFuPqG0L9Z9vcBq7E8Y2vE2PqK25Fz6fn8GZiG6chmrB87dxdzxXZGQXqK39P/NnAR5oRzvfPQlWrbpKkpL8laVYaxK34Y2btoK7Ni8sFw5dWS2WLf7Kl7t3VJ9T6hviKmfqArpJDKlfmLKI/L7xb0nJqmkNEtT52nZb8Ouy1gxZ1C59k+JjUL1+s1waMtq/PlPMAW7N277Fx2790NRQT6mje2HDp1fwsKvfpRUvioxacsl605g+phuRuVXZRIEViOjEBQcLLoMQ8Aqedl3sSO7w4JK5NlZQV4WHvTk2aEhWgWehKQc1WJDdduL3d0hVu6LtQtEqN/zzol03P0IV9UmewfbdMdmseY0OZ2UudXkwv5TAnSB1ZTHKeji0xgpKsaqzndzGocCq72Z0+WZOJssk1EJzPhaOrD63ebTWDS1Lz0Aid1srj4V6+OvV1YuYFVPvb/bfIYyVsnFZQ0xrFQSCoBzT0UWITskbp9D8za9aQgAmV0Wbl/8GyNeHUrP8bh16zbu3Y+FV2NfuLvLYGdvb1IzJsTFYYwKWGWZmQRYbUsZq8zhQ+w575xwAYTQwokHywKtBCgjKBrJY2OtRGbqA7z5ci3s3rUNw4Yap785fXjOvIV4qSMT2zwsIrac3Vau+Bp7Dt1gGKsqHya1Z1m6BFj1pcAqw2BlfifAoRK3w80PrBKmXi0Pe+0dnDytbaUogde5EDgd2ArrtKcosrFD/IQPkNHxZbMAUOdUwCrHiemZ7uz31dtOU2BVBTiTmML0EDOShB5uBjTzuIPRg8lhdOwbBhJ0gsQQZusTciwMIwapQgEoMfOzb0UDq+b0EZM60384c35BMT4I3I/PZvREjWquFFgk4CoZQyJuPsTGbZHo1KUd7l6PwLRRrTB5TE88fJhIMbCyslJkZGQiOzubAqsE7CQxVkmoTBKL9WlWHpq27YbGzXzMBqqSpoqITqPM2vr166N5fXfkFwPJT7LpgVTkrCTCSCVg6fXr1zFu3Dj07dsXtTwd8DA1G4mJieoYqypgNT09HV99OlXUywB9rqLry1JdivQ1exnLWK1eRYBVKwcvKIs0DERSacKiXLhwIXx9fVGvXj2sX78ef/31F689fHx86H2CgpNGWLJkCW24Rc1rwbZYCZSUISqvEPuyNCyhygys+nX3QnFmISQDqzlZqFurmjawyhm0yRuLFk3LA6t8oCpxpKjbD2BlbY2Mp1lwcXaEnZOrSYzVzXtTcf/2fcjl8bAticLqlStwLfox/ljzEwjp+/XXx2Fgb3r0n+WqQAtIXkRSUBUSFo36FnmWxZ+YZi0PrMZgw6BWWIqe6HK5DQdY1fe7mFLMk0YXWN0begsfTuyBOD3AakF+LgLnjKeFF1mVIGjTMVGKEGCwrpcjsgukA6v6Cqgrs8XaHZcw0k+zfVyob/DVr3tT42KyXYrVxFvSVz9zyCb1J/L94pgt+Oa8Pkueq2W/1X9fQNC8IXrbPz3tEc4f/B2HdgQjD27Y+M8JyhA6dvAP/LnhJwTvu2yUeqQtF605ijkTehqVX5VJCFg1RfjyoNVYNG+ORgQBTSMaY98UDVPiw4NyoLMfswODbDM+EoIfoPluSvnl85oCjpqS17y1MIc0oX5fDliVPCeaQ0tDMixza0VZuBywmpqCLoTwoAJWdb6bU4+UpIcY2qe95sAj1fZ9wj6TCKxepozVUCycQmKsqmJ4agCZBZUIWDVU72Wb2VAAxNBsXEkCUhJAKfbWWTRt3UcN4NG2YG2WcPc8WrXrDS+XUsSF70LLJnXRu1cvxMXHIyoqClFRN9F98AS4yzyNZkap2j7+QSzGDO7CIuHMn8Wbk9COxFiloKImvqqK76PeMcgKYXYNMvAr+UhCGDjaWaEoKwEO2ZfQoJ7x+qeY0YefPEnDylWr6brzk49m0RiNtraag29s7Wxx4PhdCqxSkJBtM9XLgqsEWO02gAENy1TgIQOy3g4/USGM1R8/G2IQWLUpyEHNA7/A8fxRKOTZuDfyfTgkx0F2dBvSPvo/yH0HUYDLlJARBFid88ZQxj8pEkoDpapDXKzZfhqF9q05QHN5Rq+Pxx16OJXah9QMbsbv9x6/gBGD2GciJTBriQRg1Yw+Ys4x8b8iK/1pLtb9fgE3bsdjzJBW6N6pCRrWr0UZpY/Tc3AkNBp/7TwNhSIPKClBvTrVEPT5RHRtVw+xsbFQKMrw9GkGsnNyUFpcSkNkFhYVIjs7C0+eZqNZBYCqpG0qJbBq4hzNBVbrVxVg1bHxJBQlH4KymOwB1Vxk9P1hMQAAIABJREFU0Jo2bRpGjx5N3yqeO3cO69atw927d2miatWq4fXXX6eHWxGEnlCLly9fTj+3q+aM2U1rAXmlQKEC8sJSLEp+ohZemYHVft2roSSzAOQks26tJTBWKbDqhfz88jFZyeRcWFSCliyw+lSeo3di8fRwo3a6cfsB6tWuhriHqXiSkYVatWvBxdUZdra2Ro1tBEQlwbTz713DqxPGYaCfBUQ1ypAmZtL1q3LftWKsEvBuGrCBsE91C2aBPRYL0bBYdRmrXPbqt2i+rA2WLmbYr2/tLMEPg8knJg+mAlujx+LS8RZYq2a9mljhSpR99veHymmzZgGzHUh16Q8FoI/FWzHsXrG6chmru05EYd6E7ohJ5Q/Svuf31UAJcDoshJ6ePm3el2jfRTiwfUGRAnW8HCHP08+EvX8nCs192Hh0Itq8npcjNuy5gjEDNXmE+oZQ/UQUy5tETP2MlU3yEfmDn8w1RQRv3kUPpmvZL+jPM1g5179c+69e9iliHkRh9offon7DJkhPjMbSWRNh41EPny1bj7Urv0anTp3x+nsfI/ibj9RlTVnCbKX/+e9z5cqfOUHjN6Qtl6w7inmv9zWpjhUKrC5bjUWLOcDq4+v48FfgYzZeOGWw1umM+Guq30jc8FDgbU2ccHQDjqeQGOONcOnb3diSxFRXHQ5HxXodKcOWvcx2uUHTuaxYrnn4wFEOm7XbQAr6Er2212HC7dAwPI9kGHT5Abu97sUIryPU77WBVUNzosq+ZEwejq3k69T9ePKjv3qO485/2js/9OfRzItDcZS8ZDM455rUBf5TmcXOcdxQAOQgjO4cYFX3uzkN+CgpAdfvZ7PH3WtTNOMSPRB2Q8OXFip3pexvnO+8UA3UqdKrtqVnJF+rPIxVA/UmgFGpogxKEoiSIFIscKraPk/xKcrwJBfzXytrKzjZ2aK6pzPcbTKhyH+CCePHIS09HZcvXaJAxJWr4XhrzhK4e3gKxp8UsnV8bAzGDO7KAl4MWPbJ5mS0bcEcXqViGKoBMaoq2cZNz7nShH5gGYr0VGpbK7g5AVbyKBRk3MWE8WON1t+cPkzYaYTxu/HXrViyaC5lv9k7OKhNRA52IoxVL8pYZRmp7JZ1AqReu3gSHbr1Z9m6NMKoOsbqnQoAVoUYqzYF2aiz5Rs4XDsPRWYmMl4ejfBhc2h4A+8/voNH5BkkzQ9CfvNOJoWMIKEAZr3xilZYDo3HAmu3nUa+XRuGpU7cgmWpEp8hzGYCUrf2vI0ALrBKGa/sIVZQYt/xMIwYqGJwKzFbArBqTh8R6i+W++UtQMZlBY2DWkAPnyJ9isQ/VR0qRfpdUWE+CvLzkZWZjqcJURg2bBi8vGRISUml5EJyQBRhpxaTGKsFhTQ0QGpaBhq37oImzVtRUoM5tv9ztT99IRYuLi5qxiqJsZqankN3k6vip5JwAJGRkTQUgIqxmvg4h4YxILvZkpKSqP7kMgdj1dQ5moYC8HRCWHgmqgyw6tz4bVhVb4P8qP9BWVg+qHGLFi0wefJkDB48mAbFJcg7oTN7eHjQOBGXLl2ibNYTJ5iDIVrVccXSXt5wzyuDVVYJBVdjswrwQXyquv0rM7Dq16MaSp4WIOnxI3Rr5S06FEA+y1jNyy/gHae4wKrWQxXZOsA8n7AX8+HGrTjKcCXhAEiM1ajbcWjevDGcnZ2MOgXRMnhWDgvo+pXu90QusEq2O04H1h7/AI0Nqq9vy78uyDocW1ULTS3WD7OovKUOMfCiMnDKMPv7w2pLrllAFtzWWpatLMAqecIXo2sNzuFV/xy7jjnjuyH2UR6vt3w/bwpmf7sGP3+3AI8SH8CzWk18tvJ3wY5RWFxGgdXMXP7YrbnZWQjo2wI//LIbvl3ZE4MFpBJ5v+69hvEva4I5CfUNffUb5CvtVLzjkY+1tDNUP1Nlk4KI/FeyPxG0s9QEC26/pWW/738/jR8+GKzV/skJsVi1aCbdfRJyOATL1u9CM5+2eBR+Cr9uXIbIyHj4jQzA7E+YGLAPY+/hzI5f6ec3FjO/tW8iK+eLNx5oXsSStvx8wwkseLOf1Cpopfdt4oG1Bg6vunMnilc+OTdEfak+O8rRw7cPlgWtxsRRo7Bt2x4s5gKr4AKn5HMk6n/qiyT61w9dtYDXBPw48wQSVPHEtbQg9+Lw0s9+6EpiipFt/iRmGGHCknhhG4DP6T3di6RlD3tg3fdK8GaEdWQPieCAuoz8xgjTKkc7r0mGf86Zhfq91DnxxFw7/DuMvDTkgrAscMo7/wGG8mjmRa6hjA2z85yNXamKFzfH1eTMcYnsc/kj9lBZ3e/mrF4SZay20wBxBDBkWWnxQ3uiYf2aoos7fPMsrk7eiU/f6U/zcMMKkM/08Kr3KsfhVYbqvYyNscosWlgQkq1QLI2j2odzSBKB6QAba0CeEo6Wjesh4eZhTBg3FjbW1jgfFoaEhARcuHABbbsOQPtOPWgsP1MPSoqNvY9xg7upwV2ytlq8ORntCLBK0FNyrgUL/qqYm7QKHMYiZaxS7ZWwsQJcnazgUJqKpOhDeHPSBC39w8LC0K7bQNH6m9uHmYNw8qEoVfDGWN2+9wruxmsTp8Q67vsTWos6bEmsvHcX/o7VX43FnM93IujzAMz7KkT9d80nQ/B0xecY8eQSStPT8bSWN5a0novxkwfA0dkZ1lbWqP3H17C/cQHJb30KZYd+RsekPHv+Ama9zgFWWRCdaXIl1m4/jXzbthRsVx3mVVbGgKb0r1KJttVuY+SgnjSequoFg6pvk4T7T4Rh+EAmFABJP2fpd5g4RtzhVeb2EbHtY0mnsQCJpUrAVfKaiPge92A4cq9MoYCiTAFy2FpGWipir5/GiBHDKbCZmJSERykpKCgopAdXZT7NQMqTDDRq0RFNm7dWb/83NZ400TYu7iGSHucANi7Izc1V/8vJyaEhAAhORw7KItid6iLfq1evDjc3NzRtyrC2vLy8aH8iYCrZgU7yk7wE77Mqy8PU10ehXfu2kg+MM3WOJn2OAKvnqxKwauNUHx4v/Ylix2wUxf+BkphDQFFOuf7l5OSEDh060KC4xBmI8ckWDtIA5KpfxwWvD/ZGgE8N2KUXwzqtCMgoBrJK8El0Eo5kVpFQACywmpiajO6tm4gGVgtyslCnlhcFQvmuwsJitGzWgN4iQCkz2JYHVb1kDGP1+q0HKCgsRn5+IXLyClBaypzI3aZNS9jalj/50TIgVg0L6PpVue9SgFWt2Ks98bU6rqoOS7Xc78RW+pituveqhl3Fa8ks5vhAVSKj8gCrRBthXXWB1Y9ffwn3k7UPZyKSIs6fwoXjBzDzi5W4fzcSa75hDqea/ekPaN7KMHs9v0hBQwHoY6zu+H091qxYgiEjJuDT/60V1RQNazhh9Y5LWsCgUN8gwKq++okqVE8iofqZIpvkJfIH53+hJcam73qjxCrOaBbfC66P1wZWt4Zi9cfDtNp/0/8WomnHzujYYwC2rFqOkJBgbNlzBk2atcY/q/+Hhj7N0eNlJjxEQsxdnPz7FwyY8C79O/WzH9Q6tmrkpu43txO0nw9IW37802EseMvPqDqpMgkBqxcjozB3QnnwNos8LxZmgQKshUDoHTmCggKxPmglBVbJb716dUOfPt219FNv9fdNwIf/yvB/UxpBDW4iFB+m+rJhAcqDoAxoyh7ioDqYoZZuOp58ag340mrHXiVsV3KIBNFz+t6nzKEQNEyBIbkmNcFzySzU7w0Bq3E/90X3xRcAcOc/lq3K1obZmaH7spDnpSOn9vx5AAjOuc/FhFW4UGlznJCvmNMQKUkJ8GdjjapBRJbCljBMOrB65a2d+OxdBlgljDcuGEOA1fcrCbBqqN7LNp9B09a9QY5O5zI/yVomJvoMmrZhdi2oYpmSuKROdlZQZF5HesI1uquvT5/eeBD7AA8ePMDFixdRrXYDdO49FG7uHpTFpWKFGduWsTH3MG4IE+9bRVhZ/GsS2raopX1wGAsMq9KpD63igKwEFHayt4KbXT7uX/4bjeqV19/OtRr6+48VrX9F+DBh0BGAhwv+qOxXXFyEvNwclBSX300pZGM7ewe4uLqZDHaryiEgMIk5yYRj4EbpBezTktF8xXS4xdxBLqxw+71AZPcdSUNDOJKDfWxtoSgpRo09a1BcmIenry1UH2IlVA/d++fPX8DMSa9oge/UD9iEa7efQY5NG6oiE3uXUVcVTkGhVMK3+i2MGNSLCe1B/68J7UGB1ZNheHUAC6wC+GDptxRYFXN4VUX4iFQbWdIDsfv+QvKpf1FakAcHr5pw824Ke3d3lBTmo+hpGgrSHqMoNRV1/EfDo4cf7l49hlGjRtMDqmLu30dmphwZT9ORnpmDek3boVnLtmYFVUkbhewPRW8/f7TzdkZtD+BxNhDzGDRmanJyMsuczcOZM2co0NqsWTN0796dkiJjYmIwffp09OzZk+Yn7wj48hKQ9f6dCHz75UdwcHSWxBaXiqXx+Z2dlxPCrmWiXrUqEmOVVMKuem+49AxCqawUCudUlD09B0XqNSgfP0BZejqU8nz2SYCpso29NdzrOKF+M3e0blcNfbvXQddGMjhnlcIhvRg2j4tgk1oI5eMirAhLwM+xmjAAJH/lZqxWR8nTfCQ+SkH3NtJCARgCVglIqgoFoHIcXZYq90GASaN5a0q+7T50Hi1aNqUn0Zn68GEZNJ+PBXT9qtx3rVAABpijZIG3ohUuUTarwPZ/C7Cq09jkPbQ2U1WVoHIBq0Qrw7rqAqtzJ/RAQlp51vzaLz7EyLdnon5D5tCzhe+MQGFBHpr5tMcHS1cZ7AwEGCSsxCw9oQDmTB6OPgOHYs3yJfj7aATq1Gso2LlqeNjjlz1XtIFVnTFXt28QYFVf/QQLNJBAX/36thE+YZVP7Jlo7Z0fRP7LJctMUZE374LLr2rZ74ffT9NQANz2P7FrI6rXaYQmbbritw0rEXUlCrdvnUetOvUxff5SDBo2lsomoOqJbRsxcOJ7aNRMc6AYt2CfBq64k1getCdtuXTdMXxcwYzVixfPYu7kkfhxake9tvQLDKUs3KD1QWpgVc6SdZYFckIBEAksK3Vi5ziE1Q5gTsIlgGlEY3yOEyx7lFpHm11K0hz0xAYaRoB7z1RgVQ8LlQVxVUDrCwesCvR7LWCV9xBGQy8JVa4iBKyqXkZyXUsnj6g51+zd/D8gUPwcJ/T8ZE5jJSUl4JVe7elzOBObko3BqAQevqofWD046Svm6V21TZ6wI5VlLCNSG0yiaQgzitDiiPwyJdp1IGU+v8tQvUmM1WZt+jD1Y+2hqlHMTQK6EsYqw+CzYuOSejoDxY/PQ1GYCRdnJ8pSdXd3pweokDM+atRvgBYt28PdQwZHJ7K4Vx3/Y5wNYu7fxXh/5iUaNSuARb8moV1LBlgl/1QHEanaVh0KgEVXyR8SAsDe1goeTgCyb6IsN6Gc/h4yL5Q41UCnjt1E62+MD587T14e8V8cOE+dgPtbl87Gh30joQRIzFbyV+olVWfX3Kfw/+srWCUlIK1ZO6R/sha21WrTbdgqHVRbtEsVpdRP7OzsjdQtDDMnDVX3Uaa/MjUkfr3u7zPIsmrLHl5FwiMwLFXGb5hQAJ1qROPVQb0YX2ef1FkB9MXDgRNhGDaA3cGlVOKDzxnGqihgVWBOlNoWlvTGWeDs/DfgVpADO/8JqN/Pn4L7pC9E/bgUAzq1R05sDP48chwDV/0Oj1q1kZmRhiex19Dfrx+uXQtHekYGYuMT0apTHzT0bmZ2UJXUat+RcEp4bNWqFRp4WSE1C3gQ/5CCpmRrPwkDQA7RysvLo795e3vTHWwkHAC5/9FHH6nz29lY8eaVy+Wws7PD8sAZdFcBedkh9pKKpfHJtfNyRti1p6hblYBVUhFrl4Zw7LIYVj6doHR7DHikwsr9MWzc02Dvlgln22y4OxWhhjtQz9MOdRxsUdfWFrWsbFGj1BqeBYBbtgKOGSWwf1yEOxHpWLr7Ds4lkaORtK9KDaz2rI6SjHw8fJSCHhKB1do1vbQPr+JUO7+gCD5ajFVmoGYeIlRBs5XwkrlrBXNSsVqJKAKsNm/exKRDrMR2Bku6irGArl/pftdeRAKUkbObxD3VCQdAFnkHRzLx4yiLJloEY1Wz3V9brqFFZ8XYobJKrXzAqn5L0YM9ONskd56Iwpzx3fEwTZs1n5GeisCFE1GvpiZQL9m6QoBVeaEc/7fuIGrUqqu3oPyiUtTxdERWfmm5NPdvR+FQyF8Y/9YMCvLNWfwt/Sx01XC3x6a9VzCWE2NVqG/oq59QWUL3DdVPKK+Y+0T+IKsfyyW18f1GTHZ1GkXkEq30i84P0rIfibG6/AP/cu1PGCtnt69HJmww9q3ZmDa6N1xcZVi99QCVR0DV43+tx6BJ7+sFVQ0pStoycIPpMVYFGasssKrShWGqAnJy/CL5q2KsRsYjOJgBVg1fTDiAs5BhItn+z1gDP34bgYQkGSaqt/DzAKsRjTnb/eWY9gUTi5UbMoAyTa81ZgFYXU10QViiy26c7axiparSq0INvLihAIT6vfCcyJ2/mNjje0ffxqGZzEsk5jI0x4nMI2rOldSlLYkFLKA7xwn5ijkNmpQYj1e4jFXV1nclkPjqS3pDARBg9bVXOvOqQuLYNWyoefGYnZ2D3SEhGP7qMBpf9I0PvsKHH+i8ADJnpUTIMlTv5RRY7asFMquB1ejTaNK6L6xgBWsrJWxtSFxSKzgU3sO9iGPw8+sHFxdXuvWfxvJLeYIhk5bi8rnd6NO7jyjASYT6uH/vDsb796BJVWDZwk1J6NCyFhNHlXMIGcVZSfxMFhljIgUwQBkBGVwdAdv8+3gYfbyc/o8fP8GCxZ9j1eZteLn/QNH6G+PDBKScP3kYS6lk2cIserrt0DlMGKqJ5ak6dIsAyEtX/oIB/fublXUqpg1IGlN07tenD41p6ejkRMFTLthOAU4WMScglzFAPGGsTp9IQoGxPsJymJhzzQiwehaZaMuwVNXb/9l4qyx7tVOtaIxQbfVXC2JeChAdD54Kw1CWsUraYq4EYNUYHxHbLpZ04i2wb9IgNBo3DfV6DaDxUO3s7ZESegCeD2+jvpMj/j59FjZd/dB11Ou0jxFfvX1xP/xfeQXh4eFISkzE1choBEx6H65u7lSGObb/c2uwn5BZ6tShwGrDalZ4JNcPrAYumkxfUtgQKj57XbrxRJ1fCFj97vP3RI9zKvlSsTS+1rGr5oywq1UQWFVVxtqzGWzaDYJN+1awbqCAtccT2LllwMEtG+6uBfByLUVNZyvUcbRBXTtb1LGxRU2lDaoVW8PqUSGuHE5CyP44nLn+RE2r1zVUpQdWn+bjYQoLrLKnjwp1xYLsLIgFVjUTvup0UK503Tfamnt7/j2P5i0swKpQW1Tm+7p+pfs9MTUL/ToyISNUl2a7I/MLc+hGDOeAjnfw1pZoNBcRCoAexLGFu3WSSLQAq+pJJjoFhcWKcm3A2GgvXsleh4FarVMxh1eJ8WHdE5NDTkVjxuiuSMrQ3vK14afPkC/Pxag3ZyA/Lwe2sIWTiyuWffgu5JCjczc/fPhJkN4i8wpLaSgAPmA16NvFNB9hqR7a8xdycrKw+wR/LExuAV5udvjtwDUE9G+j/lmob+irnxhbGUpjqH69WjEnxIu9zt8uH8uMyB/otFGsCNHpPgvtrWW/1dvD8O2MQeXanwhMjY/G/t9+wc0Hd9G6bQ9MX8CEJoiPuYNjf67Hy6+/D+9mPqLL1m3Lb349iTmvMdvejL18G7MxVtvxg/wXLwgzVn3nMYzV4O1BWP+jELAKpBxmwc/PCPuUua5s2YyvMBD7pzZif0nAjzNYNmlt8hP5zm7b79YEgy7L0ZAAq7WZdPSQq8tPSdQqBnCleXQvXZmkka7jwy+v4T5N2gSfr/MDtmzGNnJ4lb+M0fVRR6oX1fEymPAA/tJ81Nj2qah8Qv1e/JzIAqkkNnnHj8AcLfQOttExW2COE51HdSiWvjm3oqz035SrO8cJ+Yo5rZT0MJ4JBcCyHtWgnBJIGq4fWD0w8UtMHNpFS5WTp05h3759dOs7AZwWL1qElT+sQOfuveDo4IjzZ07gaa4C0+Z/jsUff2jOakiWZajey7cwjFVVGAAiXLVNOvbWGTRv25cyPR3syBZ6wM0mC9Fnt+Clvv64dTMShQUFNObgjahoDBg9H0pnb5w9sgbD/IdIXrDrq9i9O7cx4ZWebBxbhqdCgVWfWuoDrcj2bhWhRQWuUkDVisSEtYItYds6WMHZSo4HF4PRq5+2/jejozFz9nw0aNgYC775P4wa/qpo/Y3xYXKK/fzJQ9nDtdjwr2DIOQyw2lu9j13FlCb2mbbga0wcK44lKdlRBDKYovObE1+DMz2Iy9EoRqpQXYhu70/01zrgTO3LVsD6v88gQ9meYanSUABKKKjPaA736lL7JoZT4JRAsSzKzTLbiR8dPHkBQ/v3VKtCgVWRbWGMjwjV2XJfugX+mTAQg9f9Q0NsODk5o6wwH1E/LMKAdm0RlZSCLSdC8d76vymoSl4a2drZ4drx7RgxYiQiwsORmMQAq2Mnz4aru4ckpqdYbff+ew316tXTAlZjHsTTUCtxcXF0+z9hrJJ4qV9/9jbzkoVzwN2RU7fU+QmwypdXxVj97gsjgFWJWBpfvSljtbIDqyHn7qOMBvkxfFl5VYO1d23YNnSBXV0bONUC3DyUkDkr4a5UwiVfAasnxch9kIvEKDni7sgF5VpbWyGgT3N1wYKbPngSkDeiZr2sgMKiUvRfHAq/l2qgNCMP8Skp6NmmMR6JBFbzBYBVEnu1VXPmTXX6U20WLzfWKjNEa7YdkZpW8yQsVoAAqy0swKpZm/5ZC9P1K93vD3mA1Wet43+5PP2M1cpnFaJrTS9XtWL7z97BOyM6ISVTc8gUAVKXzJqAb9b8DWdXJn6z6tqxaTX27NgEJ2dX/LrnvN4KEmCQhALI5mGsznxjKH7+4xDNe3D3n/jfJzOxZusBdOrObBfUd8mcbfHXkUgM76MB84T6Bl/9zNEqhupnLvkD3OgZ5erLpsl8o0QrHmjCNnxxspuW/dbtvIjAdwdotT+3kOSEGFwKPYDRk+fRn+Pv38HRP9Zh8Bsz4N3cOFCVyCFtuWJrKGaMZVhCxl4dWGC1tx5g9QILrKIIhKOqFVeVsFVVh1iFRsYjZHsQNogAVo3VlT8fD1hq3gJeSGlC/d4yJ76QzS6qUrpznJCviBIqMlFiQjwi7maqI3IxbDYGSXx9zydIKIgBOeSIkOcUZUr6r5Rs+//ulBpYvXnzJk6Fnkbwli14593p8B82HDVrMqfVFRQUIDj4N3g3aYY+/QYhv7gMsxd8ii8+XSRSw4pJZqjebPXZGKtM+aqdd7Y21nBysIOHmz08rZ6gNC8V9vl34epghfZ+byE2MR2REZG4HxODJm37wNa9EdLlBUh9eAUBw4eZ7ZCkO7duwcnZScNOVQLnY2rApoQ5D4TvIqxHW1srODvYwt3FFtUdsnDv5lV44R4aVrdF15enICYxAzciI3Hv/n207tQbNeq3QEmpAsdOHsP40QGi9TfGh8+eu4B5bw6DkmXTqn0RSmw/dB4TXumlDXazgPfbCxlglYQsIHFKn+Vlis6TJ02sUJYtAVbfnUAYqyy5SfWJZaNu2HEWT8raMbGQy9jYqjQ2MnOAFXnZ0q0uAVZ7snYnmKtqgGCkHjrJYayCZayKbAtjfORZtu1/pay0O1Fwqt+IMlHJoXr3dvyKhoVP4aAsw0+7Q9DpnY/QpkdfuBA2qoMjZU+HHdqKsWPHITyCMFYf4lrkLYydMofGYDb1YD4+u4dIAFa//fzdcmMBN78YYFXqWCIVS+Oro201F1y4koE6Xk6wCujT3CB6aWIoGVG+zQdCnr6eiIws/tPrRQk1IVF1Dyf09dUw8gQh0mcMrPZ/qQZKjAFWc7JQu4b+UAC5eQVo1ZwwYDQuwWxTKc9apYG92YvrQHsPh1mAVRN8rzJkFZowLYvI59tKVRlYPRIWgzeHdcDjrBJqxPS0R9ix+SfcDY8AHIGg3w6rjRt6PATrly+lv5PLycYVa/44AhdX5iUO98orKGGA1QLmAD3V9dXC6bh3+wbmLyHMmz7YvmUtCIOVnDqv+k1fa7o52WDXsSgMeUmzXVeob+jWz1yeoq9+5pTv5/W3ucSp5fzvWCct+/26NwKfTOmtbn9DBRJQ9fDWtfB/a5ZJoCopg7Tlj3+F4e2R+mOfiqm8WGD1+t0ENgQAGwqAgqpydTgAElM1JMQCrIqxeWVII9TvLXNiZWil56PD8wRWHybEYUiv9swTOtkuzj6tk+fz+ctuwbVefS2jHP03BDd2TcXuY+GYNIwJLPL2O+9ALs/CqNFjEDB6PMt6Iy+jrNGxSw+09GmN7X9spmnvpJRg1kcL8G3g0udjbLZUQ/VeQUIBtFUdUKXh6pEQnI/jLqNdy6ZQJOxBxq39UDh6okCehrTUR2jQrDncmwzC+YgE1KzfGq16TYI8V4nCEiD85CqMGjHcbODf7ehoTBhGmIQM05BcISfCMXJAJ/WhYTQMLG1TevQQxcQIXTU/Ow0xV3Yj5vI+lDjw69+2TRuMGz8JijISa7MMH365HK+JPO2d6CI03vE1PgNSDmVCFqjxO/LBCn//ew7j/HuzNeGcCaUE3l70vIFV43R+FsBqdU839SkmGk+mXsMyUElLMP6hulSxa1WwhIoIpTmIiwtYaMM/R0JPiwa5jfGR5zpovKCFk0PhyhQKylgtTHuE2M3fo3ezxjhzPxb/3onD1OXr6RZ/J2cX9bk3FFgdN44yVknol6vXb2F8JQBWSYxVwjjVBUZVwGrr1q0pUz82LgGxsbE0XAthu2ZlZYEwVu3t7cEHzAo1vTmAVbtqLgir7MBqcnoOLt16JGR+s6I9AAAgAElEQVSPCrnfvXVd1KuhYVlVNmDVWMZqQU42atXw1BtjlQusZmRma9lWiLHqKWOYZhZgtUJc8pkKFZowLYvIZ9oc5QqrysDq8StxmDS4HdKymViohK2a8fgRFGUMIOrdrJW6vnm52UhLTea+50GNOvV4gdVcFljN0QFWTWkpFwdrhJyOxqCujdVihPqGbv1MKZ+btyLqpyu/X82d5dS1qfWOpCooHm/SSr/smK+W/f44HIUPJ/ZUt78h4T8vmYWhk2fDu7nGJyQpw0lM2nL97kt4w7+dsSJoPkFgNeIsgoNDRJfx7BmrolWzJORYQKjfW+bE/667PE9gNSE+Dv692jNgnJrRxgAthoDVXUev4fVXu9F09+/H4Pff/8Cdu3cpiDpgkD+6du2CrKdP8N2yFRg1KgBdu/fG0zwl8oqUmDl/Ln74H3P41fO6DNWbxlglwCobp5SQg0i0PkcHaxRmRKNaYSSSr/6Gpj7t4WBdgsfpWYi5exd2TrbIVtaBoloPdHn5PWQXO6OgiBzaRYDVIIweaT5g9VZ0NCYOIwxOFhRTAntOXsOI/p0ogMpEdmDOtSAhDSgHkdTDygpXT/yOW2f061/g0gYfffgx7B1dUKYoY3whcLlowIyULDTe8bU7AVZrViv/0lvIR/49cVKSbkLypNw3RednAay+PX4IWx0GoGZenDCo9b4TYRiuip/KOdRKtZuUpD94khxOxWz152PQPUvG6oUIG3XT0GBU6h08cnXsee6uHnJ/+QztHWxS2va/lFbFyL+6agncU+JRmJ+Pf6Lv4s2ffkeNeg0osMqNA0yA1XFjxyEiIhwJBFiNjMb4qR9UGGN1z6GrqF+/vmAoAH3AKje/Icbq8wRWqwRjlXSKGw/SEJOU+Uz7R/P6nmjXtIZWmZUOWO1VA4r0PMSlpOAlCaEA8kQxVplQABxCqvqNKvM7D1OV89veIxcoY9XJ0V5UAOSURzmsrdm4f+xgW6u6E6rVqP5M295SGGMBXb/S/Z5gCQXwXF2lqgGrtTihAEIjEjFuYCsaq82cV05+MY2xmlPIBpszg3BHOyscPHcXfpx4wkJ9oyrVj2siYr8+NfeYwWraIlae6Khlv39O3sGssV3M3v5CipO23LI/HOMHGB9OgJTRvrEHft53G/pCAQjpYblfNS0g1O8tc2LVbFdzaE3mY+4cJ+Qr5ihTJSM+Lg5DSIxVdnswfUZngZf5y/kZq9d3TsWuo1fxxvDuFJAtKS1DaZkVUlIf49uvAxF14zqOnQrD9WvnoVQo0LZ9ByhsPZBdUMYAq3Nn46cV35qzGpJlGao3BVbb9aV7owl7ksRTdbSzhpdzCR4/vIF7d2+jU81kyMoSkJl4GwnpJSguVSK3oBDWrnXQbvgKlLr6ICdfiRLCGFUqEXEyCGPMCKyS8AsTXyXAKhv/lTJWryFAxVhVxYVl25Js3y0uKcaliBiEXbyKjnr0t3Wvg+Z9Z2Govz8N+0CXZkpg/pfLMUnkFm8xawC+BjtDY6xKP7xq6oKvJekm2VkMZDBF5ykVHAqAgL5vjxuiBlPpLn7yloAF4/eduIDhA3uwgCt7spXO7lIGWNUfV54PWBXrJ1LHubAIG8hqe9DWUIVE0oCr5Dcm/KDqHolDv3G+9lke5mz7F03WkxuXURC6D7kxd5GpVOK2rB5GzFoIV1eGrUoOUVNd5w/9hnHjxiM8PAIPHyZQYHVCBQKruw9dpaBq6+YNUNcTeJwFxCZm0BiriYmJSEtLQ25uLhISEvAdTygAkt/HxwdtWjQEOdMq5mE6jc1K2LYkL2Gskhit5N8yHsarUFtLxdL45BFglTBWa3tW4lAAKsWT03MRk5yJzJxCwdioQsbTd5/EVPVyc0Sz+p6oW13DVFWlr2zAav/eBFjNx4OUZLzUpglSRcZYzcvOQq0aMuQXaB8co6onw1htSCfjp3KJjFUPxm4EWG3ZsqloYDU5JRsj+6kO4GA0+W3vaZAYdMP7dkbD+vWMbVZLPiMtoOtXut/jH8l5Dk4ysjBLNskWqGrAau1qmrfO52+mIKBPC8jzzQ+sklAAuWYEVu1trXD0Ugx6tdUcVCTUN6pS/biOR4DVl6rvluyLQhlWn+2qZb+QczF4d7iv2dtfSA/Sln8euYGA3txT2IVylb/fztsdP++/gz56YqxKl2jJURUsINTvLXNiVWjFitGRzMfcOU7IV8ypxYMHsRjSq4OaCEG3jbPvFj9coR9Y3XnkCt4Y3gMKJVBUXIYSBejnUgXwJD0Dnl7VkPooCSlJD7Htj9/QqHEz9OjjjzqNW2PW3BlYv+p7c1ZDsixD9SaHV5EDqhgWF2BvZwWZsxUcrfOw48BpyPOUsFfmo5XTVVSzyYSNdSmynqYjO/Mx3Gq1QJMh3yNLWROFhK3KApMRp4IwNmCE2UIBREXdwGvDejMweBmzsTvkZDhG9u/EAuMsO5FuFWTA4ftJuVi3zbD+1eq1QO1u72Fgv950vayK5EZCAbw+boxo/Y3x4dNnw4w+vEqKbpKdxUAGU3Se+vqkCo2xeuZsGKaNG6xuQxWlSfV3/4kwvMoeTEWdRMV+5tRXFzjVNQUfsCq2LaT6yPlwBtjTsFUZpioFUjl/VTqSrd2/fMoQvSyXsAXOfzkbdYsLUFBUhE0Xr+CjbUepf7q6utEDq7Li7sPduxmNsXr2QDDGjx9PY6w+TCAxVqMxYdrcCmOs7jp4hYKfHTp0QJ06dfDkyRO6lf/u3bt0O39qaioIW7VBgwZYHji93DjFzW9jY8Obl4Cqbdq04c0vZD2pWBqfPJtqzgi7XEWAVSGD8N4XREKlSRUU96xjrPauSRmrsSnJ6CURWHVxJicY8teIC6zqi6uq5qvqibG6TzKw+hAj+3XQapAf/z4NX28ZgreHYviIgRZwVZq7mpxa1690v1sWkSab2CQBVRlYvXznMVo08IRPw2om2UA389OcIhpjtajEYMhwSWXeeZiBe4mZ6ObDHORBLqG+UZXqxzUGsV97W/Mulo+nzShnv0OXHqJ761po4/1sdyNEx6fj0q3HGNrdtAd1C7AqqQu9MImF+r1lTnxhmlpyRXSBVSFfkVyAgQwPYmMxuHd7TXxVTkiAj/QAqxH/TMGuo5fxxoiXoFAQ4JEAHtrzZtwTJlQPucLDr+KLRbMwwH80xk1dgDnz3sMvP/2fOashWZahei/fHIrm7frCGlawsQHcnazg5VKKg4eO0Bix1dys4e7uAgdrJfJynsLH9jwKn9yBXJ6OGq1GoG6fT5GZb42SUnLaOg1rShmr5gRWb9y4gaKiIhQW5uJRahqycnNQXFQMRVkZFHT7vhI21tZwcLBHdU8PNG/WEtH3M3A/tcyg/lbVOkBZpzceZ8hRWFSstcNQLGAm5jmHr8EISGns4VVSdJPsLAYymKLzswBWp44ljFWWeawJmkp/O3jyArPNX3MeVbmaGsNYFdsWUse56AcPMXmI9lrfUFt2fGXqcx9nzOlrFSnr7u5geCTcRlF6Gi4/TILb4DHoPHgEBUodHJ0omHrm46l46buNsLK2xsUjf+K11ybi2tUrNBTA5fAbeG3avAoDVnceuEzZpFxg9f79+4iJiaGsVRIn1RCwys1PgFW+vKYAq1KxNL62tKnujLBLBFh1rLyHV5nkhIJIqDTpguKeNbDatyYUT6QDqzk5ucjPz6Nxd/guDzdnoxmrMpaxKhlYffAQI4d0wOm7zJsrb1kWQkND4e3jR99ikYsbd8W7VjHqVbM13ICRpzB0/QN1muYBY/Cjv0xao/+HUwtNmGQRabnMYwFHe03cISkSC4vNy/gUU7axunLZPHShFpMhprhKkaZTM20AWKhvVLX6VbSRde1Hyjt+LcVsxRaVaAAAlVAHO/75YVBnDfPYWAUswKqxlqva+YT6vWVOrNrtq9LeHHOckK+Y01IPYmOQnJJIz00gz/c5ubnqMxSUjkMRduNqueJ6tXgCvz798ObIXpSpml9YhuIyK5QqlCDDaSkbsDXy2iXcib6O3zf/jPfnf46OPQagzMYNH308/bkDHobqTSpMgAQHezt4ydzh06IlihWO2Hk2FV6Opajh6YK0nGLk5JagdjVHOJY+hnvGQaC0GO4tBiGtwBby7FyUEvou5zInsFpcXIQ8AqYW8+8e1CrYyh4pjzKx+7xh/UsLi9Csz+uo1agNrKytqA24FzntmzDYxJz6bYwPMyClcQdBiQXzzNl3iCxTdK5oYPVG1E14uTpAScB2ZRnKyspQqlDQ78oyAvqX4fDp82Y1yRC/Xqheo7YoZrNUHzEfsJqAVe8fxzFOzZk1fhZWvf8Avdb3RzeQNOFoFDgKo2tzP5vVXJVCWHFOFq59PRfNq3kiIzcP2yOi8O76v2lcVWcXVxqSMfvhA1z6ah5eCvqT9v9tG7+lB1mRlztknCgoUmLCtIqLsRodfRcbtx5AYWEhLVN1kbK54SUH9G6HV17uDXeZJxwc2FOLAfDl181LZAYM6YJeL3Utl1+oocwCrNZwRthFC7AqZGtN4wulfB7AaloeYpKS0bttE6TKRUzO5NDQsjKUlCroAwMdnHXqZVNWogZWuW+wmThAnJMHWbaqVn72y76jF9DSR3wogOjoG5g8sh+jSRGQRbcEZCEyHhjZnYnHorq+/DsLIaGR+Hh8E7RsUD5kA01HQNV1QOAGMrhaLmMsoOtXUv3MmDIteSwWqAoWsPSNqtBKFadju0ZsKID2poO0FaelRbK5LWDp9+a26Isrryr4ys2oaLw5sjeKSwFnh/ILmBuJpVjy4TTIn6bj1dFvor//GBQWK5FdqMRnn7yPX1Y/X8ZqcZE4YNLKyhq5+UrsOnUPpU7ecLJzRIE8DiUKBerWqglrRS6KU6/AtTQJshq10bHvqxRw0AUlibeqgUkHB5Odl4JkJSUUHDN0kdtP0nLwz/FbovTvNnAUjadoZ2fHUG05l7WVNd0SzI21qK9sY3z49JkwPE5NQlJqqmT7UGDV0wuOjk6S85qSwRSd1cCqGfyBrw4F+XkIv3YN0ycOp4xy8r6DrsVpYiXeW/w/LJn7frmsJJTmV6vWY9zIV2FrK669uULE+rlUH4mOfojJIzWM1fm/ZQGFcjYMAEPW2bJIc58yVnnHmQSsmh6ORl8S0FRf63PTiElvihc937wXv5qHptalKLa1x9+nTsHv0xVo2Lq9mn1KxrLQD15H5uNUDNiwE45OTiAHnHFf7JAxgTBbnZ1d6Bhh7qu0tBTEnwsL8ikOpe/Sp4eU/I5OznQMJICy2MscGAdlrF7MQC2ZhbEqyu6VjbE6gDBWjQBWKTiqJAM0J9I9xwJF+XnlgFXVjn/VWwX+w6sYIQR63X/0InwkAKs3r93A5An98NslQC7PgrxQDrkcNBTA5H7awOr8DVnw8wUCg0Lx8bT28Gmsy0KVY9fXp4B3R2EM74BLBtjjOEq19cI7X6rSMQNvwwAZNoUwTNfBM97GfF8ibxceDiefGdD2lf2e2LTUFy9y5FepE6aoTmRJZLHAC2ABS994ARrRhCq0beSOdSTGqgVYNcGKVS+rpd9XvTZ7XhpXBV+5fv0mXhveGwXFSuQVKpFXBHpQE2Wt0sCiQGpKImrUqgMlbCmLlQCrJP2XS2dg03MGVsUAk4TVl55ZjL/2X0SRa3vkl7mirEgOB+sSOJUkAqV5KCtTwL0sGW196qJ1+84gi3JysrQ1iSGgc0kBJs3he2StlZKagz/2honTv0NnODu7mgUcMcaHxYLdfLYRC+aZw65cGfl5uVAoFBTklnoRAMrJyblCgCiiC9Hr/PlzGPhSJzRrRFacVhSIVyqtEHL0FP49dZ4CqzWqe6pVJwf7nL8Ujm37jmDSmFEMQ1ki8CvWz6X6yE0uiQrA/A0J8PVppI6xGhp6GntWsSQrAARY5R9n2PW6ev2uqj73d32ftVt5xdaz5Zp94Vt9pLrCc0v/8OQhhC6ZjdRiBVJLS+HatAX6jX0TMidnFD+4A0X6E6Rdu4S0rAzIuvXFoC9WUp+ws7PXerFDwFfS7ja2tqJevEitMBnLiD8rFKVaDFVdOUQPG2sbqgf35Zak/Da2el+O6dPbHMCqtQVYleYWlQ1Y7d+vJsoIsJqYgt7tGotmrArVOleehezcfBQWFiMvv5DG6DHm8mklnrF67uoNzJ3QD1mEdFtIgFVm63/kHTkmD2mEH/cyGvj5ZCHosByRFyPpdwLA7vxhhLZ6jyPxwQZg0ef8wOelzb/izzpj8NMrMgYk3eeJTTRtAla9dxxHewzCv9MaMfd+BgI39kf9f/fgnUed6O/J/+7BcvRn8r/Al65fmdvPXmDTWar2glvA0jde8AYWqF7bhu5Yd8ACrP7XvMDS7/9rLW58fauCr0RGROHoqVMoLilBcXEJioqL6eeSklKUlGqHVyELYt1r05rny1gV0zo3H+Th18NxsFIoYKsohI2yAFbKQtgqFfB0s4V3PTd413VH7ZruFGggjC3CmCSAGR9jVUyZ5kzzPPU3xofFgN367CMWzDOnfYkswoQjNFBDLDq9OltbUwBeDAPYWL3j4+KQkpyIxORULSawi7MT2jZviks3YwAFGzOPLUR1z6d1a7h5yLS2VBurB18+qT5y8+oNTA7QAKfz1yfA17cR4lOB+NQsxN8JxamgkeqiOgZMBf84w67XOUoNnknIT+T3cDT8ehTG1NL3WbsmDWu6YPb3h9U/rlngj4dP8sxppgqVRfy2uKiQhngsKS6m4xYzljlScJLsTCY+Tv4RUJPcqyhWaoVWtIKFmwPjoMDqBQtjVXRTVTpg1a8Wyp7kmh1YJfFbyEMWCZ5uymVjYw17ezvY8rz11ZV77twZTHltJIIOJ1CmKr0K5fCWyTB3QiN1cgK8EkYrHYTj4xEYHCkRWOUOtESsoYGXcw8qsNYbF786BUwng7Yp1qn8eaVOmJW/RhYNLRYwjwUsfcM8dqyqUizAalVtOdP0tvR70+z3X8pt8ZXK0doEECZbTwsLC3gZiWTLP9kqTYBUO3t72BjBdKrImj5P/S0+XJEtK142AcRUPqzQeeFBgDPC7lOUKcB3j7wkIAxsKVuixWuGcviDEDhFSFRT/DXA6rz11+Ht0wHx8Uz4P/mdUIRwgFW/1wwBqyoAlauxdGCV5FaBq1UNVCW68zE5yUsKNeOefWmgCuSoeoFRGV4cSfG1ik4r5Ltiyreu4YKwsHTUlDlYDq8SY7DKCqzeT0hBnw7mY6zSTkriX6j2/4sxDl8aSue2FvXWlwKrASMRL2firRC2Kjm0KvQO8MXkRiBxVeVy5nfyl1wBJBzA+kjsXKPDWNUCS3UVMxJYrSXHLgKojmiM0/v0s2GNNVVlzKfrV+b2s8pYZ4tOFguIsYClb4ix0oubxgKsvrhta6hmln7/32x3Y2pt8RVjrGb+PGQ9Q7Z4E+CJf5nCbDutaNahsTV7nvpbfNjYVjNvPhVwVqZQlIvHS0Ay1QE+urF6VeCavnjB5tBSqo+QtX6APyFRaWKrymoTxiqzxo+PDIVMJgMcgeDAkQiY8myAVRW4WpWYquZoP4sMjQXMgXEQYPVCWDpqeFiAVVG+VRmBVeWTXNxJSEG/Do3xWOThVaIq+4wTnT13BsHbQ8qV6uc/D6vmMoGss7JAgVeCqzL/IimwumvNW+XyJZGt+1ca0y3+9XXu6oYC8GdDAdRHAv7vveOIH8WECdCVQb7/80iG+DodX/gwAMRkun71IvjZM3ZrS3EvqAUsfeMFbViR1SLA6s8H7qCvJcaqSIu9GMks/f7FaMdnUQuLrzwLK1vKqEgLWHy4Iq37YsiW6iNkre/n50dJUkHBkfD29gUcPRCfmkAX9pRAlRqPwHl+8PaWYcr78/Arb8gRsl4PRyO65Z9rS+7v+j6/GLa31MK8FjAHxqFirFqAVZFtYwFWRRrKjMlW73xITwic+iMJEaCKEcAUEOAjp6EA+IBVcp8Co3ueqrVpwQKmZPs/AVBVh1e9qx6YmUEYPYCjF0k+L2juMYdW+f8s1/7NjHWtbKKkTpiVTX+LPhYLVJQFLH2joixbNeRagNWq0U7m1tLS781t0RdXnsVXXty2/a/UzOLD/5WWNr6eUn2EAqs9/GiB8XLmEGpvH1+6Q1Uuj2dA1fcZUJVcU+ZZgFXjW8eSU4oFzAKs1nRB2PkM1PCwt4QCEGN8C7AqxkrmTfP1phsIDuyHkMPXOYLlzCAMIIgwVjeVZ6wap4W+N2CMNEMsWOPKq9y5xEyY4fezK3clKql2nZq7l9OsMtjyWen1NK8EXq524luHOaD4uV26drH0DWlN8az8SppW4lPr6m8BVsXb7kVK+bz6fVUbL41p8xdtjBDjK8bYyZLHYoFnZQGLDz8rS1fdcqT6CAFWfX0ZYJVchC8VuJ7Z/k+A1XlT/OBdW3Mw9LzF+oDVqmszi+aV0wLmAFatapJQABmo7m5nAVbFNHOlA1b71wKe5OJ2fAr8SCgAcrLTC3Z9uPoG5KkMU1VeyDJW1X/pr9j96wdmqnUCVr7LbC0YW5srUo6dX+3CL4kMg1X7npmKroRidP1K9/vle5mo52mLJvU0k6A5qpGVV4q6Xo7IK9I+ldYcsomMipYvpOeDZDmSM0vRrYWnOmlF2VJIF+79yqpXZWwvS98Q71nP0q8qwlf49G/TwB3rSCiADnXFG8KSsspb4Hn1eymGq4g+wC2/IuS/iGOEkK9IaVNLWosFnocFLD78PKxetcqU6iNnzp6Bt48GWKWreLmchgWY95ovZBxQldwLDJyHzWv/r2oZxaJtlbSAWbC0Gq40xmp1NwuwKsoJKiWwmvZiA6uiGsaSqEIsIDRhhkWnwb9bPaRnF5u1/LyCUtTxckR2QcUAqxUtX8gYTvY2OHsjFS+1qaFOWlG2FNKFe7+y6lUZ28vSN8R71rP0q4rwFT7929R3x7qDFmBVvBe8GCmfV7+XYr2K6APc8itC/os4Rgj5ipQ2taS1WOB5WMDiw8/D6lWrTKk+cubMGXh7awOrhmocuGweNv9sAVarlldUTW3NAaxaVXdFmAVYFe8AlQ1Y9RtQC1YvOGNVfOtYUprbAkIT5unIRxjVuzGemBlYzWWB1ZwKAlYrWr5QO7g62uDI5Yfo51tHnbSibCmkC/e+sXo9Tk3DiePnKaN8zKvDUKu2BjCWUr6+tFLaKyEpE2cvx+ON0R3NUTSVwWcXS98Qb15j/UpVQrdmMlyO0Y6vbQ5fESuXT38hYPXGjYf0VFv1VUg+6dSB/sb5lZOmb9++4g1sSfnMLCC13x86V77N6S9k1w0JZ6T6S3yDfte+t/GHKZLrJmW8lCwcQEXIN3WMkFKPZ6W/kK9I0dmS1mKB52EBiw8/D6tXrTKl+ggBVvkOqjZUawuwWrV8oqpqaw5gFYSxej4d1SyMVXFuUPmA1doUWL0Vn4z+NBSAGOZgPFa+ozq4idTbC+9+M1ri9nYiIxyNJOcTZ2dLqsphAV2/0v1+4moiJgxojlRRfie+ThWx8OGWXtHyhWrq4WyLfWdjMbBLA3XSirKlkC7c+8bq9dfve/DKsP6ws7fD1i3/YOacqVKKFUwrpb3+2hGB+FQ5pk3shtrVXQRli0nAZxdL3xBjOSaNsX4lvgRNSim+IlY+n/5t6ruxjNV6vGJu3EjA5JEdoIrOwwBmQOSdBETeicQX00eq7xEB3PuBywKx+edVYtWzpHuGFpDa7w+dzQRSQwFHGWQywNvbG76+HcAEz8mi/yUx5uKJb0RGIjIyHpHxcshJivh4/PPnfMm1q4g+UNHzp7nHiGsXz2Lblp+p2hOnzkTnHn3UVRBrHz4Z+uQaM0fobdjIUxiyJlZ9u8XosVg91FzhlrjP7uRzHHpv6o/u0H2m596T7IICGUxdP+iuYQDz2kiovqbqLySfc1+SL+i2relrNKHxTn9NKtJ/VKWa0g7lfQg9BuHIO95m8F1T9OLWjbtOr7w+bryPSOgHlqT6LaA1RlQEniPHzi934pdEooKx8vl8Wc6Zf6Q0sKH+ZZqu0rA0PTrXcLEAq1Kas7IBq/0HMMBqNAusPhEFcOk4ZeQpDF4DfE0frsRe5pg4xJZlSfe8LKDrV7rfD1+Mw5v+bfBILgbQF1+L3IIS1PF0RE6hQnwmCSkrWr6QKl4utvjnxG3492isTqrPlge3rsSwtz6C1L9COvDdl6IXN//ajb/ijdfG42bkPUReDIWsti9GjukJVxdnY9Qol0dsexUWlWDlhjM0f2FBLr5eNNIs5fPZxZi+0bWJm1H6XHmQo86nzxbmkE0K4ZNvqmwpfqVbFqm7mPJVNhJrHyly+fRvzQKr/TrwA6vX7yUgwK8DBVLJpQJOyefQi5EInDeSucdlrbKfCbC6xQKsGtVXKjqT1H5/8EwGZIiEr48vPZAjMhU0ZjyJIxcfH09jyxGwNf5OPAO8kjTx8Qi5KIc8Mh47dn8kuUpix0vJgtkMFSFfyhghz1XgRkwRou49wqzxTXmrsfKrhWowlYChH32+QnAM1RXEJ0OfXGPmCF7FjXoel9KS+p7dn+UzvallmZpfir340j6j8iX7gvmBVaHxTr8lqwKwygWeGUBmY71BOGoQXBXT9mLSCPmgOWQIlWHovvjyjfcRU/Sz5KUWSI3E7CUP4GcSyU2grSNPYXZKR6whL/e4n0U3gXhfEifSgDwTdZWGpfFrqySHV51LRzVXW8vhVWIatNIBqwMJsJqHqLhkDOwgdkt2HFa+HY5G/xvDslTJ9zj0/rUTEgN3YCN9KwG0GDOO6UgAkg/twtRdTwE0xde/Nsa5t4/jCGswTToih/29J5mcNKCRGNta0lQ+C+j6le73/Wfu4d2Rvkh6Wh5Yffml+rwVcnFxw4x5X6JX3yFwdfPgTSN14fbu6N7l5Pyy+5xegxqSr6v3sbAk8P1mSmtVd7PF74duYHjfFmoxhmxpSsmet9AAACAASURBVFlS8hqr19qNm+Dt7YsvpvfDqBlfInDeFAStD8Ebb42Hh8xdigom+cP2g9FAST6u3UiggMXMqYPQsZ0QA0FYPT67mNI3hEvUn0Jq35BaVkXIN9avpOpO0j8r/VvXc8W6g3fRz1cPsHo9ngJnqosCq+Qi273pX9WBjMxvzCWnAKw8NRJb1gUZU31Lngq2gNR+/+fRdEzpQRipMoRGEiAVmBfgjZDQSMTLmVAA3jIZ/HxlCAyOpNr7+cggc5QhODgUO3Z/LLlGhvrAtYtn8NfmtVTmpGmz0LkHE3JCnpGGbZtWYsaiZYLlPas+pjsnpmYqceyyAg8fM2ETXhtqj6b1+eeX4b1b4a9DF5h6Du2J/eduq+slVn8+GfrkGjNHlDe0HDsDTwDvq57NdVNwnrHhhfe0nuHD0WiMJzbuYpiu3Od3gPts3hRDLmSyz/+qtUAnJHym+0yfybNOUKURWzapD9+aQncNIuhyOgkM5TdsI/QEjiQ1wZZAGba/HQ76/cJTaq83U3ZgKXEZ9fqFT39iF771j9Q6CKWX4Atqfbl2MdXGjH5C453+WqjWlQPQnfqffv/UXl+S9OTiW08ycpg2BFokPsU9VgFtfxeyrUo+dx3M95t+HbTXz9x1L/T4h9T1cdXxceN9REw7WdIYtEBqBGZ/lok3f1X1G25qMWOhiH5Eyjggw5p3GuPSpl9wrvO7+KgjGZ/C0SCQr1y+eUu3r+n2N8NjhP45TKcsE3WVhqXxt4ySMFbPpVmAVbFd90UEVumkdpk8aHSEZomoOykS4JXbgcoP+todztDDoVhrW9I9bwsITZh7Tt3G7LFdkJBeUk7VmHs38cn74+Hr64vQi6E4FpaC6+Fh+GbJO3TROPbtuRgybAJvFXMLilnGapkoEzxNf4zvFjLbzz9ZsQVe1WsZzGdIfuydG9i+kVlcvvbeYjT1aQ++30QppidRHZktNoZcw6j+rdQp9Nny4NYVGPbWwnKSpP4uRl8peqnkZWdlYv/pK1g1dySuX7+OwKAQzHs/AP26d8CoqV/Cu0cAUChD2zbV0KGpjRg1yqUR6w9Ll+/Bp3OHYcXGfUiKfwovT1csXzrJqDK5mfjsYkzf6NpEHIP3yoN8vToL2cLUMoTkE8WkliHFrwqLy3AmOg+PHyThzTFM/xBTnspmfPr/sC0NRUorvDbAHU1r26ttK1Yun/7CwGokJo/sJ873ithN4RRgzYLfa/N0gFX2AZnnhSWzKAUHZBFXpOmpuKADF2gxIDniJAZztzhzXt5K08c8oIG0MpnUUvv9n/ueYNXcRvhyw3UKpBLwnAFW4yl7lSCt3t4y+PkAgcEEiJfTsAFBU7wx5f1Q7DhUfuwX0ttQH1751QIdJuf3VNyZAzvx5x8bsWH7USHxEDNGCArRSSBmjPjf1idMrkIg/k4w85mEWIAM3387Xkvi8N4t8dehS/S3SUO7Y/+5u+r7YvXnk6FPrjFzRDkbkUXheuATrWdxTSryjP17XZbwQPrSXk/2uV1nfKD9DPiafWYvl29NJjteGALitPuYsWVrtOcB2tTAsFRv4QIGTN4hs8liH3Thb8hGceoxh5FBv3eKw+zPrqIxkVFHH1BhTv1F1FeEL2gADtV6qzIDq8dxRDV/afkn167avs5fP7bNKOnHlHmALy8zpyWM1PiSYRsz/iaUhtRK+vq46vi40JwowtstSUywgOrFhGoMVImSNhbyAZ/a/ZG8dNIi0gXK8ZqeuUq7Ovp8WXe80jdG8Izr6jmsvOFIvY3V1RzAKihjNQ2eLlWIserZYyzc2vnD0b0arKysYG0FlCkBpZL8VWr9U5ZxvpPPUIL8Rn8vU6K0VIGS0hIUpcaiLCYUVg+ZN9z6rsoIrFobwVj9gfPGlbBQv1GBphEn8bJ64eOF6fTBh5lsNtQfhGNqFmocfng7HN6cN+baMpkHnY/Nd36MCcOOJauxFhCaMHccu4m5E7ojjgdYpQ+7nesiwD8AIYdDcORaCvMA3Ksu/Hr44dad+/j94BVe1cjCp66XI7ILxAGr965fwa6NqzDmvflo0aGrYHWF5H83iwHjPln7l1oW32+CBelJUFdmi/W7LmPcy23VKYRsaWxZUvJJ1SsnKxMH9l3Bqi+YLfc//rYXoaGhFEyfNyUAkfFAYGAgvP0CkZoShfEDGqBN85pSVKJphdqLpLkaFYdzF+5h3ntDcPfBE/zfryF0Af7hjFfRslldyWVyM/DZxdS+YaxCYmxhrGyxtpYqX4xfZecqcfW+AndjyiAvjMf0EQ3g5eFEi+reVBiQvhTLgNF89kl+UoatR9IpG7RXywL07lCTyhYrl0//VvVcsd4AYzXyUiQmT9AGVrOyshAcHExjaRKmYkBAAB0fAQ/IC7MYwChVjnmBgQjWYqyS+ZawYjhzNa0tOzcnquZqqS1jQvqIk5j1qBPWkgUu97M+kfTZAppnDROKJgtq7ecPk4RJyiy136/bcQ9T/GWITwXDWC0EAnrIICcM1ouRtM19e/hCJo9HcGgkfekY4MfcDw4Kxd8HjQNW9c2fxOePRzBz8aCOdUH6TUF+LpYueAsffrIKdes3ErSH2DEoJSkBB3f9TnemvDr2Tbi5648TKmaMeJxeiEu3HuP86buQy+OxcNaraNpEM7b/8uM3VPd35y7B/329AJ26M3FVwy+dxYdLGQBZaIwTkqFPrjFzRDlDp0Zg1nrgU97FKt8zt+oZ3Bz3zCGD1EhHDu+awtT+qy+/OerwLPQX7GKAoC9oWLNEGrPe4upuqo0ZHYXGO/01IeXHoQ9dWxpqF33rS6H68fiaCLNqkvDZh9ElfqTKlkI6qOZljdTy7aDSk0+WIYWrjo8b7yOSGsyS2KAFWF9s0AXBdP4wdizULYSRCxbPISDulJROOPaqHD+EN8bHomJ/i/Flc+hruq7mAFaZUABVDFj1fncTZr7SBS521iBAp7WVFaysQT8zQKsVbJgbYP4HUHiGgq7kD/NXoSxDqQIoLFXgbmoONmzfB+szmocvPh+ubMCq38DasEnLQ9SDZAz0FR8K4Idp4fD+Vme7EXkACvFE8Jdsp9RJk3xwF6bs8sQ3m9mJUut+HHhlWobCKm0BXb/S/b7t8HXMGdsNMan8DLuA3k0peBASEoKQc7GICr+Ild/OoovH4ZNmYODQsbz2KShSoI6XI+R55ZmwfBmCv2Hi0E1ZslKUvYXkBy15m8qZ982vanl8vxkq7Oe/y4cimDmBCVlQz8sRm/ZdxUT/DmoR+mwZunM1/MbOKVeU1N9VAsylV15uFnaEnMGW7yardSOMVbLFVSYjB7T4UpCIbMkPDg6CzGcKPMoKMP+9buXqYkgnkliovUiadb+dRsAQX9SpzYSXWPz9dhRmlaBpXWfMmTlG0C+k2sWYvuHXtpqgHnwJQm9mqH/WZwtzyNZna1Nli/H3oAM5zJb4QjnkqfFAIQNCBX3zpiSb6dqHyiUX2WIfTwBNIluaXD79BYHVi5Hw6+GNkO0hmPL+FHh4eCAhIYGOfXAEjbnp6+eHoGWBlHVHdCL9xLdHAAKDghC8nhsKgJlfyRbIuLoDsXYYC1ARQDPFE413PeDM5yStZmvisXdJSB5NfrINVjPHM+lajOkiQoZOM5CF/34Z1r7bGJd++QVnu5DFqBw7vwhHgy91t4eR308AM/Rvcdans/cYT2zgbG9eOyxTUz92yzNjD7H11q7Ht7+eLudfn76tn2kstd8H7UyErywevr7ekMlIXFU5jaNKxknCWCVsywB/GfwKQyCXMbFWSQxWeY8pCHo/BMEHyo/9poyXq5d9Ct+uvWidI6+cx5zF3+LCyQPYvnUDfgzeL6qviRmPiaAdW9dh7YolVObkGQsxddYivfLFjBGqzAVFpdj09wkkJ2Ri2dLX1DK3rF1OP5NyIi6fw87f19PvY998Hx27acIFGdJfSIY+uXz6C/lKeWMYeo7Wvcf9bo575pBBasSR80jfmsLU9YK+/Oaow7PQX0w3k+ILKnmGfEJMmeXTSPdhri5x6CNyvWh4fclXPx1fqy21fjz2JXPap5l4i1dnKTY25Idi9aw6Pm68j4i1hSWdOAuQ56wdiA9gXwzoxWgk+KcWLsRoQZ73llxoymJBYjQT48vGjt2c8s2gqzQsjb/uZTVccLGqAastP96D2X2b4nzMI9x9lEmBUrCAqZIwUpXMP/Vv9HuZ+nfd+y3q1UDH5vWwbOdlKPbMNugllQ5YHVQHNmm5DLBKYqzmiDlEKA4/TGWB1To6TnmlMY6915gyUF7+KRPTCfiqTiPHzs/ZxVEdXRnk3g6c6j5Os+gT098saSq1BXT9Svf7nwcjMHNMV8Q+yuOtx1i/lhRYJQwtEm+QHNhBFo1+QwIwdfZncHHjj49GtgMTYDUzV9ifE2OicfrAVvR8eRyatukiyp5C8tcsm07lzF68QS2P7zdDhbVvIsPs7w9r8i/wx40HTFxFUrfgA+F4fZiG0i1kS1EVE5HIXHqtCf4Xe1ZpQFVV0YSVR5iqXFC1RbtpeFJSRgGzHxa/Uk5LQzqRxELtJc/Kx5p1p+FEMNXiHMDeDZnyPBRmpVFgd9k3M1C9uuFTlaXaxdS+IaKpeJMI2cJYuap8FSFfjL9n5xTjwo1kXLlyh7bZxzOHoXZNZnwY5Msf2uN45ONy1eXTPzUjD5t+OUNZop4ezhg5rDPatqgvWi6f/q3qsozVjvwxVkMvREIeGYrIO8zYR4DTUPKdAGqRkZTJ7Rfgh8BlQQhZH0x1I2xvCi57+yJ4gw6wSufsTohfJ8fEr5iwPZc27kLi8E6I/1Qzn1/a+AvOdmVBTq35+jjixmrmZ5Juaz3mO13U7oR6vueXUd6zSLolZHuYWm4cfvhco586x6MIzFoHfMrqrSvJkM5k+6jmmQT4Zgv7YlfnGUZsvXXLruvpVG6cTsks0NuNpPb7NdsfwVsmR3wh6F/v2t5063/IYRIKQA7vVBmC3g+FrIcfPOIDaWiArFQgcLscIZFTsClkhlnHSwKm7v5zI5U5+vX3KMj6+dw3MPqNGWrAVWgMETtG7PpjA9b98DkVN2rSu5i1kGGU8l1ixgghvcTeF6u/WHkkHZ/+Qr7CJ5/2xUtNEMzTV7h9lj6j7/Fk0+k+j3O/6zybaz3bc9MZkkHGGs14Ibrs1JN4mXdNoWcNItrg+vMbpafWeoYju8L0F1dR/b6gb71lqD3FlambyhgfZmQQXeLQh3e85ms/7vpSTP1UZfCsZUVVlc/fuXOkGB3EpCHKGLM+rjo+bryPiGooSyLRFmD8LH4Us1vYuLFQpzDy7PbpA/TnYEHMc5+XDj5kSEl9vix2/jE0h3HKNYOu0rA0/jqXVXfBxfNpkDnbVJ3Dq1otCMGcfk2x5extfFS6CDaluZraWdmAoa/aADZ2gDX5Zw/YOAA2jrCydQRsndjvDii1dcNnNzvi9QGdsGznJRTvrprA6vWYZLzc0URglU6EKqYLE+CeslrpQweHAUOAV7qo01lUUae+ygYTb8ougESPCJITZmbk4GZYHBS5ZWjRoybqNjZtu69kBf4DGXT9Svc7AQPnv9YT95M5fZBjl5Fdm1GWDgFK9l6JQdS1i1gy7w2a4oOFyzFwOD+TML9IQUMBiGGsTn6ZAVN/O3ZVdIsIyR/ZpxmVtfdsjFom329CBbZq5EYX7WsW+ON2guZk94Y1nPDz7svlgFU+W57atQb9x8yG1L+GdDOHXnnZGVix+l8EBQagg3cjwAHgA1UXf/gx1h8qpQfyNG3ohQ/efIlXNX06kcRC7fVXyBWk52RiZP/2yC8ohC1s4eTsgO+D/qaAVUefFpg3SzsGH58SUuxiTN/o1666kMvQ+6ej0vWmE7KFqWUIySeKSS1Dir8XFJUg9PQ93Lh/A4tmTaR20Fcen5349P95awRKrdIw+uUuqF/bS21bsXL59BcEVk+FIsDfFwF+TCiURo0a4bfffvt/9s4DPqoq++O/mUx6m9A7ARKalABSpEhERYoFG7pW3NW1rrC79rb+1bWvArqKursCdmxBpCjFUA09IE0gECAkISHJpE6f+X/ufTOTKW9m3kxmkiln1ixTbjn3e8998+5vzjuPR+8vXrSY3wmeCavzX11suZkVMGdWLubNX4z5LGJVVFi9Hj1XWITTLpaI0T/D7odSu+9qyyiveNgSveAgRHoSUdy1Ye+SQhnwtiEIs2dHYu1VlsvDrBG11ioehVV/bBbfFFtvqMm6FR+3+LKyiqvsOO1JVGW1fV33b39WgsLC/OaOLTct429Yblq2+PlcFOfl8sjlwnIlCo+ARzk//yqwZIX4OWlLjpf2FA7v24H357+EhR//gL07t+DrT4QfE2+8/V6MGO16U0gpx2Nr+/V1tViz/At8/cki3PXA45g+S1jPYg9fjhHO9cXs9jQWKcc4d3a6a1fMfm++4q4P4YcOdrNY4eHww4X1XBz2G1vPoijsz80vcj63d/xRpvmHkhqnAAz7dSq1b097Cn8FMUbEkzDrr51We5w3+2J7IpH9j1vPbtkHbn1BdL8VeGHVXx+WLqyK7y8dfJalwPHwg5rjj3tSeUv4nvPKGBC3MxD74/Dxcf99ROpcUTm3BBx8VLjxHv8hmj+kHgs9H8+cj0H83Aos+K4IYKkH3Pxg3mxzS4VVp3Xm8B3mSKaltvqmpYnPSlgKq4MfW46HJvfFxxsP4TEdu0yKCalyQM5EVSakKoAYQUyVxSRwQZX/xSYKoqpVWJUzsTUOj27viTsuG43Xv/kV6u9cL7uyRxeKEauKygYUWoTVSkkRq+F/kCo7VYUje86w0B4UH2F30i3EXU/OC/+BhdgInP3K+fWnK/fioRvG4lSleITP1aP6QZmphKpYhR92C3er5e91USIWSfjvys2iI2YbHxYBUuslFcDuLb9gwT8ewS33/w3TbrhVMj1v7TMb2cNqs9Vu5/ekdDiwZwqOnHEUnjumx+F/P+zCbXYRq95YSunLlzKBsKuishLvLlrDxVV2eatzpOqTf38UXbt1wXNvbOYC52P3XIwelkv1xWwVs4mV8zRfao0e/1j4LZ5/6FokJcU7NPvp15vw85qNSEyMxwfvSstVKJVLS9eGL3NlX9ab7/rbrrVeMNpvTX9vLfsHWiJWc91ErP7ySz7m3inkHrY+lnywBIu/XMxzTOfl5wn5NG+eg9zcWTztAYtsYZeKz180H0tEhNXeL1+PG7EXD6xQ4unue/BFt+uFvHp37QH/zBJ5JTy379m+DHvf02vnz0Q8au8GXPZ9BpbYnVAX8B9ahQ3wOJcqntp095kvNkptw/3q6JqRiDIPkarWmsFY92mV72D45FnA7/N5CgwWsTpvfjH++K/dHpezP8dL5wb/9/azyB42DpMunYmFrzyFEWOENAF7d2zFw0++LNq/r2vsrusuxsLFK5CaJqRpEXu05BghZrensbiz/60V9WDXNfzxqlS3drprV8x+b77S0mM11ScCwSZAPhxswuHffqB8pLFRhx37S3k6qGKVCh0UMbg490Kkpwq59ulBBIJNIBBamjEcI1YHP5aHhyZn4X/5B3DtqD7ookxjV/3DyG9OJeM3pWI5VPmNrCCzpQVg+msMy7gqYzevEm54laLQ4+XvtuGOy8fgja+3Qf39wx7nLRSF1djKBuw9fhZTR/RBJAqrqspSVJcctc1LrLIfjhUUAQmZKCxkd4fNR0LGEby+SLiTOz0CR8DZr5xff756H+6/fgxOV1pCb+y63rtrC557+HbkDMxEfmEhNu+pgfU9Jij8Yd6jmHG1+B3bm7QGdM1IQG2Twe1gKstL8bdbZvLPX/rwS/TOGiB54N7af/Lum3Hg0Ha8vPALDL1wHH7bVYCnHv4DMnsOwjtfrZLcj7uCHdPisPjHXbhlenOOVXcs1y9bgEtnz3Vpytf3pRjti13W9irOVeKdD1ZhzpxcsIyB1pyqTz3yOBdV2eMvLyzHmGE9cfuskVLMcCnjbr5qVA34esUOHDv8O9LTa/HM40/Y6m76tRAffbREyF8JIFGmwdtvPIfkJN9P0sS4+LM2Jg3O8Gv8mw/V2Oq5YxGItlknYu23tG1f/Mq5LzZ2Kf1bGUnl40u7YvYP6JaCD1b+DnfC6gaLsHrq3Ck+d+yYx9YGSwPAM2sqIYip7K7mLKqf5dW0HEaZsLrUSVh9wxJxemNXFb5+bj1+6dEXT/15BHrgJBw/E1LyvOcQNWpfhlnD2rArt3cDLl1Yg/u4IOv0mZjHlu3FA5bLw6wCLhNWn/61naUN10olK7/Fndv7cjG2h8PH7vpzttn+tZfx2Np3LufX8nOo5M+699arzNiE4/++gOfe5RGrxcDcp95BhyzxiFFv7Xn7frPWP3P8CN5763m88t6X/C22zlYVFPPnM8Zlwv64Y9+n1PZZnQWvPIkZs25B9qChHs325Rjh3NANlw3Dx98JP9Ledd0kfLNuP8Tes9ZzZ3/ZeeDzDbV8HV6U1YCLhrRHRlqCQ3fu2vXnO8LbPNLnRKCtCXg73rW1fdR/2xMIhI8wUXX7/lLMvcmyJ9IC+46cwuI1hbhy6ih0au/+x662J0AWRAqBQGhpho4p2L61AukJYZgK4L/5B3DD6L7omJ4miKhcTBX+WB5VvQnQGc38T280o6q6DnlrdrBbXGHs6CFI79QBPRPqsTT/N9x++Ri8uWwrNMs9Rz2GmrA6+bKuiItgYVVdcwZlxUX8Rjhs48kiHVkeOpUmE4UFSpuoets9N2LYqFF2a5ttqNahOcMlMOAG581mMA8FnjZ0zra534wKFrLyQq4i10gg+zG0/iZy2c+/4Z5rLkRJldYF5oRB4jktk1PSMPepV3DxpTPd3iW4UWPgqQDcCau3Ts8RnbzPVjPRwvvDW/tlpafw30WvYvWKL2yNTb/qD/jTfU+gazfvd032ZkG71Fh8tnoPZk9t3mx6YumtvUB97q9d585V4IX5n2POzbP4DXiefvRxdOvWHDL39Zr9GD6wK/pndvTLVHfz1aTWoqq6Fkajkf20hsxezZJNY5MaleerAKMR7FN2Q8OOHTsiOdn7HeadjRTj4u1kMljz6c13/QJsVykY7fvrV/6MpbXslyKsqoSUyvxhFU35TbTYG5ZLwvn7tt+lBHGVpc1wL6yycMINeKB0pEU8dTruc9FzF37nvfbDP/n3hsh3g325i/phmiX1DxdKRdtwnA0ulNpdrjzt4XvwKJhAK1we5iqgAs51bN/Jkmx2HIMg5Np9r0tqwx+Pcqzj77rX/74YTE1nEcnsXGbkzPsQw1JTAWCfTb4m1zFidbEK9/zDLoWAD6ZLXQNvvzAX3XoPwE13PsBbn//yExhpucnTnh1bMO8p8R+rpbZfdvYUWDqA/oOGebW+JceI6y4diiXfC8LqnddOwnfrf4PYe1YjnO1/+rV84QcONh3sB5ByduM8IS/yv1+Z42C7u3b9+Y7wCoUKEIE2JuDteNfG5lH3IUCgpT4iJqrWaoD0BGDjkVPIzy/EddeywA03D/7DsHBFJHsI5xU1dj84hwAkMiEsCARCWNV3TMGOrRVIS5CHT47VgZYcq//5ZT9mj8lG+7QUm6BqMAJaoxlag0VQNQn/skjVr5dvxFXTxkEeI8dXeZswfUYuuluE1VsvG4O3vtoMzYq/eZz8kBNWL++KuIrIi1g1GTSoP/4NjOrzyByYw3OOscsnC4uLkalU8ssp2f1Ays+Vw1VUZVMYeJHRt6OCN2FVyOfEN7H8SwGWDbBvvTiWDvyYvX1hfrvhEO6aOQKlNd5vMuXLyNjGh6UCqPMQsepLe85lg92+N9uUSQp8tW4frp8y2FbUHcufv3gbU//wV5cmfX3fm03scyl2Hf31eylNuS3T/6Jrfa7vPF8XDXB/SamUxn/9vVZKMVsZMS7+rI3xEu3e5sE+b77b0j68tc+g+NqHFL+ywnZum7GwvueJi7W+O/tb0q6Y/VKEVZYKoNbym5NVQC1kG4WCQrz9ePNnzHb7z59/9XknYdUnd/W5sPtoUp+bivgK/qx73eGPkZOb03xzKhUw59ViPLZEiGaWGRtxbulg7gPWiNW/PvMuOmZP8ounlDXMGn7gthl47b3PbT9w7tm+GV8teY/3ycTWkWPF+5favi/G+3KMYO3+551XePN3/+VJzP/n4xgxRrB1747NmPf0a6LveTtGlJ6vx7vvrONpa9opk3HDrLHIGdTba1/uvju9+YovfKgsEWgLAuTDbUE9vPpsiY+Ii6rCVQPsh63evdPx1/9bgj/eNUscitv9c+D3w+E1K2StPwSiVlgd8EgeHs7NwkcbCnHzuP5QpqRCbzRBZwD0JiFSlUWosudMVGViqyIG+OKbDZg5dQzW/rIH5ZW1+MMtM9Ejvh5L8vfj1svG4q2vNkH74989zkWoCau5l3fjEat7jpVg6sg+OF+v98eXQqKOWa+CqfY3oKkMqoazyBmXg/R0Ierx1Cl2x2QVcnNzsfjLPORkZnJxdfyYqZh+m1huzZN4fc5uZL5yA2Y75JpjrbHP1lqiWdvhPlsZoQ7GA2tK+mHpC0p8bn29rRoDbpyNO88uw1PbmLJwOTbwBNEqLHtuGRadFhCyMu/PrLFr3/qeffSms23s9QlcvHgUTru0xerZl7c8vzEDi74WfqHz3KfdWG02O4/T+dLMZndw9ivn1z9s/B23XDEM52oD63eNar0grKpZrGHgH57aH5ft/ZKTgmPNN6Lyx7rUxBjk/XIAV09uTl8QLJa+2CfFriNbv8WM66Tns7Xvf9V3n2HgBPEblnmy03m+xkqYI0/tbfdx/sS4ROPa8MWX7MtK8St/23auF4xjh5j9/bsm44NVv+OSEY4XtlvtWb/hF8y5+RowIZU97CNT8/ILMf8Jy2eWaFUhilWozYTVTz5cECgkou2UrPwGd3xtvUGO/fdgULsN+8b9Wfcy7xSP9wAAIABJREFUQyPKlgjXmxSrlMg/Avxt4SqkNf3M/YJFsbK/ebNUSEchz7H6/GLg5hdX+MUrGGvA3pBgtO/rMeKjhUL+13sefgq7t2/Glx//m7+++a4HMWrsJNH3rGNwZ/+Cj7bDID+P2TPGoWfX9rYhe+uLFfTnO8KvyaVKRKAVCXg73rWiKdRViBLw10eYqFqw76zD5f+1GkdR9f8+WI7CgkK8+IJrcImw/14H3O9un2+vAYjthcX278177mYtwHGP/OJHrleSPHuPh4jaEJ03MsuVQCC0NF2H5PCLWO3/9zw8fEkWPlq3F7PH9UdyUgoXTw1uRFUmsMbKgSWfr0FaajJyJ+Zgw+a9uOTySchMFITVW1jE6pcboVv5qEdfI2E1eEsxtfR7lnoOvTMz+R3GHR5aFfYVFiMvT8XvpswiV9mllOzfdxYuETHKXjwVPp429894bARQ8OGHWNKdCaBKYO96TPm+HZbyvG9CnZNcHLUeXC2vR57E/U/uRB/WRpe9uP/Jaty5+FKnS/OtAil735uw23zA5xvc7UzItT94u2vLMi6rSMrsXwC8zG1x7ZONddNoNm77LyDncbqfU29fmCu3HcdNU4agss59LlR/PKbBIqzWB0lYDXb73sacHC/Hiq2HMHN8lq2oO5arPn0DM257FL7+680Gsc+l2HVoy9ctElYHT7zRZ9Oc52t0VrLPbdhX2Hm80af6YlxobUhHKMWvPLU2JisZOyTOmS9rW2q7YvZLEVbZj4D+PoItrPprV7TXC9S6729YC3RRNkexlgNzFgO5A1XIP6LE/U9/jIyu/f3C7csa8KeDYLTf0mOEL+NoLfu9+Uqzza7nq8IP5uLplHwZq7SyYj/2O4sS7Md/53Neaa23bilXloCnH46kn6sHdBz83N16+bLVPk+2WHuXUiZwlkr34cD1SS2FFwF/fESqqMr2+Xlr8rFo/itITnJK41W2F/e/Dzztkred8XNcJ+J7YXvOzntuey3AcT46KxPw0BvNiQbffXQaztlyPbXm3Ln73mDBXdbjtUhglmjAWRDtFj3WuevP3+Obv/Uc7QiksJoaH0apALL/9j3mTsnGh2v34PoxWUhOSvcoqrLo1Ri5DCtXbsKMqWNhlsmxYs2vmHzpBGSnNHJh9Q+XjcHbn+dDt9rznaNDTVidPLUb4isbsOtoCaaxiNWGwEYOBnGpuTSdULMZsabjUHbJRHpnywmlVsWjeGpVViEVWPxlMRdXi4uLUVyuwmsL3kNSkrPQchKv37kbma86/5Ll/L79a6mfOZXb43SCxPt017/lgH+nNWKWve6Hl5dYTli9tiXVRrF+LOLySE+2OU6Ls185v/55ezGumzwQ1Q2BjSytb9LxHKv1GlNQXDDY7XszOiFWhjUFRzF1bKataLBYerPF/nMpdv22cZkvTbqUHTp5ts/1nedrZB/f86Tad7rnZJNPNohxobUhHaEUv5LemueSwVjbYvb372KJWB0pHrEaqPFQO6FFIGDr3tCIM/8dzQfHo1iLgfueWYyO3f0TU+0pBWMNBLv9SDxGePOVZqbSz8mCsxo8nVcGp8fgtyqVqbdzdbF9RAutZ4LQE0W4xOv+RKwfqeNqoY2W6tJ9ODD9USvhR8BXH1Gr9di2p8RrpKpVVJ37wJ9w4QiRPN1sHb0HPP2i2FWXznt7+z23dS8MwOueW3w+OqcL4ioXVVlC2DZ5SDkWeNI4WsFot8c6d31LGVPwjouB0NJ4xOqWCoSVsNrvb99h3pT++PCn3bhhXDbiE9JEL//naQF4SgBhEmoqq7Fl214oYhXIyRmMpHbtMSRdEFZvnjIGb32+AYafmu8qLTZ1oSmsNmLX0TOYNrJvwIXVFz/8xQXDs3++JGirMbbhADTndiBzYCbSlUqboMoOsCzvFbvpA7tjbl4++B2W735gLoaPsL9pldW0ExZh9UanVADO79u/lvqZXbkyFvGagaUvjkQPeGrLHpkb29gB3mtbUm1k/Ull4H46nf3K+XX+njO4anw2VE2BF1ZZKoCGIAqrwWzf2wKJU8iwflcRckf2tBUNFktvtth/Hqp2MaEg1OaL1oZ0z2pNvwqGr4jZT8Kq9PmPpJJtte59YRiMNWDffzDaj8RjhDdfaWbq7lzNeh5nl7rqVes5rVDHdrnqi0p8bn0tlrrq3r5sF4RlzzqlrrqyBq/b/dA/4MbR6PP1TtuNX3nkLC/DBEbWt8XWG9th0dfH+RCEMhmW4bDPBXuFtoos9ZpHK31fIWav0E/Jj19bUplkNQcmOCwSZ6bu2nIdz7S59+KxkWLn0M1j4+nAOFM/xlW2B/c/UYM7rQEVvAm7tjm7y3HJ9rUovtZii21/IMyzMBdO9exs8sRHOn+47C0jZa/py/HUrzn2t4MA1fNljlvapfTjnNDT+q0nMHfWcNuVqbW1rpf/N4uqd4uLqrY1Y78W7EciYT8uac/tnk7n9HicsybRbylEv+pL2eNby4xC8RPN4nLzMVvsmOb83cL0DeHhs1+JHuusg3Xft7fjm8PxcnwWpm077vSdZf0+8s3mQBzfdB2SLMKqLHxuXtV73rf466UD8OFPO3DthVlQxMgBM/8P1v8XXgvvWB8xMhnkcjl/aTKZYDKxm1wZ8cWWg7juktFY8Ok6mNc97dG9Q1FYTahsxM6jZzA9CMJqp/R4l5D3iiAfSBortkFdWYDMTHaXViFi1SqqqlTFXFxdnAfc/cwHyBwwyM18uT9R/fWDD3gqgEXsRHDPelzyfQY+cRFGrScsTieT9ieW7HnZelyysw9+YSdYrK0F1bjfuYxLjlf3wqr3tnwRVoUTyQ1jLWO1kfJ0Eu+I09mvnF9v2V+K7B4Z6N+jnV9fC+4qVddruZCm1Tuu4UB1Euz2vdl5tKQax0pqMHFYN1vRYLH0Zov956FqVyjOF60N6Z7Vmn4VDF8Rsz+7SzI+ZDlWKWJVuiNEQMm2Wve+oAvGGrDvPxjtR+IxwpuvNDMVNpir7SBPt4h7ns9X1+LEjdbzO6EN/nrUSdz3xE70ZW103YP7LCLeRQ5OxMqfxKQll+Iilx/hvZ1nrsXq8ZfbnfeCi5usfXt7mbh3+9ewnBM3d+7fvsLZXqvt7laGN7HafuzuxuPYBhvb5tFM6GTn1uuABxwDN3wZl8CmGtZ5Fkbh2B8vc3YU58yev4TLsMhB5BZ4u9pkz8qVjy92SvdhX45QLbOpZT21rLYv7FrWU8tqt6advvrIrt0nkJubyff2ygQgPSEd7Hay6fEAy6lqFVXnPeBJVBX48DWyvZ9lD2/PzH4tudkLsz27z/v3ls1LYGu7+95wJyq7HhPdHz/sv1taduwWP9Z5OnY1i+Xujrns/adg+Q4SOXbac/ZlLQRCS2PC6vYtFUiJCyNhtdtfvsHfLh2ATQdP4tDpcpjNgqrK/uViqvU5e59JrZZ/3Tl0326dMKhfT7zzyVooNj7n0e9DUlg934idv5/B9FGBj1hlMDqlCeIqC3mvqLPc4jiwRweX1s4VfoczxwuRm8tSAgiRqlZRdf6XKtzyp2cwfrqnS4pP4PU7diPzNeeIVcvJyx3Wk9h2uN9WxrmO/WtPzy1tTcjC9K3Vtj75wt8KDJgtImyK2sb6EGvLXd/WsTSP06XPsj247/Gd+J0TzsLLSy0n0W7ZOE6Fs1+J+VnBwYoge0NkNj/ugk4uAwsFlq1l1/laDTqkJ4TN5DpzobXh29S1ll/5ZpX00s72Z3dOxoerSViVTjAySrbVug+346U/sx1pxwgpviJwcne+KvWc1LkND+eMu1kAgBBpynKPCue/nvrx1LYvnzl6hOR9hai9NVj2zDK839N+Y+3scSJMfR67M0cR8dvpgjnJ47LN+1qs7jUan7xkuerN/tycnb//G3jmpT7Y9sw64EHnubLbM1iGz4XaUd75SLVTug/7s+L99ImWd9WiFqSya1EnAajcWnb66iPf/LgHOQNZGjQVlEolMpVKKLukY/5iO1H1Qe+iqhURF+6WWW/Ead1z1zhqAG73wt723AGYiKA1IeV7w5t+IHZM86Sf+KsJWY5VDsc6b327O76J2RcYmwOhpbFUANs3nwsvYbXj/V/hr5cPhtZogtZgQgxkkFkUT4u0ytRU9p/wx/7HRVfAZBFdTfxzIVWARm+EWQa8u3QNkre96HEJhJqwevHUbkgMsrDKgLADdGuJqtYJOF24CjvWrcGsaeyyfyFSVZqoGrSjWNQ17OsXZtQBogFHLQFaG1E79XzgJKxG5/zTuo/Oefdn1NJ9RcoG2RcR081mutRyhZaLiNf6wqqkfQUTQtkVZWKiozVabVk7S8CAF2HVbVtSxWvPG3f73n3bLwkiKL/kf5RzH+yzdcC1/bDheyawOouvnm0SBCd3fKTt66T7sD8rxLWOb+wC06c/rZCdzdR89ZEqVT2+/2YtkADkDMyxNKTi90zJy8vDPB9EVX/mLnLqSPne8CasigWgeT/W+ef/no511lnxZK9YGU/vOc60FJsDIaxqWY7VcBNWM+79kgurGqMZBqMZcpihN5sRK5fxaFWtyYQ4uYyLqkx4Zc9NMENnNEHB3zdDazRDIROEVpVGD5kZeG/paqTt+GdYCavs5lVMWN3+ewlmjOqDqjC+eZUY+BM7v8P6n/KQqVQhL7+YR6pO8BipGjmHzFAYibNfRaqfhQJrsiG8CNDaCK/5ImuJQCAI0LoPBMXoaEO6r5zAa5ZIxZucUkexq5AWd5+ND1jqqt3rkft9Bj61CGyOdezbcPO8dD1yd/VBPktdxdpiqateuxE3dXXu39NrT5/V4KtnlmHDODt7bX34MefMRlF7rW2x/oRITmduLArYgY/btli5tTgxW7CZiZG3FfQTYew0Nj+GI15FaJcJq4+PcvUDZs9nZ9vhRPeRgg84jMubTZ74SBuAdB+W1h6VijwC/viIRqPBmTMlyFv+A5Cg5GkBFs+f5xHOwZK6yIPXohG5+96Q8F3Av2fcHT/cfx+1yFxLf8KxTkrf7sqIvR8YmwOhcWjCUVhNu+cLLqyyCNTlu4vQqDPi9vH98d0u4fltF/XH97uL0KAz4LZx2cjbc5I/v3VsFn4oLEZVow53XJSNnw6cwbl6Da4Y2gsNOhM+WLIS6bteCS9h9YpuSKxssgirmahqMLTM70Ow9tHCX7D6my/Qvkt73PaQ5/kJQfPD2iThINPsV86vw3pwZDwRaAEBWhstgEdViUCYEqB1H6YT1wZmS/eVk3jtjp3IfG22iEDIPvvJkn+VXbpvLeNcx/61p+eWtmypq4T2fv1gEZ7kqatu4gKe42uVnX2e+gVQtgf3Pr5DSD/l1IfvU2A3doe27N+/Avn39hFpWsxOsbEL5TABWL2VXU7sgbH92JCFV5ZexvPK+vxwaIdxah6D8zxg9zqLAO5m3kVtksJHmtXSfVhae1Qq8giQj7TVnLr73nB3/Hc9zjscr23HNE/fRz6O1cOxTlLfbo+5rsc4l2Onj6ay4i3WOGSApj27edU5pCgQPjevSr3nczx06WDIzGZ88PMeGJsa8dC1F+P9n3bB2NSEh2ZNxPs/74FJ3YQHr5mIRWv38jIPzpqIRT/vRYNKhb/dkIsl+QdQXVWFW6aO44LsoiUrodz9algJqxdf0Q1J55uw/XAJZlyYiarGyBNW/VgbVCVABJz9ivwsQGCpmbAnQGsj7KeQBkAEfCZA695nZFFbIdp9pWTFMtxWkIVP/9l8V+modQY/B97WDKPdh/2ctqiqRj4SVdMd0YMNhMYRlsJqyt2f4/5LBqFea4TaYILMbILBBMTHCJf5s0v+4xQylnmV517tnBLHHaFOa0R6fAzPuapSG5Aaz7KzAqdrtTylwAdLfgxLYTX5fBMKDpdgJgmrEb3g22Jwzn5FftYWs0B9hiIBWhuhOCtkExEILoGgrXuvCfyDOy5qPfAECg6VYObo5oAH59eB77HtW2RC4K1fWW8k0w4PvCEWhdv2doa+BTX46qmv8N7ptmUYjT4c+r4RWhaSj4TWfJA1/hNo0Xc0u4wegDocI1aT/vQZ/pQ7CFWNelzZJwHqpiZ8dVyPOcPS+fNvT+hx2xDh+ZYKYHdRKRr1Rtw0Ogur9gupAG4dl411B4VUAJcN6c0jVj8MS2G1O5KrmlBw6Axmju5DEav+ryeqKULA2a/Iz8hNiIBAgNYGeQIRiD4CtO6jb879HTH5ir/kqF6oECAfDpWZCF07yEdCd27IMt8ItFjjkAHqdon85lXJ4ZQKIPGPn2HOxQNxvkGHi5QalFc3oqAhBbN6mfnzveoUTO8uPC+Pa4eV2w/BqG7CfVdPxH/WCakA5l6fi083CqkAbp56ERp0RnwUpsJqSrUa2w6expWj+6C6yeibF1FpIuCBgLNfkZ+RuxABgQCtDfIEIhB9BGjdR9+c+zti8hV/yVG9UCFAPhwqMxG6dpCPhO7ckGW+EQiExtHULkEQVmPM4ZNjNeGuT3H7xIE416DHWZUWcpkJcsgglwMKGSBnf5BBEQNkJMUhMyMeMpmMpwJQJsg55RqNEWlx7LkMJXVa6I2msBVWU1VqbD1wGleRsOrbCqLSXglwvxrTLNg7v/baABUgAhFKgNZGhE4sDYsIeCBA657cQyoB8hWppKhcqBIgHw7VmQkdu8hHQmcuyJKWEQiExtGQkYhdm8uRFE7CavycT3DLpEEor9Xi9gtS+CX/7+xT47GL2vPn/zmgxl/GCM/Xlppx6FQZTwVw/YVZ+Pk3IRXAH8ZlY8TRhwBDIzZkfoRqjQH/XbIiDHOsdkdajQZbDpzCiKweaNCYWuZVVJsI2BE4VlKKq8b0RY0lEpr8jNyDCAgEaG2QJxCB6CNA6z765tzfEZOv+EuO6oUKAfLhUJmJ0LWDfCR054Ys842Asy/7VlsoXZ+REH7CatydS3HTxEEoq9NhRmcdv+T/x8ok3D1Axp+vr07CrVnC85OyDGzYc5inArjnqon4eL2QCuDR2VMw+MCfUFNVisNjV6C0XhemwmoPpKvU2HLwFHIye/CUBvQgAoEicLy0DFdd2Bc1asGvyM8CRZbaCXcCtDbCfQbJfiLgOwFa974zi9Ya5CvROvORM27y4ciZy2CNhHwkWGSp3dYm4OzL/vRfpxSE1cRwiliNvWMpbpwwCKX1WhRX6SCDmacAiJHLwC7uZykBYgAoYuTokByD7I5JiJEBdVoTOiTFgN18VSYDhu29AapzJ3Bkys6wFVYnTesBpUqDTQdOIyezGxr1FLHqz0KgOuIEjp0txzWjM1GjFvyK/Iw8hQgIBGhtkCcQgegjQOs++ubc3xGTr/hLjuqFCgHy4VCZidC1g3wkdOeGLPONgLMv+1ZbKF2XHo/dm8uRIA+jHKuK25fgugmDUVqnxQPDU/kl/y9sb8Irl3Tgz1/f3YR/TBKef1dswpmycp4KYOaIfth06BRPBXDH+AEYuHkCVBXFOHrlaS7ShmMqACasZtRqsem3U8jp0x0NWhJW/VkI0VLns1XrRYd664xLRd9nv95cPboPVJYUE+Rn0eIp0TdOWhvRN+c0YiJA6558QCoB8hWppKhcpBCgPUCkzGTwxkE+Ejy21HLrEnD2ZX96r01jwmpZeAmrMbd9jOsnDkFJjRY39NTzS/4/O5uIvw+V8+fflCfhocFCKoB9hgzs+u0IjOpG3DJ9ApZtLOSpAO69NheDfuyFGlUNjt2gQi3PsfpD+OVYZcJqnRYb9zNhtSsadWZ//KB16xTtwzM/ltv67Dp+Ah4c3YhvFhSh0x3jcXHGOXyzoBwXzB2OQR4tY+WsdVpjCK3dX+DH9OnKDVg0b5ZLw1uO1Yl2xn+9GdMsrIaVnwUen58tMr8pRKFdbcHnU1rQXmv6vZ9mhlk1WhthNmE1J/DvpeUYyr8zrLbbH6Olfo+0xbjD/7ukLagFo8/IXfeW750BOXhpWmcLukD6XSDbCsbMBr7NyPWVwLNqUYsOe4RUTLXtC7yd90SfT7aIs4TKUbkHEN2jujtfdz7n8OajEqCHWZGo9BG/5sh1L5hz5RW4oZ9zY+7OY52Pb6F8jusXoDav5OzL/hikShWE1fhwiliV3/o/XDdhCE7V6nCiWscv85fLLGkAWEoA9lxmhiIGSIlXoFOKgr+nM5qQHCuHXAYYjCakJyh4GgGV1gi5GVjySXgKq+3qddi4rxhDe3dFkz7EhdWifXh2JXDrw8Mx0MFjz+GbhUXodLv9JtmbS/tTx1ubnj5v7f5aYqt43c9WCcLq5qPiQqpzraLSclw9pg9qtYJfhY2fBR5dC1oMtN8Eur0WDC2CqtLaCK/JPL9zG/Krk1HRrh8esP1IES5rI1zsDC+f8MfayF33go9VdACGTLeeVwXS7wLZlj8z1/p1ItdXWp+l2x5rTuC9T8oxxGUvIMXfpJQJobGGgSlRtwdwu0d1N1n2Phed/hd1PuL3upXqH+7KSa3vt4FRX9HZl/0BUpMah92bwkxYxXVvY/jI0YiPlUFvEIbNcqby/KpMVJVbn1vyrVpzr3LRVSgriLFCOZaWtLFJi+VfLEP6b+955Mjys/paQMazugbwIQM0WgMueSIfF0/rgXaNemzcW4yhmV3QZAhlYbUBmz7dD8wYj4vbOfM4h2/mW37payfyfHwy1m4TolyHs194stgzSznRz6yfF2Ifr5WKy9mv3rxfZsdWrD0v2MCiBx8Yw36NFNrDAGBfVRfMva0vOvD3LG0M6ILhvzcKUbUu9gdwfoPY1Gc/WoTV43Vw99y++6KSc7h6bB/UWiKhw8PPggjQr6bt/VnM78V81NW3BT9tbPZHB9/1yzCqZEeA1kY4uQM7hheh021dcODTRuTyY7XddwI/Rjuvu+Zjedfx2ei0rdxyLHe31py+E36v598VU6q24rPfAQzIwYvT7SIBbd8T1vdpDYeDR0Xuurf435VdcKAAmG07nxE7zxJfO/xcyK3f+3D+ZVsrYudY4eAlgo2R6yshNAfVJ/De0npMmWcffGF3Hs7Pe3Iw5GghKsZZ9gLH9+HZglTMvS0Z+bZ9hNMewO54fX7HNizYVg+gC2516CeEOISIKdG1B/C0R3XnT+72rkC0+Fl0+UhLFqbEvaCD1mCt0w8VS617RatuwfaDTt/ndnpIs7bh6LuO578tGU/k1XX2ZX9GWJMcKwirsjDKsYoLroKp7ySY41JhNhlhMppgNhptfyb23MRemwD+3CT8mc0A+xN5yHR1SKjcg/jyAo8cvUqkIgWCKayyHKsdGg3YsPckcjK7hvbNq9gv0auA2bdaN8H2qN1dTiGEzu9jJ0Xscjb2a+KPwK1z2UmXp8+AI2t+wob2E4RoJlaPnXi59C2E0g+xa6+CCViWCCiXNn5sFARa26Wn/iy7tqvzmSUVwGbLpf/stfXBI1mdUgIcO3sO13JhVSgVFn7Wdnjd9GzxU7tP+Y8D/Tz5qDe/j77LjYI9rbQ2gk04gO2z75LtyXhgWmd+nD+Qbb2cyv1lefbHchbtumAbLMdyb2utEPw7IasC7y09hk5s7bazbP7594awjgUbGrDpM8uPhzyljafvLlrDAfQIv5uK3HXfvBY6bbf6p6fLVp0/8+b33s+/3K0J+3MsvyeuDSpGrq+0AUwPXQrH53ohiMJ2mazjZbC8TFU/vi9gz5dhGB5wSCnm6bhsPecPrXGHojVRtQfwuEf15E/2aewcU9oJe8vIfkSVj7RoKp33gl0sWobIXtCmNfj2nS2ulTi273j+26IBRVxlZ1/2Z4DVyYowFFZ9GalXJdSXxuA99rS1hdXpPdDRIqwO79U5tCNWWU68VcBNPgur9htQXw4y7uoBKNpvl+c1xU0OJ7F8JuG9Gf505S88FcCWY7Xc8dlre2HV+r71vWOlFZg1tg/q9BZhdc9JhLyf+bakW6G0u7xfnvzLl89aYQhR0AWtjfCZ5MNrfsbB7KnCppsdy491tuSR9PQDXUu/Rzy1vc8hh3LOlcw2WsPh4FEhs+4DfrGR0yWqnzci95Zk5NtSLjlfVujuklYp77OZdi7ntCZmWtaEzymfQseLPl1lOX86ajl/WuV0/mR533b+VGY5f7L7YXp4zxA/Tw8Z3Myf9qGwQxbm3WK5eszed9h+YjVw0y2dcejzfQBPdyHFBxux6fOt+Ln9cLx0hfWKg5AZdMgZciyafNjmU26Cf5g/2s1Qjssxzd7/osfPospHWrRCpV7i7+93rn06RU8pKiilgLtpdPZlf6a7KkkQVuNkJshmTcr2eGrHLqEP9iMY0Z2BtNkrgjYQVjs1GbF+zwkM7dUZ6pBOBeApsXwwN8SWk37rja6q9+PZghRL9KpUodapjTCNWLVfC5/ZiarsfSFiVdgwWB/HSytw7di+NmE1PPwskCs+EG2RsBoIiq3ZBq2N1qTta19sPe2zpHix1mW//A+zXMXgLnokmMKq2A9uJKz6OrNtXT6y1r1rhN8ydGlOgcEjqqWsiUCcm1ln1tM5YFvPvm/9R5av+Db21ivdiE2fbUXFOLEfqthn+4BxllQXPGDD0/m8o9VC1FaK5Xuj9UYUbj1F1x5A6h7VfhY9+1w0+Fl0+UhLVnBL94JSv7Od9YrICxJrySx4quvsy/70cz4xhoRVX8CFprBqwvo9RVxYbbJEFvoyptYsy75kFh7rgof5L9COX07fLixCR56w/hwcnxfi3EXC5fmO9Vk5d58Bh3/6Cb+0a04F8Nz2VKHfon147ngXvMB+rWbPVzbiMpd+mW0N/JftA9l2bdjKtia14PV1cf80h8Y3Od3UqqiMpQJgwqrg+eHiZ8Ej5k/L9v7sWN+tj8K5jvOasK4Vf+yhOlII0NqQQqkNytgfvy3ds3V0KOsKXN/P3TrxdCyXutYktm1DIrXdNmBIXbolEDnrXtz/ztluZiWsicqxbN2wyG9350Lu/N7T+ZfTenO7JsLbESPHV0J1Hux91PVIbtvAAAAgAElEQVQ8iu0HNlYn45ztBob2Zdz5oHWs7PP9lkjXUB1/29sVbXsA93tUKcc0sXP9yPezaPMR/1elu72g1PNTX84pPRwLHb7r/R9NJNZ09mV/xliZKMceFrEKiliVxC8UhdXOajMXvIb07Ah1iAurDDL/Be/XBhvvrlw0beB3sO1kETidnws3UWB1UnC57W6hQji7+GeseeFSIuHmVc71LO/zJNENIv1azON3KD2OMvbSoawkdwn7QkXllZg1ti/q7YTVcPGz0IHv6bILTz7q7rIO4MhPP/Mb6AhrJzl0hhpFltDaaJvJZr5/IMuSBsBqQtF+PHu8M168Am6+RwC4PZa39JJop7bZDVEetkTPOlz27NgPreG28Z+W9ho+617ke4etk5UNzedQ/LVwU1DH8xsplyJ6Of+yX29u10RLZyO064ePr4QQRwe/YX45HC9aLtl3OWY6+7NDOgpPx2Xr+X9z2yFEIKRMiUYfFt+jJjueQ4ge01xTUfD9p50Ph9TkBsiYaPQR/9DZ7/eEFmx7OInnp47HQHe6iVX/sNtDRrmWIXW+nH1Zaj37chUJMuzZXI5Ys5FSAUgBGHLC6rQe6KI1Y93uIlzQoyPUBimjCKcy7qP9wmkU4WrrifJKHrFabxA8P3L9LFxniOxuKwK0NtqKfMv7dR+V0vK2qYXIJkDrPrLnN5CjI18JJE3Xtug4Hly+rHXy4eAzDvceyEfCawbpuOl+vpx92Z+ZrYiXYefGMsTLDCSsSgEYasLq+Gk90F1nxtqdRRjSK0KF1QVF6HgHSxEgZYaoTCAJFJVW4rqLmoXVyPWzQFKjtqKBAK2N8JplfjK5zXqlRAouo++U8JrAELGW1n2ITEQYmEG+EqxJEnKvrjtPx/FgEba2Sz4cbMLh3z75SOjPIZ3/SpsjZ1+WVsuxVEWcDFvXlyI9jlIBSOIXasLqmCt6IFNnxpHTFThTUY++XR0zl0oaFBUiAiIEDp2sRHavNFzYryMaLBGrR06Rn5GzEAFaG+QDRCD6CNC6j74593fE5Cv+kqN6oUKAfDhUZiJ07SAfCd25Ict8IyDmy761IJQui5Nh08rT6JiuoIhVKQBDSVjNfWIDxlzRC1kawCQHDnNxtU7KMKgMEfBKoGcnJqp2gN4kg9bU7PmCuEp+5hUgFYhYArQ2InZqaWBEwC0BWvfkHFIJkK9IJUXlQpUA+XCozkzo2EU+EjpzQZa0jIA7X/apVTNwKg7YufoEMtISSFiVAi+UhNWpT/yEnEsykWoE2kOOWLlgXVKsScpQqAwR8ErAYJJBZxT3evIzr/ioQAQToLURwZNLQyMCbgjQuifXkEqAfEUqKSoXqgTIh0N1ZkLHLvKR0JkLsqRlBDz5spSWz5iMaDAYcfjX00hJSSZhVQq0UBJWr3nuJ8gUQJ8R3aBISoDZIqxKGQeVIQJEgAgQASJABIgAESACRIAIEAEiQASIABEgAkTAPwK6ynoc2XUaiQmJiE9MImFVCsZQElav+79foFE38j+9TgOTiSJVpcwhlSECRIAIEAEiQASIQKgQMJvNoWIK2UEEiAARIAJEgAgQASLgA4Gk5FQkJCYjPjEZCkUsCatS2IWSsHrjy1tgNBhg0GthNBphJmFVyhRSGSJABIgAESACRIAIhAwBElZDZirIECJABIgAESACRIAI+EQgLj4Bitg4xCgUkMnkJKxKoRdKwupNr/4KmM0wmYxgJ+UU7yBlBqkMESACRIAIEAEiQARCiABFrIbQZJApRIAIEAEiQASIABGQTkAeEwO5TA7IZJCxv1mTsj1qczKvqqL0zt2VlCHAnbR2cyL9BWNMGq0BlzyyCrX1DS2HTi0QASJABIgAESACRIAIEAEiQASIABEgAkSACBABIuATgfTUFHTu2I7XIWFVAjqvOm0rCqsj712GKydmo11yrATLqQgRIAJEgAgQASJABIgAESACRIAIEAEiQASIABEgAoEisPSnQ7CKqySsSqAaSsLqc5/s5aLqobNNEiyP7CLahtqIGGBCXIxf4zDHpfhVjyoRASJABIgAESACRIAIEAEiQASIABEgAkSACPhPYNeBYky5sB9FrEpBGErC6vzvDpCoapk0JqxOHtFTyhRGXJntB0tBwmrETSsNiAgQASJABIgAESACRIAIEAEiQASIABEIAwJMWL1pykASVqXMFQmrUii1fhkSVilitfW9jnokAkSACBABIkAEiAARIAJEgAgQASJABKKdQEQJq4OGjUJDoxqNTbXQNNahqb4+oPMbSsLq2yxitYTSALAJ1jVGd8SqKZaE1YAudGqMCBABIkAEiAARIAJEgAgQASJABIgAESACEgjsPhghEasde3TDrDkPY9+Rw+jVtTfOnD6OlKRYNNbWQduog1mmQ21VOeprqlB7/jz0Wp0EPI5FQl1YNZ+35OjUWOzWACr2XKMS/mUP+/csry+5zfNl9OYGMYFaZWsrPiUFScoMn3l6q1Bfdx7H9//K+4FSiS4dO6Fr7wEu1UhYlSas1mtkaKiTIUkByBOAmBgzEmPNkMm9zYTvn8thQlKMETEwAmYjGo0KGBCLoHRmZ97x0iZkdUvy3WCqQQSIABEgAkSACBABIkAEiAARIAJEgAgQAR8JRIyw2ueSazHt4qnYffQQOqRloOjkKWT364czZ0+iT8+eOH78GLIy+6KmpgapaYlQNzSgru48TIZGNNXXwqDX4vThI9A2uY8CDT1htdFhus0lCiiV6SgsBObOde8JtVpgzpyNUELFC137yESPbmNuaMA1k3uLllny1UbMX7wYjz/yDJKUSh/dz3Px77/5FEOGXYTs/v2g1+lxYMdP6NH/QmzZtA7X3nCbrbKusS6qc6yaYpO9cj9WEoOG8lrUM+1dAygUMiQnm5GeAPTsnYIY/+6bJdqvHGYkGGuh0ephMJh4mdg4BYwGI2QJaTArErza62+B46Vq3DS+PXYXUzS3vwypHhEgAkSACBABIkAEiAARIAJEgAgQASIgjcDug6fCP8eqLDUDj739CWKbNDhVWY26ujqYZTIYTCY01ddBLpehsbEOyvR0VFdXoXOnLqiqrEDHDu1Rp6qByWSCXF+Hwj0b0FR2FjqtUZRe2AirBbWY+3i66BiYqApNLWbNKYSqeDEyB87CXV6F1RJcM3m4aHsLvtqInEwl5j0/3ydx1dxwBijf6Npm+kDIOl4o2lfl2XL8uHod/+yuu0lYZRzYzavEhNXv1x3AZeOykJqSgM27KnBepUOjQYbKkhoAKqhNMUjvNBQT+wMxhnoMGdZV2hFDQqlEI/uhwoCyc1Wob1BDESOHIk6B9spUxMYogCQlZLEJiIEJJUVH0LXfYAmtSitCwqo0TlSKCBABIkAEiAARIAJEgAgQASJABIgAEWg5gYgQVvvPvB2vPPYMDAAMBgPUGi2adDrUa/SoqKlBdVU1qmpUqKqrh9xsQn1jE9JSU2AwmpAYK+eRdQpjE1KVHXFozTsoOV4EE+Jd6IaSsPrWtyzHqmPEqqpIgcwu6cjPP4V//MM1wtQqqrK0ALPuy8esgTkoPJKPOU9f6dmTqkpwzRVuhNUly7H4yzxb/edffFOaVxZ9ipyBSigzhSjXdBY9qwGWr1EBXbOBdmNd2ln8309t7835U7Owqm8SiVgtWoAZIx7BLluNu/FF3fu4VJp1AS61Bn9P+yey927Gff0C2zQTVo0Kx4hVo8mMFasPonOv9kiOT0R1ZQOKVYBKJTBOb2eCSaZF/dlzUGbmYnR2PS7oHzhhNclUi8rKapSWVyEtPRVGkxw6TRP/AaNntw6ATAZ5ohIyXSPKyivQo/8QmOF1dUkCV1QmRKzuOulbxOo9j3/s0v5Hr90lqU8qRASIABEgAkSACBABIkAEiAARIAJEgAhEJ4E9h8I8YlXWvive/V8ekuOToIWZR6fKIQfkMhjMgAky6MyAWq9HrVqHmiY1qurq0KjWoFqlQkNDA6rLypDerj06deuDYx//FZUn90Mvc80Z6lX6ESkgC5BgZHNPGaDRGsCE1YNOwmrtQQUyM9ORt+YU3n7FUVi1F1WZvjZnXj5yB2aiuLgQd3oRVmurSnCns7CqrcXGwkIUHinmgh2TR/PyCzH3aWnCquzgp8idxWopbaIqH6OqEEsKMnleWP5gOWH5vyr0vvQZ0VVqcBZWf74fnW5AGwqpzmYGV1g1OAmrrPfl60uABCWUCUqcrTej8qAQHTx2Yh+MG94dDU0avPvffKT3GorRvTJw4YjA5SWVq6txvvI8KqrqkT10GGIUsag9X4GqsrPQG/To2b0Tj2I1GU2obWhC576Bi1g9YRFWd/oorPaSn3LxrdMm8fQX0flVQaMmAkSACBABIkAEiAARIAJEgAgQASJABJwJ7A1nYdUsA0bf/igevv1OlNfWIS4uHmYzoDMYoTeZYDKbwTI86k1mGExm6Ewm1BuMUBvNlj8T1AYj6vUGyE1G9GlQYevHj6Hy1CHoZO1cvCW0hNXfcPCMY1Re7Z4GZA7sjby8fXj77eYIU2dRVaVRWYTVHKjKC3HnU54jVmtLS3DnNXYRq9paLM8vhDIByByYwznlF+QjPz8fM254FLFxrtG+zjBlhz5F7jQlz/HJb07FHqpiAOzP9bEgT4neU9wIq2r7iNXjWHTpXcCHnqJDmdB5FT5h3cxZgYqF0wBYxM9XhuC5J//DDbjwlcNY9WCWxRj3dTAH+OTgDShYPxM/XzoIz+0UqjTX909YfeiNVS4g3n10hsN7LGLVEOOaY3XJqhIuWiuV7A8oK1yHcZNzkNm9OQ/ugv8dQFxqBkYPycCFg8SF1S9WbHWx4Q9XTfB4JJVrBGFV1aBD30FDbGXVjfWoLDuLXp3TYDAYodHqUFffhG7ZQ922l1BlgWlXQtN+tNvyJ8qFiNWdJ3yLWKWvBiJABIgAESACRIAIEAEiQASIABEgAkSACPhKYO/hMI5YTeo/EgsXfoyKmvNoMiigiI9DvEKBOIUcJi6kmqE1GNCo06NJZ4TGYIDOaESDzoAmvRFaowlakwm1egNyOmWgW30NPl34MFQlh6FD6AurB5yE1dPbGpCT0xuLv9yHj98XhFAxUZUJmbPmsVQAmVxYveOF5svqxRyorvQA7rxmsu2jjds3cjF08mThPdYHSy+Ql7ccTQ2NGDjmCq9+WHfoU8xiwqql5MYCIUKVtcMflojV5tfC28JrFXrZiaxGe2GVpQD4M/Du+rno68aK9Q/HYtWVevxrqr0IaxFOrUKrU9SrpzqHHQRYa6esveWYwdMP+Cessnjrh95YYxvFu48yAVjuMComrOpFhNWl35WgWKNEplKJzC6MmwpThqciJdlsq7+QCasdMnHRQDmG9xcXVicOTHWxYcuRes/z23QeDXX1KKuoRvawUbaychiRZKxDbV0DF1UbGjU8PUBXD8Lq5H4y7Nixw9bGmDFjsLGoeQzOhpy0CKs7fBRW733CNRXAB69SKgCvC5kKEAEiQASIABEgAkSACBABIkAEiAARiGIChWErrCpiMW3eK5g5fjwqa1WISUqF1iyHzmi5C7lMxqNXmXhqhAl6k/Bco2cCqxH1Oh0adQb+nIk8UzM7o+lsKZb/9xGoig9BK+/g4hYhFbH6zW/47bRjjtUz+Y1cWGUSZd6X+6Cy5C1lYmTzcxUXJ7moyt5XFeIvz9/qcQnUFx/EnTc1C6sLlizBrGmz0LtzukW4FQTPwiOn8NM383HZbU97XVL1hf8WhNUEJU4VF6OwWIlrxlku/xerbRFa9xUWY9WJizBgyh9tpUzaekwe0VN47SSsnvj3JIx7sgDAOLzAc5zaRZ5aWrj9GyayOouf9q+l1gHABVkh4tWxT39zrAriqpioynpgwqpO5iqKvvPlWcEEDZtvIbcqNMV49glhrlV1GnzyXRGUXTIxZoARA/qkuZ2zSYPTbDZsPlTndW519VXQN9Wi4rwKvQawVAAKXqfy1GEYDcKN4XR6A1+f7NF7kBD17O6Rmy3n4ioTVfOPCevb3aO4QsMjVrcfd1wb3ozOjD2NaY9usBVb88YUFOt7eatGnxMBIkAEiAARIAJEgAgQASJABIgAESACUUxg3++ncdOUgZDNmpTtPgwM/H4zQX/4ko+044VTcP/Dz+Js+Rl+g56MDl1gio1Fo1YPtcHADY6NkSNGJofWaECT1gC1nv3phUhWoxFqgwkNOj3kegP+OGoAduzcg/WfPI3aM4egkXVyGa9XBK2ZY1VEWP1tjSCssgfLo6pS1QoRnhZhzSqwsX+t76s0xV6F1TPFBzHXXlj9YAlmzZoFpTJdyIHKBdpanm917cqFuO5Pr3n1FZuwyvKBFoBfrj45k6UBsBNXLdGprI9alQqqchXe2dYNw65+ESkdmkUvB2FVNDrUWSQVEzm9CasS6jBR9bWBKODRslL69IrJUoCJiY6Rqtaa7oRVl5bZ6rbzz+Mnz2H1vhSwe4ddleuaSsC5PhNXpYiqvJ7ZhNrSIn4Tufj0Tsjo0LyWZDD7daMqJq56E1VZ1/4Kq6yuVVwlUVWqX1I5IkAEiAARIAJEgAgQASJABIgAESAC0U0gPIXVpFRMe+Af6NqlK+rr66BQxKJbZhYSYuN4LtV6dpmxlgmoRq4lxciZKCXjYqrWZBaiVA1GHt1a36TG2E7pyOneCes2bsWu716E6vQRqENdWP36N+x3ilg9sPwscnKG24TO/ILnHb07AfxmRipVriWSkYmuhXjolQc9roKS37di7p3X2MosX76c3xgpZ9xkLqwWWwTc/C/nI0PZAz16ZyA982KPbTZsZxGrggBsi1ZlLxIs0ZWstkaFWlu0pQrz16gg63wNLpjmmGvVrLOLWAXAo1S/YzlPrekA7EVOdvn/IPxwnX3+VNaZJ2FVYh0mrP54jZCzlUeuHrCLkvU3YtXzAYoJq1r4fuOpL344DmP6IAztfBbDB7r+iNDSw2JDdTk0DTVQa43omd2cZ7Wl7Xqrf6pSiFgtOOZbxKq13T5xp3FSR5Gq3jjT50SACBABIkAEiAARIAJEgAgQASJABIgAsP9oGEastp94NaZecxNU5ythNpogT0hEx+59ER8fiwRFDL/EuMlgQL3OwC//ZzeygskMM8u7ajRAy29uZeb5VfVqNWYP6Yf0eAV+XLsRR1a/gaozh6E2h3bE6r++dk0FsIUJqwOH2yJVCwufR96X85GTm4vFi/KABGD+ovkoLrRces0vry/2WVg9deoU8vLy+GXk7I+LowV5KC4uxJxxSi66VqVP8iiucmE1F8g/IuQAHd6l2JZX1RphK4iqgtBaXFyM+flKTHzweyg79HBYu87CKvuwOQWAUNThRlQsXcCIR7CLf3I3vhDNg+oktEquY70p1t24ffEBZNvSD4SGsNqkBU6VNmL3USViG0/hpuu6Be04eO7kIR69mpDWHinp7RAT6/2mZi01pqXCakv7p/pEgAgQASJABIgAESACRIAIEAEiQASIQPQQCDthVZbRGRPmPAoZy5yqN8JsMiAxLQM9+w2G3mzi4mmsjN32B1DrjfzGVSxS1cC0VUtKAwPM0JuB6roGjO+kRHbHdjCoG7H5110oWjsf588cgNrc2cULQikVwL++3o/9pxyj8rYuK+XCKosgZYJk4ZH5KC4vRO64WZh33xyLsLoY+flKsHvDM1lVqSnGg2894NHjzx7d1hyxqgVqNbUoLi9Gfn4+Cgstl++rVMjposKsHKD3wEwsKVBC3vd6JHYYINr22U3vIXccUFxuya2qahZWuaDK1FqeZkAFlUqFvCNKHFJdjBsfftO1PX1Dc47V6Fm7fKQsYlVjTpQ86nPnjVh3KBGq8mJcNkqOAf26SK7ra0Gj0YCqkuOAyYjUDt2QmJrhaxM+lz99XssjVn892uBzXapABIgAESACRIAIEAEiQASIABEgAkSACBABXwj8duxM+ORYNcuArpffgu7ZQ6BurIdCHgOTyYC0Dp3RtXd/FpTKxVO5TAZFjJy/ZhGrTXqWd9UIvcEIo9EIk9kMvdGEGIMBM7J7oF1aKurOV2DT9l04/csiVBYXogmuglPIC6tLS5HJbkqlUmFxQSFQPh/zXxXSAbAUADxi9dXnUayaJfiIBlCiEA++9ZRHn7EKqwuWLHdbjgl1qoLFmJMDKLso+d/za4AJd3woWufsppeR2SUTmcpioHi+rQzPsKpRCjlgmfhreV54BMi6+nUMyMl1bY+EVclr/kylHGVVKgzrk4SEeOGmUsF+qOureTqOuGQm5wf3QcJqcPlS60SACBABIkAEiAARIAJEgAgQASJABIhAM4GwElZjumeh59SboWuqg0IWAzmLTDXo0alnFnr07c/zqxqZaMoEVLMJMnbDHjNgMJl41KrGKHzOIlYbNDpM7KxETtf2qNcbUVV6FgcOHUHR2ndQV3oYjWEorFadVqMg/yQXVvkl9NYHi/q0e87vEM8fwvtPSxBWF3+Z53XdKKFCZkIx5gxUYnGhCqNu/ge69J8gWo8Jq8Id6y13rmdBqjw6lQWrWu5kb32PC8DAG6uOittAwqrXuYmWAiSsRstM0ziJABEgAkSACBABIkAEiAARIAJEgAi0PYHwEVZj46CcchPMLOpNp0FMTAy/MZXRoEWvASPQpXtvfrMqs9kMs5klCgAXUZmwajabYDCDR6nqDQYeyaow6DCtT3coYhXokJaEE0eP4rffj+Fg3qtQq4qhkXV3mZ1Qilh9UyQVQNu7E1B1dCu+mv9XXHX/6+g5VCS6NAhGyqJcWFX7kAogCPhDrsnx/VOwjVIBhNy8kEFEgAgQASJABIgAESACRIAIEAEiQAQijcCBcEkFoMi8AMbBE2FsqkOsIgZyuVyISAUwdMylSElPF3KsmoWoVKPJBJPRxP+VQcYv/2d/gAwqrRbjOysxuU93VDZpkZ6gQOG+31BcUoLdXzwPY2MZNDEhLqwuc82xGmnOKXU8MkN051hVm6TnWJXKlMoRASJABIgAESACRIAIEAEiQASIABEgAkSACHgmcOB4GORYlSWmQD/2GtRotSxNKI9WlQt5ABCXkIRRk6ZBLo+xRKuyiFWA5WNlUatMTGXRqixMVQYzz8Eao9dhRt/uiIuNgcZgQpeUeOzdux9lFWUoWPoMFKZaNMm6upALqYhVElZt80PCKgmrdKAnAkSACBABIkAEiAARIAJEgAgQASJABIhAaxMIfWGVqZkDx+NEag/EahuhiFFAFiNHjBww63RI69IDo0dfzPOommUymJh4yjMACHeykvEoVTNkMhnMckCrM2J4+1Rc2q8nGvUGHt0aZ9Ri6869qKwswa5Pn0W8woQmdAppYfWJj7aiVCVvbX8Jyf6YsBoJj4S4GL+GQRGrfmGjSkSACBABIkAEiAARIAJEgAgQASJABIgAEfCbABNV01NTMG10D8hmTcq2XFgv3p7Ma7im33bYKrJL9p0fsvQOKB8+HdWqWsTBIHwskyNGxoRVDTpnDcWQC4ZDZ2DxqexCf4DZytpiUassEQAfGBdYgUSYcF3/3kiIi0WdRssF13i9GnsPHEFFyWEczHsZCYmxqNN1sLTWbJFXBCIFxMbUIlIyQKM14JJHVqG2PjIExRbxoMpEgAgQASJABIgAESACRIAIEAEiQASIABEgAkSglQlYRdXKOn3oCqumCdfhTFovyBrOw8wiTNnNp4x6mIwGGI1GDB4xAV07dYbOxMJTLSIqE12ZLGoGWAyggsus4GWGdkjHtOxe0BgM0BiMSIlXoKaiHLsOF+Hc79txcv1CJKakoUadzuJcHaYklITVm18rQI92seiYFtvKbkPdEQEiQASIABEgAkSACBABIkAEiAARIAJEgAgQASLARNWS6hAWVjvf+Syq2vdBfdU5aOpV0Gs10OqaYGxshCI+EYOGjITRxFKomqAAIGciqlwGBVdBZTzPqoH/awbLRHn3iGwkKhRo0uuh1hmQGh8LVdkZHCwuw9nCdVDt/xKKhBRU1CWFtLDa47o3yXuJABEgAkSACBABIkAEiAARIAJEgAgQASJABIgAEWhjAiGbCiC+fRekZA1HUp8LoE3vBK0iARqZHJXVNYiLT0TPTl14FKvRoIfeYORRrCzPKngEK4tYlSGW5WM1A6O6tsf0/r1hMJtgMJqgNRjRPkGBX3ftQrlKjTMF3yGmYjP0ZgVKquK4TGv/CKWIVSasvv/3WW3sNtQ9ERAIlFfXY+mavVBr9Rg1oBuye3Tk7w/oxVJq0MMTgfv/lUdrmVyECBABIkAEiAARIAJEgAgQASJABIhAGxJge/OWPEJWWHUQNpNSkdCpB1K690Vcx17ofdHlqGzUolpngInduMpsgsxogsmgh8lggNlkhNFgRKPRgPT4eNw7cgCU8XGoU2v4za50RhPSFcDOXTvRaIzByfzFyDD8DrVRht+LTYiLdbzMnoTVlrgY1Y1UAj/tOIoNe07gyvGDMGZQT4dhyr0umkilIn1cDy/4gYRV6bioJBEgAkSACBABIkAEiAARIAJEgAgQgYATYMLqwrlX+9Uu29eHhbDqILLGJeGJf36AuA5dUG0E1HIFiqpqUaxqQB0TVyGDwWTmwqpJr0NORiIu79uDi68xcnBRlWs+6kb88msBv/z/5Np30a99A06da8DB4xqkJCYKd8OyPLxqRK148yqKWPXL16lSgAm8vWwLZJDjpkuHITUpwaV1OSmrXon//d0VJKx6pUQFiAARIAJEgAgQASJABIgAESACRIAIBI8AE1b/9dBVfnXA9vVhJ6yykbIbVLXvlo2Ro8dDqzPj8qtvQEb3Hiirb8LJKhVO1jaiXGuAQa/DH/r3QPvkRNQ2NfE0AA1aAxIVchjrKrFl936kK9vhp//8E6nxjahr0EMOBRRMgbV7kLDql39RpQglwCJVD52sxJ0zx7gdYYzXRRN5cM5XVkKlUiErOxK+hpYAACAASURBVFvS4J5YtJKEVUmkqBARIAJEgAgQASJABIgAESACRIAIEIHgEGDC6qv3zfSrcbavD0th1X60JrMZiWkdoNEaMGzUBEy+fDp6ZPaDMSYe5thYmOUxaFBrucjKxB6TGWgXH4PDRw6juKKKv/fJ60+hfbIcsYoYxCocRVXWl1eNiCJW/XJAqhR+BFhO1be+2op7r52AlMR4ElYtBF575WWUl5bxG+j16dMHf5n3V6+T++xHq0hY9UqJChABIkAEiAARIAJEgAgQASJABIgAEQgeASasvnjPDL86YPv6sBdWXUYuk6FJa0DvrKEYOHQkuvbIRP8LctC5Zy80GYyorm1AHAzYf/gg9m7fhn0bfkB6rB6eLl0mYdUv/6JKEUaA3STu7WVbMTSrO4b16+5xdNGUCeD7b7/Gpvxf8Nz/vYT/fLgIHTp0wF13/9nr7L/w8RoSVr1SogJEgAgQASJABIgAESACRIAIEAEiQASCR4AJq8/dNU20g27tE1FapXbbOdvXR56wyoZrp4TqjUDHrj2gNcgxdPR4zJh5A+p1Orz58tPQnDuJRMf7VInCImE1eA7sruXV98ow40Pgz6vM+GC6YynrZ/bvOpezlhk//xi2zs0Siq6+FzLWqOXh8FnrDzHsejx65jw+W7cPd80Y72K7VluHg4UH0NTUALVah8y+fdGvf38oFIqwG6evBv/jqUeQlJSCx5953qeqryz9iYRVn4hRYSJABIgAESACRIAIEAEiQASIABEgAoElwITVJ++4wqXR3p2SbO+dqmgS7ZTt6yNeWHUYuTwGOoMZWp0RyfEySI2qI2E1sE7rvbXVuFf2EvBn4EM8A7OTsspE05cG2wmmzg0yAZVX/xAHZlvLCW0OPrYVXGc9vgATspdhtvW1d6OivsQ3+b9BZ5Rj9KBMBxZ6rRaVpUXQqLVoUqvR1KSGWqOFIjYOF02cDEWshF8vwpDu+wv/hZLTxTbLY2Ji8MJr8yWP5M3P15KwKpkWFSQCRIAIEAEiQASIABEgAkSACBABIhB4AkxYfeSWyx0azuqWwl8fL22A/XPn3tm+PrqEVT/5k7DqJzh/q3FhdDCOLQHuzD6EZ8wfwD5o1bOwehwLJmTj0DPHMPilbCyzCqtcSLVvy0lo9dfWKKr39rItGD4gE53bpTuMWtZwDhqdFo2NTFTVOIirnbv1RPagIRFL6cfvl2FXwRZcfOkVmDLVt2TXC75aR8JqxHoGDYwIEAEiQASIABEgAkSACBABIkAEwoEAE1bn3nSZzdRBPVP588Nn6j2+xz5k+3oSViXMMgmrEiAFsEizcAouktrEUUsfnoTV4wsmIPsQi3LNdqkrpAf4M1aZH8VRkXYDOISQb0omc+/VZrNZ1P5n/vMzrhifg9SkBIfPlTEN0KgFQdVZXIU8FsNGTwh5Hv4a+N/33kT52RL8/blXkRCfgJrqKtTV1qB3nyyoqqvQ2FCP7r0cI3ytfb337QYSVv0FT/WIABEgAkSACBABIkAEiAARIAJEgAgEgAATVh+4fopoS8P6pGP/yVq3vbB9PQmrEiaBhFUJkAJVxOkSfS6ULpuNY1vnwpIpFa45VplY+gGmO0SlCpGrYqIsT7M6fr5Dm4EyP5zaERNX3YmqbFyPL1qDKyeOQmJCnMMwe6UboNHqeAoAZ3HVYJKh35DR4YTFJ1vffvFxnvLgL0+8iI///Trq62oxYvQEsLQA+/fuQGpaGm69e65omx/l/ULCqk+0qTARIAJEgAgQASJABIgAESACRIAIEIHAEmDC6j2zLnFpdFSW0vbe7uMqt/t6ElYlzAcJqxIgBaiIi5AqkgtVPGLVmgLAerMrZ2GVXfo/A7DcDIv3Mw+YH+U5Vu3FVU+iKpve1z/fhCFZfZGRJuQasT4GdpPDoDPwvKrO4qosIR3pnXoGyDtCq5namvP438KX0b1XP8y+60FUV57D9s3rcOS33UhISsb9j77o0eDFK/JJWA2tKSVriAARIAJEgAgQASJABIgAESACRCDKCDBhdc5VuQ6jHjcgg78u+L0G9s+d0bB9PQmrEhyGhFUJkAJSRBBD521zbWz8/OabVYkLq4JwyoJRXR7j52PV7GWY4RD5Kh7RGpBhhFkjTFz1JqqyIf135S4o4pLRp1tnhxHGy4CBPeOg0+ocxNUGtQGylG6QyWPCjIg0c7f9sgp7tm3AhRMvw7jJ03il7z55D6WnT6DvgCGYdPk1SE0XDsZij89WbyJhVRpqKkUEiAARIAJEgAgQASJABIgAESACRCAoBJiweuv0i21tT7qgPX+++WCVx/fYh2xfT8KqhGkhYVUCpEAUYTetmnHAJYpUiC4dIlzuD/BUAC8NbhZaxbt2Ek552yxg1XIjLB4JOw9DLBGsgTA/0tvYdaQEKwuKMGHkBS5DTYoHLugSz1MCqLVaVNSZ0GCMh0wmj1gsP3z2Ps6Xl+CPf/8nPl/0CmJj4zF4xDjs2boeWk0T4hOTcPtDz7od/7KfN5OwGrHeQQMjAkSACBABIkAEiAARIAJEgAgQgXAgwITV2VMn+WUq29eTsCoBHQmrEiAFoAjPnYpVMH/A5FP7h+Nl/H4JqxZBludXtTzso2ADYH7EN6HW6vHC4g3IGTQAaSnJHscb43XRhC+uj//1JCbPvAnbfv4eA3PG4cKLp6Ohrhopae18GtT3G7aSsOoTMSpMBIgAESACRIAIEAEiQASIABEgAkQgsASYsHrtFP9uus329SSsSpgPrxqRSAEZvNaS0LNdERmg0RrQ47o3SYzxjRyVDiABFrW6bONhjB8+BDFy99GocnmA/T+AY2hpUxtXfAKtRoP2XXtg1ETnHwGkt/7jxm20lqXjopJEgAgQASJABIgAESACRIAIEAEiQAQCToAJq1dOHu9Xu2xfT8KqBHReJSISViVQpCKRQoDlWj1fb0J2715uhxTBumrApvGnrQUkrAaMJjVEBIgAESACRIAIEAEiQASIABEgAkTAdwJMWL1iwjjfKwJg+3oSViWgI2FVAiQqEjUE6ho1+Ocn+ejQviN6de0mOm4SVr27w4aC7SSsesdEJYgAESACRIAIEAEiQASIABEgAkSACASNABNWp4wb61f7bF9PwqoEdCSsSoBERaKKABNXl/60F6cqGpGdmYnEhESH8UdyjtVATfTmXTtJWA0UTGqHCBABIkAEiAARIAJEgAgQASJABIiAHwSYsDrpwtF+1ATYvp6EVQnoSFiVAImKRCWBXw+exrf5B5CW1g4ZSiWSk1I4BxJWvbtDwd5dJKx6x0QliAARIAJEgAgQASJABIgAESACRIAIBI0AE1Zb8iBhVQK9UBNWJZhMRYgAEQgDAu//fVYYWEkmEgEiQASIABEgAkSACBABIkAEiAARiEwCK/apcab4ODQ6A2rrNWjU6PhAmRYok7E/4fb07Cbd7LlcLheem80wmgwUsSrFLUJNWCUxRsqsURkiENoE2K9itJZDe47IOiJABIgAESACRIAIEAEiQASIABGIbAIkrIrNr1cl1Den8NqcSAFBzw7gQwZotAb0uO5N/Ptv1wSwYWqKCBCBtiDw4FvLSVhtC/DUJxEgAkSACBABIkAEiAARIAJEgAgQAQsBb8Jq/cmDSO87hCJWW+IxXiXSVhZW3/0rCastmU+qSwRCgcBDb5OwGgrzQDYQASJABIgAESACRIAIEAEiQASIQPQS8CSsNhQftIHJyBpKqQD8dZNQE1YXzrva36FQPSJABEKEwMPzf6CI1RCZCzKDCBABIkAEiAARIAJEgAgQASJABKKTgDthtdFOVLWSaZc9jHKs+uMmoSasLphLwqo/80h1iEAoEZi7gITVUJoPsoUIEAEiQASIABEgAkSACBABIkAEoo+AmLAqJqpayXQYkEM3r/LVTUJNWH374at8HQKVJwJEIMQI/HXhCopYDbE5IXOIABEgAkSACBABIkAEiAARIAJEILoIOAurFUf2egXQadAIyMxmGE0GyGZNyjZ7qiHzqip67c9rgWDc6Mlrpz4U8IqglXOsvvUXElZ9mD4qSgRCksDf3iFhNSQnhowiAkSACBABIkAEiAARIAJEgAgQgagh4O3mVTKZoFrK5bLwzLE69bKhuDCnN2JiYgCY8f/snQe4E2X2xt9JbqVdEWmCdBQLKAIiIEhREVdXsYB/rKiAKC6oqKuru7jroqCuYAEpdsoiKC42RECQKlWkKf0ilyJKu5dbk5n/MzNJ7mQySSbJpL95nl1ukq+c8ztncnNfz5xPkqD+T/lZfS7/n/q6BKf8M4Ct2w7gm4WbLUmERBNWXx1GYdWSwHIREogjgcffpLAaR/zcmgRIgARIgARIgARIgARIgARIgASQ0sLqJW0a4c57rsGZDWrhDOdY4KQEnCyH1HmvYeiLj86F6DgGUQJ+XPEjps1YiT+OF0WcJokmrL788PUR+8QFSIAE4kvgibe+YCuA+IaAu5MACZAACZAACZAACZAACZAACaQ5gZQWVu+7qysu73UZsnOzUP2PFxVRFackSNfu84T98K5v8Hv+ajjKT3sqWEXRXc0qQZTU/0kilH+dThEOhxMOp9NT5SqJ6piyknL8sH4v9uz9zSutEk1YHfsQhdU0v+7pfgoQeHIChdUUCCNdIAESIAESIAESIAESIAESIAESSGICKS2sPjmiD86/rA1sdpthiESHE/nb96BBq7Yoeuo/KC0pQ0lxGS7+ZovPeEksx/H976O4OAu/7d+K5q1qQ1Fb5cYBkghJElFYWIFlS/fgk7lrE1pYfWnon5I4ZWk6CZCATOCvE79kxSpTgQRIgARIgARIgARIgARIgARIgATiSCBlhdX77u6GFs3rQxI1laVKO9XK3qryz1XOqI28s2w48dQMlBSVorS4FB2X7fKE5I8D67F34yw4nQ61/6qrOlX/ryiLq6IEh1PEl/M34fDhE541Eq1i9cUHKazG8Zrj1iRgCYGn36awaglILkICJEACJEACJEACJEACJEACJEACYRJIWWH1hb/fijot2kKSTgKQK0t9H5LkhOg8DbGiCHJFqlJ9qjyUE63ke/9xON+B5m0vwrB9A7HjJLD9FHDqdt1aUjlKf5ukiLa/HS7ED8t3YtacVQkrrP57yHVhpgunkQAJJAqBv036ihWriRIM2kECJEACJEACJEACJEACJEACJJCWBPTC6m8/bwzKoc75bSHI7UZFB4SburZ0q5GGE4Wg5ZpB9ws6QIDvJqOf74/qZ52J8qLj6h37nmpVVTiV5Dv4PdWrlVWsaj9VCfYMtZ9qtVpno2Hzemi5ZAD2HSsDDv4C6Zk2XjZJsrB6ZIJSHSs6nfhuwQ68/9GyhBVWXxhMYTVoUnEACSQ4gWcnU1hN8BDRPBIgARIgARIgARIgARIgARIggRQnYFSxenrfVr9en3XeJbDZhMQXVl/65+2oeXYr5DXoDknIklVUl1OualRVXnX1SFVUVqWyVX1NhLP8BPZs/BQNWpyN6nlVlB6qkOS2App/lTYDTlePVdfPohOLvtmND6YtT1hh9V+DKKym+HVN99KAwHNTKKymQZjpIgmQAAmQAAmQAAmQAAmQAAmQQAIT8NcKwEhcPbNlG9hstuQQVsf863Y0ajcYmVmHAPFogBBoBFelglUWTkXA3gDlZcC+nxaipOgERFdvVVFUe6nKPVX1r8kVsNVrZKKgoBAfTV+RsMLq8w/0SeCUpGkkQAJmCPxj6tdsBWAGFMeQAAmQAAmQAAmQAAmQAAmQAAmQQJQIBOqxWqSpXK3ZojUEQUgeYXWsLKx2+AsybGv8oNN0MNAKqnLVqltctdWBYK8NCTalWhWSw1WhKv9boVawivK/Ds+/hSd+x7KFKzBt5sqEFVZH3U9hNUrXE5clgZgRGPUOhdWYweZGJEACJEACJEACJEACJEACJEACJGBAINjhVYV7tyKv2UVqlWpqCasyDbk6tbJK1S2o+t727wRct/0rt/4rP8tiqiy2yuKquyWAE/bsZljw+VJ8OD1xWwH8/b5reTGQAAkkOYF/vjufFatJHkOaTwIkQAIkQAIkQAIkQAIkQAIkkNwEggmrspgqnwyVdMLqmH/2R6PL/oJM21pdhCRItvoQnIchwaHe9q+Iq5W9UuXX5Oce4dQjplb2UfV63yW0yoKrLacxFnz5A6YlsLD63EAKq8l92dJ6EgD+9R6FVeYBCZAACZAACZAACZAACZAACZAACcSTQMoKqy893x+NOw5Dpm29i29lL1XRdh4Ex3bNYVRuYVV7OJW/KlXX4VVuMdVTsepQKllt2Q2x4KuNmJ7ArQDimXDcmwRIgARIgARIgARIgARIgARIgARIgARIgARIABBu6tpS06zUF4kg17tG+aEW1Xo/XhzVD00ul4XVDQBcJsqVqRAh2s+DrWKrp5eqUn2a2Roo2xBWlaq2etWWVQ/ffL0NM2et8hgUFIHBACOfIsIoAKVlDjS8+RXePhwRSE4mARIgARIgARIgARIgARIgARIgARIgARIggcgIDH31s8QVVkf/4zY0lYVVu0tYdfdSlYXVjPYQylerwqpceZrVGijdoLYD8OmlqmkJ4KdKVSus2rPqYP78Xfjvx6sTWlj9+VBpZNHnbBIgARIgARIgARIgARIgARIgARIgARIgARIggbAIjJ8xP3GF1X///TY0u/whZNo3KlWqklAXkpCnVK9KtrMglG8DHAcg5XSBdPo7V1sArbDqEl2VW/3lXqzuQ6rUW/69e7BWHmRlyzoL33yTj1mz11BYDSutOIkESIAESIAESIAESIAESIAESIAESIAESIAEUptAQgur/3ruVrTo9CAybBsh2eqiDOdg3o69WHawFno3r43Pd/yOsb1a4IlFu5TKVUmpaJVgFwCHJMHpFOEURYiSBFGUIMpjXP86RQmSKKJ6RjF61t6JG+pvQybKlYOwbJlnYP63BzF7zrqEFVZTOy3pHQmQAAmQAAmQAAmQAAmQAAmQAAmQAAmQAAkkPoGE7bH6z2dvQctOgxVhVczsgC/3HUWz+uejemYGzrTbAAjYV1KBQxUOiBIgyW1YBcBe2ZEVkiBBkJSXvbq4yn1j5SWqZUgo+KMcBbu+xIC6S5X+rLaM6pi/6HfM+cR9aJb3XMOQxrDH6s3Pzo5JVt1xzcUx2Yeb+BKYvmATyD92mUHesWNt9U7pHrt099/qfOJ65ggw78xxSsZRjG0yRi25bWbOJXf8UsH6dM9B+p/ef3eXTeqE7KuGpsKlHJYPZQsnInuIerbSovUHMG+Z3IY0vEfCCqvPP3MzWnQZhExhA8SMCzHnt0boUicbolNAwxw7RABOSYJDAiqcQLkkoVyUUO4ESkUJpU4JJcq/IsqcQJnynoQK0VXRCqBCcqJzfTtmrj2CkWf8CwKcsNlz8fWiQnw6N3GF1Y5tWoQXbROzdh7NxLFD23H7Va1NjOaQaBD478LN5B8NsH7WJO8YwrZ4q3SPXbr7b3E6cTmTBJh3JkEl4TDGNgmDluQmM+eSPIApYH665yD9T++/ux1TuiCr56AUuJLDc6F88RRkDFqhTF6y8aAirE58/KaQF0vow6v+8XRfnNvlfmRgPcrQAEuLO6BVjQzkQkCtbJty2/+pCgk/HT2NIoeIcocTgk3wVKdmZdhRWOFElawMiIIdTgg4UCL/v1yBKpe3qpWol9SxYdHWPzAw53lUtZUCtizM/64Ucz/b6AFqUJDqDTvGFauysLplX0nIATczIbtqDUVY7dfzIjPDOSYKBD5evIX8o8DV35LkHUPYFm+V7rFLd/8tTicuZ5IA884kqCQcxtgmYdCS3GTmXJIHMAXMT/ccpP/p/Xe3+M4VyOoxMAWu5PBcKP/uPdjuX65M/n7TIY+wGupB8QndY/W5v96EVl3uhV3agBIHMHlvd1xcOxdZ9gw0rJ6l3P5fWObA0l9P4lSpE6VO+UAquZeqjEXtDSDI9/xD/hfIstlRo2oWzqpeFbYMO4qdqrjapo4NX28+ivuzR6GqvRSCkIGvlzjw2f9+TGth9dbuF4aXnZwVMYE5S7aC/CPGaHoB8jaNKuEGpnvs0t3/hEvINDGIeZe6gWZsUze2ieoZcy5RI5M+dqV7DtL/NP+7+72uyOx+d/pc8DpPK5Z8CAxcpry6fPNhH2FVFkz9PeTKVrcAm9DC6rNP3ohWV9wFu6gKq3/feDk6N87DH8UiLjqrKtYeKkTHBjVwsqwcv54sRobcdhXyAVaypqqKpmphqvqzfIjV78VOHCmsgGTLQL2a1VC3ZlW0qWvH55t+wwPZf0eVjDJl7PylNvxvXnoLqzd3uyBtL7B4O/7p99tA/rGLAnnHjrXVO6V77NLdf6vzieuZI8C8M8cpGUcxtskYteS2mTmX3PFLBevTPQfpf3r/3W37oBsyuw1IhUs5LB8qvp8B8Z7vlbkrtx7xEVZb1c8JuG5SCKvPPPFnXHDFANidG1DsEPDX9R3RsWEedvxRgcsaVMeSfSfQKC8DHepXw4Kdv+OX3wsV8VR0yn1XnRCdIhySCFGUIIqi8l7LWlXRvPaZ2H2sTGkDkJ2RgRvb1sainScwKPs5VM0oVcB9vTQD8z7f5IGYyq0AGtfORv5RVVCWH+5WADd1PT+s5OSkyAl8tmw7yD9yjmZXIG+zpBJvXLrHLt39T7yMTA+LmHepG2fGNnVjm6ieMecSNTLpY1e65yD9T++/uzM+vBIZXfunzwWv89SxbBYcdy9VXl297bfUFFb/+vgNuLBrP9gdqrD61Mau6FC/Orb8VopODfPw7e5jaHd2DlbmH8ObnX6BrWQTJFEEJBGS5IAkOgH5X0l+zak8v3HFAAxs3xzrDhR7kHZomItvdh/BS01eR9WMcqXC9eulmWkhrJ5zVhbaNauGz9Yc8xFW/9ylVRJdYAcwfcQD2Pt/8/FsR43ZP7yMLjMb4b/j+uOcJPJm3oqfkQz8f53zEG6f1hRjP3sCXbz4+olHgsYgWXgHw6fEY/mV3vl+YBYGDnsPzZ/2vjYMxwbbIAHfj0vs5M+VF+Gd9wrnpbjqzQm4o2HsQMXF/9i5Z/FO6ufShMajsOLRyz1rr3jtWjwJ79cs3jjllkuHvFN/v+3xid25d07Fe7fG8CKPcfakQ2wjRap8ZiwF+uh+r2rXNTMmUjtSZT5zLrRI+s8t1++4fdr1ehl8Rw9tv3QYHcscDPrZcOBjDBz2Lna4wTe9D/99rV9U/45NDP+N8jfw56xVuRlL/2WbQ7uGgWh/78ia1h0ZV9xiFc6g63w/7UsMXwfccP+f8E/dWenu97SLGI0LukkIAxzLP0H5nUuUGWt+PpqawupTj16PC7veDLtjI4odwFMbu6Njg+r4+Wg5WtethlX5J9C+YRV8u+s3jL94HnJtJS4xVe61qgqpiqDqFlYlETcsH4AHLz8PP+w7rVSsyiJqu3Oq4J21v2Bauw9cwqpcsZr6wmrDWplo26SKQuHz9Sc96eeuWL2+03khpGS8hx7AjMcGYd/tX+OZyzS2rHkZXf/bGDP+E91fSFZ7/8WqX5Ac/Fdj9M3PA3814P4S8NKnesHValLWrJc8vIP4e/Bj3KeIe29hwNmusfI18NJi4Mp/YNlwjZg0vg/eOWcK3r05uQWC+MRO/byZ2NjNVH2+8IrY84yP/9Zcd3FZRbke9mGo+xoxumbiYlhybZqWeZcmuZKWsQ3p8pO/93wEXAl8jbu8fq9WLmNmTEibpvRg5lwo4Q2UW/rvIvrvKqHsk15jY5eDcvymuT4/7vT9/FC+o+TjoTffxP+5vsf/+ukwjMJf8U4Uv6/H1n9/n58G36Vdf8O0vDO6369j5798XQW/hn30jChfjjkzeiCj801R3sW9/BH8/bGdQDvgc7TExjvqeu37/fT5mFCvK/7bq2qM7AEcKz9D6YDvlP3W7fhdEVbDfQg3dW3pakhqvIRy/lOUH4JL5tRu88jQa9C+V19kZwk47RDx6IoG6NawGrYeKUPTmjnYeuQ05GrTr3b+hgkd1yDXXgLJWQFJKockOgBR/ld+LlevVgBiBa5dejOGdTwPq/cWKTvKrVjbN66Cqet+wfT2qrAqSYLSCuDzL1K3FUCDmhlo0yjXg/vrTYWen93C6nUdz41y1K1c/gBmPj4Y+/7vKzzdXrPuuldw5cxGmPZqcgmrX/2wA8nCf+Ub1+Fp/B1LH6kU7YxeszLaVq+VTLwD+65eB4uumIypfVXBVI7Fu+gJLAXumzMSnZVXV+PFW6ehyeuVX9ysZhqr9eIWu4Mf44G/vI/mf/0Kd/46DHdOb4IXPXxj5T0QN/9j56LlO2k/n5Lts8pyGGEumH555/vZGia6hJ+WfrENMSTu75WPA8//Zb/m96rBd89AY0LcNpWHM+dCiG7A/PP9nPp17jDcubxb0v0dFAIRS4bGLAfXvoIrZzXGtMeAf/4lHwO9vjfK383/CTz1FZ7uYIlbpheJmf8h5q/igDznJUT1O3bM/Hf7I2sThr8f/OgZpiMZ3sAq/+0Je6frw5sc6qwtW3Dp/KqYezfw1zGnMfTVi9BNs8b30xdiYr3OmNlLLf6LxcO56gsU375Y2WrNrzb8um8XSssdOFlYitOl8t3sUHRDWRMVBFW1tNkE5Webzab+LElwig4krLB6Va8LccF5DSDYBJSKmZgq/h+uaVYLGwtK0aBGNvKPl6BDg1x88vNB3CfOQJZU5umlKsl9VSUJnn8l9fCql8ruwGNXtMLqvaeVA65kYbVDk6qYuOYXDHbOQDZUeEWFpfh++S+eWAbVlg0GGInFESWHAJSWOXDzs7PRsU0LbNlXEtZy9c+w46IG2V5zv91a2RrBLaxe26FlWOvHZ1IB/vvEYOzr/yX+6iWsvooesxrhw5dvi+otFFb7PH/tTiQN/3WvosdY4N8fP+4S7X7AS/3+CTypi4XVkCxcL6l4B/H7188eHFeIqgAAIABJREFUwd0H7sR3w+SeGHIspqHJuDuxb4QmJj4xsxBmjJeKZ+wU1iuAFvl70DxO+R5P/2Mcauu2Ozgbg0bsx8BxjfDeiO/Ra9wbuN1d4W3dLim9UrrlnXqtd0u67xLhJGG6xTZURivf/BPeazgZU26C8r1zURf55wZey5gZE+q+qTyeOWc+uoFzS/1bqDIn9c/N75NuI2OVg3L83m84GZNdnx+Lu8g/uz4/Ds7G4BH7ca/n76nYRSGW/vv//PSXr9H/uzJW/ssRNXMN++gZUU6Fah/3gv3yPlHeRV3++xnfYWLdyzCzF/DBq2sw/xL558rq1Mr3Y1ex6lz9NYr6LVLsW1dgT01hVRtdMTMXp28dh2d7NsW2I2WokmlHcYUT59fJxVNfbEf9r0bC5qg8gMmgAFZZbv0Vz+PdAR2x45BcmSo3AgAuapCLwR9vRKtlf4fdoR5epX+kirBaL8+G8+tn+vj33c++h1dd3b55TC4wazY5gFlPDkV+v8/xpJew+hqu+vgcvD/2ViTTDc/frtuN5OH/A8b2fwF4wsV+XfIxTy7eQa4Ymf/LwL9mPYpOB+fgwXHAs2Nvxa9v3oAPGk7E2zc1xIHP/oJ7D9yBhYr4mtyP+MZOzf0Fje+J22dMfP1P3txZ9eYNeG4ZgK7PpsR1EOtIpFXeyZ+jj36PHq+9jv5pIMCnVWxDvXB0uaD8Ll3Zzfvz38yYUPdN8fHMOZMBDppb6t9CU/K16zXFoDT57DJJ0XBYTHLw4BwMfXQZerw2Hv3OBg78bzjuXdG18vND+/09EmfCmBsr/7W/S30/P9X8/a6z+rdK5UP3d2YY/gWbEhP/ZSPCuoZ7qn/TBXMigvfzZl8N22VXR7CCyalH92PAy0fR+4l2uKc2kL94PW7eVBufPtoIjV1LLJu5DCM2aterjXFjW6GryS3CGSau+RYnb/tWmbrxYGbqC6uyoyfb3o7CRl0hQVSqT50iIIoO5OWvQO2tn3hz9KOE/trsOhyuexlEm7e4WPfIGjTZ9T+/sUgFYbVOdQHn1bMb+rhsp8PzurtitdelzcLJzTjNKcDHTw1F/m3z8IROWL1mdiO8O+aWpBJWF23Yg2TiL385uK9gABY81BGrJvwZHzaYiIk3eldwxCkxTG2bbLwDO/UDXv6/fwOPz8P/FVTGBeteg3otXI6VRteKKVKJNyiesZNz/R/ogauXfafw9vrsiRGqePofIxejs82hTzD0sf24e2Z0v6xGx/j4r5o+ead+t5D/0Eum32mRZEj6xDZ0Ssp3nZXdKr9TKp8j36PHf8ajX311PTNjQt85tWcw58zFN3huGXxeyd/9Xt2HBzQ5am639BoVixw8MG8E7lvZFe++5Pqb9NAneOixZej+n3Hq54cSK+D5OHwviYn/QT8//f2+rfy7Jlrfs2Phv7nfD370jChfjjU/uQa2Dj2jvAuQ/92PuHnTWfh0RENVSD16AANe+R29R16iCK3yY9l/V2Ji3Uswo0fsWgGIaxfj+C0LlP03Hc5KD2E1pGgHVUJDWs1fAWzlIgneCqB2NaBFbf9QVu2tbLPrFlZ7XNI0NEhxHV2A2U8/hCWdJuCtP1cKevIvsQdWdcXUF5NLWP3ux71IKv6HPsHDI5eh+ysDkD9yBhq/Mg63uf7IiGtamNw86XgH8euHiTfiwwYTcHfBQ1jW4X8YqfzHhjV45Y4ZaPxoVyx57VfcPX0Ekr9eFYhb7Dw5Pw63FYzDta8Bz8eBadz8N3ltJewwJX6pcx3EmnO65F2yfoeIJB/SJbahM1K/Z76z33dm8/7u755mxoS+c6rPYM6ZibCZ3DL6W0j+7vdv4FH3d0Eze6XfmOjnoP/4teg/AW8qf7vGL1bx9F//+an/Wx7rov8dO/r+y9eU+Ws4/5bYXq+15vaG0F7b6TQanwEl+HDcZrx+2Hft83q3xvQe6tk/y2atwdt1Kp9HwxL9mtK67/FH32+Ulzf/lk1h1Qc6hVUPkrOqSmhWK3BartlfCcwtrF7ZpkksctmyPQo+fxSDPm6Cf3w03CUYrcV/7vo3MOIzPNbOsm1istDSn/YhufgfxJxnHsJSNMVudMWU0TcjeepVgeTjHSQN14/HdZ/sQ/Nfm+BOz/WgiVGjAfjqwRh3xo/SlROf2LlYdpqAN26Q7w1Wn7/b6G8x5xof/6MUzFgue+hTPPLkr5rrI5abJ/9eaZF3So4sw5VjX8OtSfQfCiPNrrSIbTiQ5N+r4/bhPl0+eH33NDMmnL1TfA5zzkSATeWW/ruJ3APPOG9N7JhWQ6Keg6biB6ifJ/D6nJFfewlPuL5vRicsieG/Qf4qv4c/BPq5v28nqf+y2aZyQGWw/5bYahe1/3cthEu7RAeue9Vte9F+Wgn+8ugFuNtVnSq/tX/JNty8IBevjW6q3O6/7OP1eLvOhZjePSe69mhWlzaswNEb5yuvbP09h8IqhVXj3DszV0STmmLQxNxwMMMzxi2sdr3I3e0i6PSEGVDwxWMYMnuvx55mt72F169PvqZoy7bkI9n4u9n3GjEXj7ZNmJQwZUgy8g7s2Fq8ds9oLDrnLkx6oVLkTuYY+fM3HrFTOTbGcx+4/yMOgEOf4i9//QhNY5z/8fDf1EWV6IOUeP2KO7QxTHSbE8i+dMg7/fcJD/7Oz+CLIanxH6aMUiodYhvOpfTDpL74F4xir/6+xYi56Lwm+Jhk+34UDqtQ5zDnghMzk3+Ptj2IOc8+jPd/9V4vGb+XBydi7Yho56C5+Kk++fzuaXQ3Jv2rb1QLVhLDf6P8bYp7X/pP1P/jZrT9l+NqLgeMr+Fo6xl1P+8DoW1072Nc9vEmPIomWNcvT3fxnsSov+0D7rwYo86XhdVNeLvOebEVVjf+gCM3fK3Ytf1YbkBhtezwQeTWbwCbTYAgCLDZbOrPSptSB4SburasvA/c4HNKsLj60+ijUAh+s31on6AW2xx0uQRsBVAzx4lzalT2Tg0E8Kffsn2E1S4XNgqNOUdbRmDF1v0gf8twBl2IvIMiStgB6R67dPc/YRMzxQ1j3qVugBnb1I1tonrGnEvUyKSPXemeg/Q/vf/urv/FdcAl2kNq0ufaVzz9cR0OXf+V8uMvx6v4FVaP79rqAVOnVWsKq+GmSTIKq+H66q5Y7XT+OeEuwXkREli1/VeQf4QQQ5hO3iHASrCh6R67dPc/wdIxbcxh3qVuqBnb1I1tonrGnEvUyKSPXemeg/Q/vf/ubvDVn4A2l6TPBa/39KcfUXDdl8qrO09WNRRWC35c4cOnWYdurFgNJ2vSUVjteF7DcFBxjgUEfvjlAMjfApAmlyBvk6AScFi6xy7d/U/AlEwLk5h3qRtmxjZ1Y5uonjHnEjUy6WNXuucg/U/vv7vPmX89pNat0+eC13kqbN6MX6/9Qnl1d2E1H2F1xzL1PaPHxVf1ZSuAUDMn0YTVM+ufH6oLIY0/dmg7OrRMpuOHQnIv4Qev3VlA/jGMEnnHELbFW6V77NLdf4vTicuZJMC8MwkqCYcxtkkYtCQ3mTmX5AFMAfPTPQfpf3r/3d14wQ2QLoqutpTIHxPClu3Iv+ZzxcS9p6t7CavLP30nqOlX3HI/e6wGpaQZkGjCaii2cywJkAAJkAAJkAAJkAAJkAAJkAAJkAAJkAAJuAncuvfBtIcxp+nbCoOzzm4V8PAq+cAqWRfk4VURpEwiCatvz9sSgSfmpi5Ysx0D+yTZ0e7mXEuKUbsOnkoKO2kkCSQCgRZn10gEM2gDCZAACZAACZAACZAACZAACZBAEhL4fFNJZMJqj0sbSdHwO6gYqd00pMFWWxt88+AjfG0SwpkUxLWyCidmLtppNQCf9SisRh1xwA0orMaXP3dPLgIUVpMrXrSWBEiABEiABEiABEiABEiABBKJQMTCave2jaRBDz1quU+SpNdrK5+73xNF/2Nkg3zWcK2pfV2CuoZ2O1nTdI9xv+9xUDNQv77vWG8svj6p7yv7uewIBtJQbw2iwipFxwLw4btTMHMxhdVgjJP9fQqryR5B2h9LAhRWY0mbe5EACZAACZAACZAACZAACZBAahGwRFh98JGRWLdqSdzIWF/dGYVy0QB0QrE/XMvOu+hSvDdlIoXVuGVp7DamsBo71twp+QlQWE3+GNIDEiABEiABEiABEiABEiABEogXAcuE1TUrFhv6EIpo6L1AuBJibFGG71+lncZVqNb6cX6b9nhvMoVVa6km5moUVhMzLrQqMQlQWE3MuNAqEiABEiABEiABEiABEiABEkgGApYIq0OGPY61K7+z1N/QBMvEFmFD80XF6NejMF1t1bod3p/yNitWLc3SxFyMwmpixoVWJSYBCquJGRdaRQIkQAIkQAIkQAIkQAIkQALJQIDCagyilAjCKitWYxDoBNmCwmqCBIJmJAUBCqtJESYaSQIkQAIkQAIkQAIkQAIkQAIJSYDCagzCQmE1BpC5hYcAhVUmAwmYJ0Bh1TwrjiQBEiABEiABEiABEiABEiABEvAmYImwOnjY41hncSuAUAIVjnDpXj9bFHHu6RKcU1KGuhUVqOFwIkeUIEkSSm02HM3KxMkMO/ZXycHOKrkos9lCMc3U2FDsD7MTAC64uAPenTyBrQBMRSS5B1FYTe740frYEqCwGlve3I0ESIAESIAESIAESIAESIAEUolA2gqrsoDa7mQRWheeRo4oQpKjKkkQIMD1zLDP6ZZqVbGyVh5OZmRYlgcxEVYvuQzvTnqLwqplUUvchSisJm5saFniEaCwmngxoUUkQAIkQAIkQAIkQAIkQAIkkCwE0k5YlStUuxw7hfaniiBKEhRF1VUGKv8jqgqrIrBKkGBzCa3yc3Ww+s/KWmdg5Zl5lsSZwqolGLmIiwCFVaYCCZgnQGHVPCuOJAESIAESIAESIAESIAESIAES8CZgmbC61k8rgHBvXY9GoPIcTtx+8DfkORyKOCpXpsr2qSKqSzHVbCzrror9AiCKElQBVFDaBMjjT9kzMKdRPZzMtK561b19KGKrGVYXXdIR70x6kxWrZmAl+RgKq0keQJofUwIUVmOKm5uRAAmQAAmQAAmQAAmQAAmQQEoRSBthtU55BW48dBRnyKKq7qFUrnoEVlVsdYuqsvjqVbXqGutSWXHCZscnjetbLq5SWE2p6yymzlBYjSlubpbkBCisJnkAaT4JkAAJkAAJkAAJkAAJkAAJxJFAWgircqVqv4IjyKuocN3377ql33Xrv3wclVqDqlajCm5V0y2iVjYBUBRXeaT8P1lwlX+SD7f6pPHZOJmZaVkorRZWW7e9HFPffoMVq5ZFKHEXSkxhdQ/e+3NbjF7fAc8sX4iBTePFz23HvZhaMB5XxssM7pswBCisJkwoaAgJkAAJkAAJkAAJkAAJkAAJJB2BlBdW5Z6qd+UfQg2lUlXtnep+qCKqqzrV1UJV7rGqvuYSWBVxVZ3jbh3geUWSICoCK3AqMwPTm52DMpv8LPJHPITVA3OH4p4Ze1zG98ILs59EJ9ezQO/pvV2wZjsG9mkbOQSuEBYBY2HVLShql4ylyOlHWN37Fvpd8Qw2Gnpqxr5QhdJQx4cVAk4Kk8C+KVfh6lFrgXaj8e28h9HEtY7ndfe6d8zBzrFXe3ZZ+mQeHpjuflqZN8HmyTMorIYZLE4jARIgARIgARIgARIgARIgARKANcLqw49h7aolhjjj3WO1+9FjaHfilObWflUIddesKgKqy3K3SOoWVeUWAUr1qnLGlbtdgDpYU8yqPJdF101n5uH7erUtSavYC6urMGbkftzxSn80BLDqjd54FqOw6BFZWg30nq+7FFYtSYGwF/ERVhcPR8u73gegq9JURM0deDgmlZvBK1bdIljbURvx8aBmJv0PVSgNdbxJMzgsQgI64V8rrLry150XbhG1/0cn8UJPQH1uUIEcZJ7bYAqrEYaO00mABEiABEiABEiABEiABEggjQmktLBamiugtXQM12864TqESoAoirC5VEvlln6XeJp9SXvkduuBnCt6IKP+2ap4WrwDOL0DYsFkoPwgRBGQC1IlUa5qVYVWucJVfthtahuBMbMa4Fhh5IdZWS6sXtoJUye+broVgFKhuqI7PnAJrdprJNB78jgKq/H9RPEWVr/Fsw1uxSy9qKo30VU5ilGjce6oZyrHe0RZdUKl6Kmuu2PUHPT5/FaMXq++7xa7lCfaue3uRX+8j1kBWgH4F1bdPriNdlckGlThugU5v3ZTWI1vdvrZXcm/uejzUV98fdcz2KgRVvV54X6u5FpTteIZBmJ8wHk9K+2gsJqQGUGjSIAESIAESIAESIAESIAESCApCFgirA566FGsW73U0OF4Vqz+coGAU2eKmDJtP6qWOl1dVNVqVVkElQVWoVp15N03FNX63aHYf+iEhB1H5LYBAs7Os6FlPfXWfunwTIgFkyA5TikirShKqsgqtw5w92oVgOXbauDzVbUiDr7Vwmqbdp0wZYJZYXUVxtw2CnsGvINJfeX6Ve0j0HvqOAqrEYc/ogW8hFW3wKi7ddpnA80t+R5xVH5tODBWuSVbL0hWip3qeL2A63ruI3T6v73fWFjVr6uvfDUQSgPaTWE1ouSK9mR3Hnq1AtDk2qjR2DFKI7y6q1LbdcDG9WtV6zxzA8zT+EFhNdpB5fokQAIkQAIkQAIkQAIkQAIkkLoEUlZYdWQAy7upsu4NP53E/ct+V36Wb+mX+6wqwmr16qjz5rvIankeNuxzYPKSMmzId1T2CRCA+nk2PHptDrq3yoRU/AvEbQ8AzsLKQ7DcDVflfqsSUFohYOzHTVBSFlmv1bgIq2vHotfYRWq2d3O3AXAlf6D3dNcHhdX4fmAYCaueSlOfnqauW6gNBS1vP9Rbrt3CqE44hfuWbNf7e9X2A5UVrmG2AtDdzi1b5C3AwnUolv/DqLztprAa3+wMsrvfPPSuWnaL//6qUvWV1bNc23pVVLteo7Ca0BlB40iABEiABEiABEiABEiABEggoQlYJ6yuMq5Y1ZwVFRKISCtdD9cHtrVSq0ll7XPcxwfQ9GiZS1xVX685/ElU73+nIqhOWVJaaV/leVWe1wZ3z8Gg7tmQDk2DmP+ytktrpcjqqmSds6wu1u+qofE3Um8qlwpXcG3TrjOmTBgfWiuAGU29DrByW6EeZGX8njyGwmpIqW75YHMVq7pKULegFfBQINlUc8Jqj4XqIUSRCquGVaxeYquxsOp9mJHWbgqrlieclQsaCavuqmulEvVcTFVaW6htJx7YrcszbR5f+4XaW9hgntyb1f2gsGplALkWCZAACZAACZAACZAACZAACaQXAUuE1QeGjsD61d8bkwtTUwxzmseG7a0kHKon90NVD6C66GAJXvjsoOcQqsz6DdHg0/lY8nMFRs487SW4amRMV42rKsROGlgN7ZpkwLHlXgiF61zVr75ur99RAx8vr5dQwuolHa7ApDdfMy2somAWhoxYgp7jJqJ/A52Pgd6jsBr3TxBzPVaDC6tevSw9hwSZE1YHxqBiVa0+9BVKA9tNYTXuCRrIAANh1bviWNO7V/6PAC7x1Kci+445mIpbNRXWunljr6awmtCJQONIgARIgARIgARIgARIgARIIDkIpKywuv5iESfOcNerysEQ8MJnBWh9sETpi3rWcy+g2p9uwvWvncLB46JeS1WVVPnhOpxKft6+SQYmD6wG58EPIOWP8SrG9fRcFYHDx7Mx7n9Nk0tYlcXSTxth0iOdFLu9qlIDvWeQ56xYje/F7y2sagQlw76VulYAmopVVaAEnlm+EAObuoVYk8Iq1EOFPIcQeQ6TCrPHqsd2X2FUL7wFtpvCanyzM8juBsKqXij3qmK+6muvPIOSs2u9qln9tQ1wW8KK1YTOCBpHAiRAAiRAAiRAAiRAAiRAAglNwBJh9f6hw7Fh9TJjR8MsPQ1zmseG7zo74cyoNEkWU+sWOjBu9gHkljrRcNon2FutJW6fKPdL1T/caqr+dQFfPlYDZ+ceQsU6zb2kEpSDrOSHPLOk3Ibnp7fSTI7Um8qlwm0F0Payrnj7jf8EqFg9gFkj78fkfPdezTDYU60a6D1fehRW43vN+wirijnePSo9FrqFVMNWALq+lnfci1nTt3oLrRqx1m9lobxZu9GYesNcPOARan0ZGR9eBcBfX1j3Etr3dbd9y0P6e9lNYTW+2elnd58Yu8Yp+dnc1Ue3cm5liwnNfzhwvV3ZR9Udaz/zXC9TWE3IjKBRJEACJEACJEACJEACJEACJJAUBFJWWP32CodadSoXo7p1TQG4fc1x3L72GJqt2Ybvtlfg0RlFxoGSFUxZjXU/XE/H3VENPVplwrnyXOUALGVpRe10NWZVDrGS8PQHrTXrJoOwal2+Uli1jmU4KxkLq+GsxDkkkPoEKKymfozpIQmQAAmQAAmQAAmQAAmQAAlEi4BFwuoIbEiwHqsLulSogqcol5O6VFFBQNVSJ6ZM34/Wy7Zg8fZyjJih9lfVPjQyqacTgKKfAnhtQDX0PD8TzhUtFAFVHmCzC5Uiq2uhp95vk2DCaje8/car5nusRpBxFFYjgGfBVAqrFkDkEmlDgMJq2oSajpIACZAACZAACZAACZAACZCA5QRSVlhddFk5HHYXL1lYdVeUihJ67ijCf0bMwG859dH71RMhQZ39cB7Oq/ELxB+vVwpa5apVtQ2AALnPqrxPSUUG/jkz0SpWKayGFOgkHkxhNYmDR9NjToDCasyRc0MSIAESIAESIAESIAESIAESSBkC1girDw7Hhh8Sq8fqyosdOFXF6QqUoJabyrfuCwIkUcKklvfiiiv7YeA7hVi7t8KjuwaKbIMz7PhmZB7E3+bA+ctIRUSVi2LVG/1lYVWEzSZg16FqmLLgXM1SbAWQMldMEjhCYTUJgkQTE4YAhdWECQUNIQESIAESIAESIAESIAESIIGkI5CywupPzStQUFtusOp+qKKq6JQg2IAO9dvggz+NUUTVe6cWuutZIXl+cmmxrhYA8utv3Fkdvc7PgnNdZ0glBxRhVa5adR8o5W61um5XLcxe2TQhhdWBL82LSZIO7NM2JvtwE18CFFaZFSRgngCFVfOsOJIESIAESIAESIAESIAESIAESMCbgCXC6n1D/oKNa5Ybsw2zWDPMaR4bCmo7samZWokqC6nyQzmLSum5qj5/+vIHcXfrm/DW4mK8ubCkUknVeyIAw3pWwcO9cnF8/zuonv8P17lWasWq++FuODB7RTOs332WZpVIvdHsEeZSl3bshomvs8cqPwBIgARIgARIgARIgARIgARIgARIgARIgARIwAoCKSusVmRI+K51GSoyZTVVJ34qCitQPasaPrphLFqd1RwLt5XjxS+LUXDc3T5AnXNZs0wM65mr/FtwfAeqbO2L6uJx14KVFavqkmpV7POz2qOkPIPCqhUZyjVIgARIgARIgARIgARIgARIgARIgARIgARIIAEJWCKsDhw8DD+uW2noXpgFlpag2tKoAvl1K5Sb++WHq82quykqIAI1sqthWIc7cU/rvsqY7QedKDihiqvn189Ag5pqeesHm+dC3Pcy7s7b62oXoF3T1WZAFLFhT23MXnVexPZrK2EjXgwAK1atoMg1SIAESIAESIAESIAESIAESIAESIAESIAESEAlYImweu+gh7Fp/SpDpvEUVkuygUWtTyt2yeKq2xavGlZR6ZSKhnn18Ei7u3D+Wc2V/8mPA4VHsHDvCizcuwoHfl+DhS22a9RU16quw7DcQujYzzrgWFFOxPlltbDa7vIrMWH8K5i5eGfEtgVbYMGa7WCP1WCU+D4JkAAJkAAJkAAJkAAJkAAJkAAJkAAJkEAyE0hpYVUOzJaGZdhbt8ITI/WwKQGS/IOssMoFqcoZV65TqLSnUWki+++z83FzzWOeo6xEUYLdJiiirCSqfVwXbW6Cbzc1tiQfKKxagpGLkAAJkAAJkAAJkAAJkAAJkAAJkAAJkAAJkEBUCFgirN7zwMP4aUPiVazKxCrsEpa0KkZxpghBFkIlSW0J4NJS3WWsspApC6SeslYN7suqFOKDJjvVg6o8k2WBVj0QS17zRFEOxszrZFmQrBdWu2PC+JdZsWpZhLgQCZAACZAACZAACZAACZAACZAACZAACZBAOhNIeWFVDm5xloQVLU6jOFttAuARV7XNV11Cq1ssVQa6egcsPm8LzraXKdWpNkWcBWwCIFetyo8Tp7MxZXF7S1oAuJORwmo6X5b0nQRIgARIgARIgARIgARIgARIgARIgARIINEJWCKs3n3/Q9i8cbWhr/Hssao1SBZXlzcvUsVVSVLEUUU71Rio9GF1twlQdFUBfWv+jpca7K0sT3UJs+pcAccKszH1O1lUzbU01hRWLcXJxUiABEiABEiABEiABEiABEiABEiABEiABEjAUgJpI6zK1GRxdVmzIhRniWrVqutWfkUklStRnXKf1Uq+DbPLMa3ZL2iQWeYa63XsFY4X5mLyd+1x3GJRVS/4WhHx9p164K1xY9kKwAqYXIMESIAESIAESIAESIAESIAESIAESIAESCDtCVgkrA7F5o0/GMJMlIpVrXHb6pTg57plAYKvHmz1bINfcU+tQ0plqvxwiiJs8s8CsPznRli0pSVKyjOjkkRWV6xSWI1KmLgoCZAACZAACZAACZAACZAACZAACZAACZBAmhKwRFi9674HsfXHNXFDGI4IeTpTwrbaxcivWa6IqJIoQbALSh9VQRLQMLsMS1r96PJJFVqLKzKxcU9DLN/RBMdPW3frfyj2hytUt2PFatzykxuTAAmQAAmQAAmQAAmQAAmQAAmQAAmQAAmkHoG0FVbdoaywSyioVo6jVRw4neXE8WwHHBnAy+fswbVVj+FUcVUcPFYDu3+viW0H6qOkPMPyLKCwajlSLkgCJEACJEACJEACJEACJEACJEACJEACJEDl2mCTAAAgAElEQVQCUSVgjbA6cAi2blobVUMDLR6KMGnOyHDrQs2trh8Viv3hWsaK1fBiw1kkQAIkQAIkQAIkQAIkQAIkQAIkQAIkQAIkYESAwqphXoQrX4aXZBRWw+PGWSRAAiRAAiRAAiRAAiRAAiRAAiRAAiRAAiQQLwKWCKt3DhyMbZvWWepDKGKjcppUAj9C80V1xK9HYbra7vIeeGvcWMxcvNMvqQNzh+KeGXtc7/fCC7OfRCfd6FVv9Maz3wMtBryDSX0bGq61YM12DOzTNoEjQtNIgARIgARIgARIgARIgARIgARIgARIgARIIDICFFYj42dqdnIIq6swZuR+3PFKf8hyqSKgYhQWPaKRVteORa9ZwDVYhD1dKKyaCj4HkQAJkAAJkAAJkAAJkAAJkAAJkAAJkAAJpCQBi4TVIfh5ywZDQGEWWEYVthCO0unHInNLWUfB3H6+xra9rBvefG1MwIpV7SylenVFd3zgElqBA5g18n7s6/8Omsy6H4sprEY1R7k4CZAACZAACZAACZAACZAACZAACZAACZBAYhOwRFi9/a77AEnyeCppfpZflFD5nlkcgpnb+116pWesH/3SaC2PuKpTKvWiq36u0Tz3a3rR099cwWbzwVC5hrET/sVgc6KtbNvE1181KayuwpjbRmGP5nZ/RWg9cDcWPXKOIrBSWDWbyRxHAiRAAiRAAiRAAiRAAiRAAiRAAiRAAiSQigQiFlZ7XNoooGpqTvYzQBv2RCvCZH5z8yP92xVuFWoonsoib1mFAzMW+e+xCvlW/7GL1GW7adoAFMzCkBH5uFfpuapWrlJYDYU+x5IACZAACZAACZAACZAACZAACZAACZAACaQagYiF1Zu6tgwsrFqhPAahbqq6NZTIWWxz0OUMBkTDp9IyB96et8UUCfUgq6Z4YfYA7FdaAHyDpzrIUymsmgLIQSRAAiRAAiRAAiRAAiRAAiRAAiRAAiRAAilNgMKqUXiDKqGh5UTQ5RJQWIVSpboEPcfdjX0jRmGBkcuN79P0YK0csGDNdgzs0zY0SBxNAiRAAiRAAiRAAiRAAiRAAiRAAiRAAiRAAklEIGJhNVgrgHBZBBUjtQuHNDhci/zNC7558BG+a0ejPUBZhRMz/bUCkIXUTxth0iOdFGMqK1bl2/+1D1asWp1BXI8ESIAESIAESIAESIAESIAESIAESIAESCD5CEQsrHZv20ga9NCjlnuuPwBLPgLL/XC/J4r6LgTez33WcB2qpX3dfbCW9rwtWQh1j/E5eCuUQ7p05vn6pHqk7GfygC9DkTaICqu0FRCAD9+dEuDwKlUwnZzvptwMg8dNRP8G+tBSWLU82bkgCZAACZAACZAACZAACZAACZAACZAACZBA0hGwRFh98JGRWLdqSdyct766M5wa0/DdD8X+cC0776JL8d6UiQGE1fDt189kKwDrWHIlEiABEiABEiABEiABEiABEiABEiABEiCBxCRgmbC6ZsViQw9DEQ29FwhXQowt6PD9q7TTuArVWj/Ob9Me702msGotVa5GAiRAAiRAAiRAAiRAAiRAAiRAAiRAAiSQrgQsEVaHDHsca1d+ZynD0ATLxBZhQ/NFxejXozBdbdW6Hd6f8jYrVi3NUi5GAiRAAiRAAiRAAiRAAiRAAiRAAiRAAiSQrgQorMYg8okgrLJiNQaB5hYkQAIkQAIkQAIkQAIkQAIkQAIkQAIkQAJpQ4DCagxCnUjC6sCX5sXAY2Bgn7Yx2YebkAAJkAAJkAAJkAAJkAAJkAAJkAAJkAAJkEA8CFgirA4e9jjWWdwKIBQYRsKlBBsEiCh1ZuL33MYotVWHTQBEKfjKge62l6dn2QRk2YByEXBIEiQJyBELUas0Hzk2ByDYAEkMvpFrRCjCa5idAHDBxR3w7uQJbAVgOiocSAIkQAIkQAIkQAIkQAIkQAIkQAIkQAIkQAL+CaSssCq7/AdqYVv1zhCFHEB0RpwHslSaZbPhwOlyHDhWggvqVUP1TBsqRAk2mx02qRQXFq7CmfgjpL1iIqxechnenfQWhdWQIsPBJEACJEACJEACJEACJEACJEACJEACJEACJGBMIGWF1VJnBtZV640ypwRnWTEyBQGZNkAWMeWq1VKnBJioXvVgE4AMQcDmonI8ekULdGzTFFPn/YB1hwtxTk4mKiQJ9uwqyLYLaH/6G+TYzAu5FFZ5eZIACZAACZAACZAACZAACZBAGhHYNR5dWo7ASsXlwfhKmoQ+aeQ+XSUBEiCBVCFgmbC61k8rgHBvXY8U8IHMFtiT0xplp/6APTMLh0oqcORkKVAmAtk2tKtXDYIgwClKitAaTGOVx1TJtGFbUTmaV8nEh8/dgcwMO27/x4cQ5DdlwdbhQHaNM9GsbDPOqdgdkQuhiK1mNrroko54Z9KbrFg1A4tjSIAESIAESIAESIAEQifw9RAI1012zUtToYgMQs+bNJ2xa3wXtByhyqpAZ4zbuQLDW7ieMo/SNCvoNgmQQDISSFlhdVdOa/wqNAWKT+JwhYiezWtjYN9usNsErNu0C098slbpg1olNxPNqmShWqYNJXJ1q0sk1QZT7tZaVOFEy1pVMfLuq/Ha9EUYeddVaH1+Ywz5xwf4bPdvaF8zFyWlFciodgYaSXvRomxLRPlAYTUifJxMAiRAAiRAAiRAAgYEdmF8l5bwaBmmGOkED1NzojDIq7oNGPyVhElG5W1egkyMbacYBCQiA13uKDLeuJ1Y4VHxopCv6bqk2esUAIXVdE0S+k0CJJBqBFJWWN2ddRH225ogp7wQq/acwFdj7sSJE0U4cvQ4rup2KcrKyzHn69U4erwQq/ccxdbdx9CkUQ3Uzc1SRFS9sJlts2H98RKsGn03WrWsjwwAhSUi3pu9CO98t1URaWvaBThza6CJuA/NK7ZGlCtWC6ut216OqW+/wYrViKLCySRAAiRAAiRAAslNIBxhNYCIGUsYZgWbJBZWvx4iwF3wmrTCXwIKq94CnitpO4/DzhXD4S6QjGUqp/ReZq9TGYJ2rD4eCZhHKR03OkcCJEACERBIYWH1AuQLTZBZWoi1B4swYVBPNGpQGzf0fgPS1Q3x4aCrcH7LRkobgKzMDBQcOorXZizGom1H0LHpmShxOOGU5AYBajODDJuA46UVaFazCobd1hXyW63Pb4a6daph688FuOmFmcgRHahX6yw0dO5F84rtEYRF7QVr5YPCqpU0uRYJkAAJkAAJkEByEghHWI1x1ac/sGYFm6QVVr1jQ2HVqivMX84nSF5b5WairGP2Og1mL4XVYIT4PgmQAAkkDAFrhNWHH8PaVUsMnbJYHzQNbrf9fOTbG6Pi9AlkZ2Ziw4FTWDR2IPbtP4T7X/8KyM0ESh2A3YYhXVvgxqs7oFnjBvh26Vo88sa3aNP8TKUHa4UoQoAACZJyeFVhuRN7j5VAWHcCM/97D67teQmcTmD7zgLc/eJ01KiShyZCPppX/GzaVqOBFFYjwsfJJEACJEACJEACJGCSwNcYIlwHd2fQhBX0zAo2FFZNxj1KwxJNEPOqihyMwZiMya62ngmb61EKTUyWNXudBjMm0fIomL18nwRIgATSmEDKCqu7ZGFVOEcRVu0ZGThZ5sBZVbIx4ek78Pr7X2LG2r14bWBPSJKIx974Vjm9asgNrTHsnj/h8JE/cPVzH+HcmrnIzbSjwiECNjVL7IKA3Aw77AKw7VQZ5jx1G9pd3EI+DwufLvgBd73+Hfo3KUbDBOux2vrSTpg68XW2Akjji52ukwAJkAAJkAAJGBEwL6wa3lItn+dtot+pW8TyXcPkIU9mBRsTwqr2lnstEf9Cm3HVo4/fBmJQS68DepTmnj63oPuzx22b3q7Q7df3szTKA30Fp0mf9UuZYWBwAryXT4O/gmTQQDecVgnafJM5foB7NAcmeeeelw2GrQKCVxUbxsaPP9p+tGqMd2r+I4d3PGITczWYIfmgj7/Z61TdyP9hbwHeC9ibNSz7w8x1/kIhARIgARJQCFgirA566FGsW73UEGm8KlZ32lshX2oAx+mTkGx21MjJwA8bDuPD0f2RYbdhwJAP8cC9bXHRuY0wYtYydK1THcsKTgAisPzVwcjMyEDHx97G+XnZyniHU3I1BVA0WGTYBZRUOLHrVBm+/PsAtGrRGO/OmId/L9uPW2odQ5PyxKpYbdOuE6ZMoLDK654ESIAESIAESIAEvAmYEFYNDv/xoWgkRGnEkc7jvkK/j6/zc3CWiduyzQo2gYRVr/f85IHejyC+e4mrur07d16Jle5Dz722CyDoGZnlFubCsR/e8Q2U/R5fQvE5oLDaGf4ZeMfcWywzEtu9/fAr5nvZoxXMXPthPLq0HAF3WLTrBLUhUA4GvUYMfPK6PsbhohEjPJXjgMvenVrx0WTOhhNzeelwfIi1sKq3UStah2N/JLnOXyUkQAIkQAKpLazusLfEPrEhyk+fhN1mV3qkbj5VisEdmuHOvj3Q7empaF41C7tPlaH1mVVQ5hRRLSsDJRUObN/2B5ZPf0wBdMWDr+PSZmeipEL0Shn5WZZNQIVTxM9F5bjgjFz8fLwIF9evi4b4FeeKuyJKMatbAVBYjSgcnEwCJEACJEACJJCyBIIJq+aFOegr88wIgW6uwQ4TskBY9Vdxqw+tVmwLVk3qX1gNnDDaKtRge/iv9jXew79YaCwuqqtUCp3B7AkoaoYb82DxDefWcMPDkXTViQGEOTMVyX0UdiavkYAHNOljqcbjT1920VTY+s+pSGMetg8xFVZ1sfPiGV4MIsr1lP2dQMdIgARIIDQC1lWsrjKuWPWUeYZmV7jTPLvssLXEPufZKC0+iQybHfJpU/Jt/RvzT2DR6w9i8bIN+PfM1bjs3LNworQCNrm0VgIy7TY4RRHbDhZi8/RnsGXbLvzfU9PQoU1dFJY53GdZqftIgM0mKL1XS50isgUJYk51NLUfwnnSTo3H1tXthiu4tmnXGVMmjGcrgBDzkMNJgARIgARIgARSnUBgYVUvRnrflq4XM3SVpz4im/Z9/e23QapWg1ajGcXJ2B7fW/51fnjENu3revvU96Btg2AgKlYKXro9fITk4LeZu2+dNm+/QcVmCzcnjT1+BSoTPuuxRxDzQLfim2kV4KvxVYqSWmb+K1MDiK76W8w1gqz+GglUxSyLpcPdMQiYLy5vXGOiG3PfVhGmfYihsIohAq5zN4PWtZMILwYhXt+p/quA/pEACZBAmAQsEVYfGDoC61d/b2xCmJpimNM8NmyXmmO/VB9lp13Cqlxharfhp98K8dg1F+OWG7pjxEsf4o/iUmTb7ZAk+QZ/pRMAqmTY8ePx0+h3YUOM/dtgvPjGNExauQOta1ZRKlS1D/mZ3H5VOejK6UB21Tw0Eg7hAtvuhBJWL+lwBSa9+RqF1TAvFE4jARIgARIgARJIVQKBhNXAQpNCJFClYbB+p7q5AQ8TskJYDRBCY+HOhP/aNYP46yX+hCOsRmS/sUiq6FRetoToc0Bh1UAsDytfwmkDEEA0C2CDf9HVnw3BeAUQzHXCqrn2BpXAg+esVTE3Ifq7zQpWeez3etG1StBXKH8FXOdRVYP0A/bpaevP/mCxS9XPfPpFAiRAAtYSSF1hVWyKfLEeyopPKa0AFNFUknBmTibWLNiP+V88gV2792PYS5+h7QV1cNrhcJEVXOOysGbJfsydNgx1zqqJLre+iEsvrYeicrlqVSv7yoKs+twpOpFdpQYa2w7jAvteCqvW5ipXIwESIAESIAESIIEoEAgkrJoRtMwKR8H7ZsZKWA3aEiBANaIaAD/VtcFuVw/4vnnxKhT7vW919tMKQCdEGa9vog+ujCYYA91t84EqoD3vBV3T4LLQzgkiYnu1sPASBjU++7Uh+DXi99CtEPyKbswj8EGPPirCqvcmvgJ0+PZHlOtR+DTmkiRAAiSQjAQsEVbvHzocG1YvM/Y/zNLTMKd5bNguNkF+RV2Ulqg9Vt0Pudfq9qJyfPuvQZj+6bd4f90eXHhGLsp1lajyuPzT5ejdoh5e+ftQPDtmKmZuzseF1XNRLnpXrbrXloXVnNw8NM48ggvs+xJKWG17WVe8/cZ/AlasHpg7FPfM2OOyuxdemP0kOinPDmDWyPsxOV/jUrdRWPSI+q7+sWDNdgzs0zYZrwfaTAIkQAIkQAIkkHYEklNY9VvdF6hq1GzVq05o9NuHMWDPzMCHFUF3KzNgQlgNy/5gvSeNBG8/J8PL10awXrhBxcLArSeM2gHs1N4C7lONaHzBBuud6T1Ly8A4Dv5bEQTj672Tl5AclJWZA6Vc63txCWaTPubBxgfwQY8/KsKq/hA0a+03fX2n3e8GOkwCJEAC5gikrLC6zdkY+RW1vSpW7TYBP58qxR2XNME9t/XGNU9NxEVnVcWpMgdyMuXeqhJsrupTERLysjOxYUUBFn72NMrLy3HdjS/j0p7n4KTSk1VQ2gbIbQDcD0/FauZRXJihVSEjlYkr9wi3x2pwYXUVxozcjzte6Y+GAFa90RvPwi2eqsLqvv7f4KkOwROLwmpwRhxBAiRAAiRAAiSQKATSRVjV93SVNcKdWOFqeGmmh6ehAKMVtIIJZRFVrIZnf8BKRxMiZVCf9WkcjEHAilV9xatcMfoBcE9LjFipbmTudvnQhEL9ur4tG/6EL7v4syG0vfz3LjUSuGMV8wh8iImwOhhf7bwAL7QcAVcayIkAaZJ6dJjpg7dco/3lUMi5nigf4bSDBEiABOJMwCJhdQQ2JFiP1W2OhthXXhvlpYUQXPKn3GN1++FTePSGDuja+VLcPPwttGp2JmrkZuPIqWKlB6vcLsD9UMYfL8Y9HVvi74/fj+H/eB3r84/ijOxMnwpXeY4EEVk51dEk6yguzDygCW0iCKvd8PYbr5rusapUr67ojg8UoZXCapyvU25PAiRAAiRAAiQQNQKx6rEarIIziGhmthLOb8VqoINqdBWaQQRHv304g4mKEQmr4djv74Cq0JPJf+9R3VohMTCKua5idPBgYPJkl6BmXF3r443BoVBBPdbGXN8O4Kt++Pg6t6int8FEpbG/zYOx8hKhfVsxGP/HgHBiHoEPsRJWpUloOb7yMDJvMdxC+5UiYe0+JnMuaIJxAAmQAAmkLoGUFVa3lzfA7vJaKC89CZuQqUQwy2bDz4dPYfj17XFNr87405VP4u2PhqNlyybo1fcFXHJZfZwqlXuougIuAXk5Gdj41X58v+rfKCo6jeu6PoSL/nw5bHab2m9V8xClCmTl5KF51h+4ILsgiYXVVRhz2yjsGfAOJvWV61f1rQCaYfC4iejfwPjCYMVq6n5g0DMSIAESIAESSD0CIdyardwJXlnl6VspFugAGpmcVhzSV8kF6eFpqbCqE/T0QpxHZHPZqBda/QliwYSyIO8b3QbvPkBez9p/5aNS1qlW8wVtHRCg761Zn/UXhI+oGXrM/VbZmqiwlc0xU30sj/PeR2unb6Wox00DGwz72FYGTpmqjglyQJM0Ce4aTHW/AL1D/eVsWDHXt34wvhYNfdDH3+x1qkKB4DmQygwbfVwq54QXgxCv79T78KdHJEACJGAJAWuE1QeHY8MPCdZjtexs7Cw/Ew5ZWEWGAssuCNhTXI4+LevhyYfvQLdrn8PqhS+i0TlnY/jf/oPZG3bj/DOroczp9MCVq1Z/PlaMuy4/F/965iHMX/A9xkz7GnvXHca5HerDLgClThEC5NYAFcjIyUPLrGO4IOdgggmrwXusYu1Y9Bq7SLU7QA9VtRdrU00PVu9cpLBqybXJRUiABEiABEiABGJCILCwGlycqzTS5/CpUCoHg4lmZgUbvxWrAcQyPWe9sBooDpa1AtALfZpNlT1aYrzmdvSAqRGK/cpCWlHLxG3hgWJlRcz9iIPhtAEIOEe3jzZ//Ym7husFFTPd0TIjHmojG6Wc9Yl5CL1cfXoD6zLRFAuXcLszVGFVL8Zq/kOPqX0tzvWYfD5zExIgARJIfAIpK6xuKa2LvaVnqhWrNrViVX5Uy7Rj86bDmD/zWWza+guu7NIBe/b+ippn1ECffi+gdbuzlZ6rNlfzVPmcqmpZdmw9dBJP3XoFru/TA1lZmdi89Rc88NIMWa1F63o1lL6rAhxKxWrTnGNonXtEE/1EaAVgQljVWBxYPFUrWvGkcc9VCquJf+HTQhIgARIgARIgATeBIMKqPMyMWGYktulEzs6dV2Klp0miNgImbreNWFg16Yeivbj7NwYTGXWVfRFWrPoVsd32mImDl/0h+Ow5lCpEn/UXksbGzuPG4aIRIzDZ8GILFHMjQdFEjvjkarA5Ol+1B3MZsg6wnqnYhCqshhA/vwJ/gE+6gIev+ZsXhKkpgTMCYVVfkaytgg85BhHmOn+JkAAJkAAJKAQsEVbvG/IXbFyz3BhpmJpimNM8NmwprYPdJWfAUXoKQKWwmpVhw84Txbj54iZ4buQgZNjtaH3TE/jklYewZ98BPPG3GbjwsgYoKquAuyeABAlVM+3YfuAksK0QN953Ce7tdx3OOqsW3npnFv77vx9xfuu6KCorRVZuDTTPPYHWub8llLB6acdumPi6+R6rKJiFISOWoKfRLf+B3gNAYZWfLiRAAiRAAiRAAslDwISwqjjjr3rOrNikjtP3SfQ+hCYANSuEVcWN8eiiPQTHLUQ+saPydTMH4wQVkoP1lPXDzcA+ryrJEO2vvEXadz//vST9CE7Bqop1wqa7AtTnUCAT6/hUjJqYo24v33LvyiMTc7xt0zIyyPeg6/mvMPWp5g5FBI5JzN3XXog++FyywcRKeUJkwqpPCxKvuIRqfwS5njwf8rSUBEiABKJKIHWF1ZLa2FWch4qyU55WADJJ+WiqnAw7dhwpxFUXNkBOVia+2LIfdatl47n7bsSXC1dh/s4CNK2aDadYeZCV/FOVTDuy7TZsWlMAFMzBA38bh359e2PxktV46eOlaFEnB2JGNbSochKtqxxNLmFVFks/bYRJj3RS7NZWrOKNodh/c2VP1VVv9Maz+fe5DrbyzU8Kq1G9Zrk4CZAACZAACZBAshAIVsGZLH4kq51e1aPa3rguh/SHNO1cgeG63qBxc92skB43AxN042SOeYIipVkkQAIkQAKBCVgirA4cPAw/rjO8r8lzDlSsA7G5qBZ2l9RARVkhBEHtsep+yHpplQw79hSVwiFKODcvF3+UlOMPh4hb2rbEtn0Hcaq4DBk2QRFi3Q+5j2qJKOLO7m3R+fJLUaVKFeTlVYPTKeKGEWNQw+5EVk4NNM85idbVj0XkshBpya5u9+AVqwEOqNL2XpXXbexfVJXfprAaUeg5mQRIgARIgARIIFUIUFiNayT9V2PKZvk/CCiuRrs258ns4UUhmWMensecRQIkQAIkEG8Clgir9w56GJvWrzL0xWJ90DSvzYU1sUsWVksLYbNlqKWqmof8VBZOZQGzwikpP8sVqiUOETWrZOF0aQXs8slU7nmCKsb+vPEw1i17S2kD8K+xE/DH78ex7cDvKHU4IIoOZOZUR8vcU2hd44RpW40GWi2strv8SkwY/wpmLt4ZkV1mJlNYNUOJY0iABEiABEiABFKeAIXVuIbY3wFMRkYZ3qoeN+t1om/QW/DjZmjCbZy8MU84lDSIBEiABEjAJIGUFVY3FtbEntPVlIpVO7wrVv2xcYuZFaIqtOrF2MwMG/acLMY1rRpi9N8ewamiIvzz1alYMmcbLujZCMdLS5CTUx1NqxahLYVVkynIYSRAAiRAAiRAAiSQogQorMY5sGb6XWoP64qzue7tdYcQefWYTRATE9eMJI154gKlZSRAAiRAAkEIWCKs3vPAw/hpQ2JVrG48dQb2nK6KirIiCLCbTgSba6SomyG/Lr8m91nd+Vshap1RBe/84yE0b94Ucz79As8//zFadKiDCqEKmlc7jbZ5J03vaTTQ+orV7pgw/mVWrEYUFU4mARIgARIgARIggRAIUFgNAVb0hvqvYgxywnv0TAq4MtsARA4+2WIeucdcgQRIgARIIF4EUlZY/fFkHnYVVUFFeaHX4VWRgpb7s1bNsqOkwomC77fi6gFX4u7+N2D12k2Y+L+laHZ2XTTOPY1LzjgV0VYUViPCx8kkQAIkQAIkQAIkQAIkQAIkQAIkQAIkQAIkEFUClgird9//EDZvXG1oaLx6rG48WR27C2VhtUgRVvUVqOFSdVeuZggCauZm4qeC40BhOW6/4TIs/eln2DOr4NwaJWibVxTuFsq8aAmrA1+aF5FdZicP7NPW7FCOs5jAroORifoWm8PlSCChCbQ4u0ZC20fjSIAESIAESIAESIAESIAESIAEEpdAygqrOwurYNPJaigvLoJgl1sB6E6vsiAm8oo5djsECNh7rAgNq2fDllsVF59RhHOrl0S0g9XCavtOPfDWuLFsBRBRVJJjMoXV5IgTrUwMAhRWEyMOtIIESIAESIAESIAESIAESIAEkpGARcLqUGze+IOh//GqWD3tELHwYC2UOiU4K8oAwXph1e2wLKxm22yosGUixy7g6rOPoWqmu1treGlBYTU8bpwFUFhlFpCAeQIUVs2z4kgSIAESIAESIAESIAESIAESIAFvApYIq3fd9yC2/rgmbmz9iZCHim1YdTQPDskGUYqesCo7bhMEZAgiOtc+hXpVQms8EIqIGq5Q3Y4Vq3HLz1hvTGE11sS5XzIToLCazNGj7SRAAiRAAiRAAiRAAiRAAiQQXwIpK6xKyg36Ek5XSCgozkGRIwM2SBCVlgCBq0nNi5eiaxcBVTMdaFClFFUzbGqD1BCEXAqr8b0IUm13CqupFlH6E00CFFajSZdrkwAJkAAJkAAJkAAJkAAJkEBqE7BGWB04BFs3rY0bqVCESXNGmpdWza0XeFQo9odrGStWrYhUcqxBYTU54kQrE4MAhdXEiAOtIAESIAESIDSQlTsAACAASURBVAESIAESIAESIIFkJEBh1TBq4cqX4aUAhdXwuHGWMQEKq8wMEjBPgMKqeVYcSQIkQAIkQAIkQAIkQAIkQAIk4E3AEmH1zoGDsW3TOkvZhiI2ArEVQkN1NDRf1NX9ehSmq+0u74G3xo3FzMU7QzU/5PEL1mzHwD5tQ57HCdYQoLBqDUeukh4EKKymR5zpJQmQAAmQAAmQAAmQAAmQAAlEgwCF1WhQ1a1JYTUGkLmFhwCFVSYDCZgnQGHVPCuOJAESIAESIAESIAESIAESIAES8CZgkbA6BD9v2WDINswCy6jGSQhH6fRjkbmlrKNgbj9fY9te1g1vvjaGFatRzazEWJzCamLEgVYkBwEKq8kRJ1pJAiRAAiRAAiRAAiRAAiRAAolIwBJh9fa77gMkyeOfpPlZflFC5XtmIQhmbu936ZWesX70S6O1POKqTqnUi676uUbz3K/pRU9/cwWbzQdD5RrGTvgXg82JtrJtE19/lcKq2QRM4nEUVpM4eDQ95gQorMYcOTckARIgARIgARIgARIgARIggZQhELGw2uPSRgFVU3OynwHPsCdaERvzm5sf6d+ucKtQQ/FUFnnLKhyYsYg9VkPhloxjKayGFrXPvlkPCZkQhQrYJRFOIRM2SQy4iGizI1Msx597dwhtM45OOAIUVhMuJDSIBEiABEiABEiABEiABEiABJKGQMTC6k1dWwYWVq1QHoPgNFXdGkpILLY56HIGA6LhU2mZA2/P2xIKibDG8vCqsLBZNonCqnmUny3YhIuanImul9ZDBTIgSCJsggBRV3WvXVGpHhdELFt/ENv2HkPf3peY35AjE44AhdWECwkNIgESIAESIAESIAESIAESIIGkIUBh1ShUQZXQ0OIbdDkKq6EB5eiABCismk+Qud9swN23XIysCgmwOwAhA4LTDtic0Lc0cbfjcL8uV61OnfsjbrnmUvMbcmTCEaCwmnAhoUEkQAIkQAIkQAIkQAIkQAIkkDQEKKxSWLU8WVmxajnSkBZMXmH1Wzzb4FbMajca3857GE1C8loevAfv/bktRq+/F1MLxuNKE/M/WbAeD9x0AQQx08RodYgkygKsHTapHJO+/AW3Xp0swqqbj+yFeUamwYQ0UB8rV+zddu19C/2ueAYbw84F88ZQWDXPiiNJgARIgARIgARIgARIgARIgAS8CVBYpbDqIXBg7lDcM2OP63kvvDD7SXTS8PF+vxkGj5uI/g18AVJYje/HjLew6hasvG3q/9FJvNAzmnaGI5KGM0frQ+jC6twF63Hfn1rDAYdpGBnIgggJNgiY8sVm3Nq7rfdctyjoerXtqI34eFAz0+tHa+C+KVfh6lFrEf3Ym/GAwqoZShxDAiRAAiRAAiRAAiRAAiRAAiSQ2AQorFJYdRFYhTEj9+OOV/qjIYBVb/TGsxiFRY+o0qoiqq7ojg9c7wdKawqr8b3oDYVVT+WfW9DqgGeWL8TAptGyNRyRNJw5EQqr32zAPdedB8lmNw1CEJ2KrCoJIj76cjf69m5TOden0lLmPR7N5pmroDVtRBgDE1tY1TnEitUwIswpJEACJEACJEACJEACJEACJEACsSZAYZXCqmHOeQupqzDmtg/RxE+Fqn4BCquxvoy99wssrAJLn8zDA9OhqVzUV7W6RVcDEXbxcLS86314qjD9CmABRFLXGm6rKys6K+c80+oZjJ6ujvCusNTezi6/qxWIfStW3b4qC90xBzvHXu0F638LNmJA7xYAbOaDJjgAyQbBJuGjr3ahb29NKwC3bwZ7wc3K856OL9Tb3zFqDvp8fitGr6/0/+r5asx8eWjN9hfHyph7RhvdYm8YF7jaK2g462Oum6fsEfQWfn2sdM91e+S7crYyVwLlgc5fo1hosLEVgPnU50gSIAESIAESIAESIAESIAESIAFvAhRWjTIi6GlToaVR0OUS7vAqWUgdhT0D3sGkvg2BglkYMmIJ0HgPduW7fO9WWc2qp0FhNbT8sHp0YGFV18sS+ufeYl+Phd63j7urHj3CmV5o9TjjR1iVBbPhwFilh6q/28HdYqpe2PUnnLr7here19m2b8pwfHfVeK8q3bnz12NA73MBiB7LR/x7GwRJ0rwCCHJPVbEC/3mutWecJAmYuXAn+l7TrjKE2jYAenHRpLC60S0Wu4TWjYBLyN6t9qA17I8aOI5yZXLAitUAcWnsaiHgETW1XK/62iUGy+0O3CKsmf6tIQirI3bg6rve14i1QfLARNy11xyFVas/gbgeCURGYMaMGcjPd3/ZAKpVq4ZHHnkkskU5mwRIgARIgARIgARIgASiRIDCKoXVSgJrx6LX2EXqc61wqry+t7KnqiK0votmT36Dpzr4AqSwGqWr1eSyQXusagU/A2HULcApQppLONuoVP01V6oXd7e6F7OmQzkgShXdYNBWwNxt/WpFqbsa0neOlxjY1HWgkbYC0WW/WtVqLKwGqp78bMFG9OvZGNC1Arh32FQ4pEqx1SYBH04YrERAcL0uC6uzF+/FjdcE7rHq2d+ssOrTtqFSqPTmpUmIYHEc1CywsKrLLa993AKvyy61etQVs71yBfNWT/zVeF1o4vAws8JqB7RdvxYbtWKyD0cA2jyAWlUdvGpWdZrCqskPFg4jgTgRePHFF/H000/HaXduSwIkQAIkQAIkQAIkQAKBCVBYpbBqmCHqQVVN1QOsFGEVmsOsDmDWyPuxuIurolW3AoXV+H7sBKpYha760EtEdR+w5CXSuaoQMRrfzjsXUxuMQfOP+uLru+aiz/KFaDYxDw/8LL8nV6BqH/6FVa/b85UpwYVVReRtPl4VzAwehsIq9LfA+1ZSzv3mR9za82wIUobPqjf2VYVU+fG/uZMr3xcl9WebhFlL9uOWazStALSraKpXfUVquSWBcSuAjWEIq8HjGFxY9R8XrQh6Pb6Vq2bdNrp8hHJAlzZX9Pmgx2tSWPVM08TOqPWAa5y7bYS3L4EraCmsxvfziruTQDACFFaDEeL7JEACJEACJEACJEAC8SSQ0sKqQxQhukWQECgLyq35AjLsAgT1SUSPoCskXCsAeG7/7yn3VYXaCkD5uYGMgsJqRAkR5ckBWwH46Y+pPblef8u4+hx4RhFUd+DhguHY8+e2+PqG0Th31DOYZdjD0lhY1a8dUsWqqxJRa6s3St9bxN3vGwqPAOSK1b5d5ePaKqtTtWvefOvD+HTOW4YRk3uszl7yG27RHl6lH6ntuTp0h3LbvFr9a62w6q7YDB7HtbqetarBgeOieX/UaOwYJfeBlYXUZvD0jfX4bfZQNJPCarvRmHrDXDwwam1lj1y/7Sd8w+Qv7tqRFFaj/IHE5UkgQgIUViMEyOkkQAIkQAIkQAIkQAJRJZDSwmpxWQXmLfsFkqRWmOlFUu1zh8OBiooKFBUV4ciRI5CcDqxY/AW++WwasjLNnxhuFK2kEFbl2/s/bfT/7J0LfFxlnb+/k7SlFNAWUIQWuSVAkeqyCph0US4r2qprwaV1UUFEE9HFpsut+G8RrbsrF20qq5AoIqDVtgoFJZVLkVWSLuC9hVASwGIr0iJy6TXJZP6fc86cmXPOnJlzZubMZC7PfD6lSc573svzvmdonvm9v1ddF7eYQ3BFrHpFqjc1gGfQRKyW9JkNrDy/w6u8AtRHTtpRiW8/Ub879gpTCppC9Elrm/bR5jZ8b7dyiVU7dYCdF9QTsZo6sCooH6y3TXffjTQFl6vbEoBZZNyd9/1GH2o9WA0aH8jVWyChYd3d94IrFYAh8lJtOiJmrUhKz3hSkZfJ8Xu23GfmoLUjcP3kZfA85sqxmpLnDz+gC47wzos8AjXdvvu+fBCGF6tWpLSRW9a7TvwjUV1zEELCIlbzmTfKQqD8BBCr5WdOixCAAAQgAAEIQAAC4QnUvFi965dP6rOfOEuNsQZ1fmel/vKXv+h1r3udSei1117ThAkTNGXKFFOoDg0Naffu3ebPt27dqne+851as/qH+kH317TXhMLlalWI1aQ87U6dF3FkOqeqASuZV3UwubbOzJJf1biMWA3/AJaiZJBYtSWj7MhJ54FLZoe8wip92rz3AKPMsvaIvCfUGz83xNgVevqfDElmveZ91MjXaufotO556uofa9ZP/1X/9ZtkGZe49as3y+FVqa32ycZ8ImvvvPeP+lDrARqKJTTOkVPVb14SalCDGmUIVfvru/7veZ39HmcqAO9p9fZBXMkandvYU9GYSdFclFj1ys/Mecx5eFXqEDO/eTF+5hiX61CuXPORa3XnI1Y/p8Ntbqm2w6yD7PPu7BlitRTvQtQJgegIIFajY0lNEIAABCAAAQhAAALRE6h5sWpErF58wVka19ior3WvNAnakarG33//+9/Nn42OjmrHjh16+eWXNWnSJG3ZskXHHHOMJk6cqAfu+XFRcrU6xGp0iwuxGh3LQmpyi9VCaqife35y3+/1Lye/IWsqACeJUSXUqJiM+Hf765/93zbNeW+WHKt1gDHjMC2/g6UqnANitcIniO7VPQHEat0vAQBAAAIQgAAEIACBiiZQ82L1pw8/pXg8niFUvYLV/t5IG7Bnzx499dRTOuigg9TQ0GD+KUauIlYr+hmouc4hVsNP6R33/1bv/8cDpYaYYomGnDcmEvFUOfvrnse26qwz3x6+wZoq6ZM2wplT1swjW/kvxGrlzxE9rG8CiNX6nn9GDwEIQAACEIAABCqdQF2I1c+c9yEzFcD/fO8OMxLVSAVgRKsaW/6nTTMOrnFHsRrRq08++aR57Q9/+IN27dql448/Xjd/83o98ou7804LgFit9MegtvqHWA0/nz++9zc68o2TdNyhkzSquGLaS6OxYbOC8YmY4o0JmT5VMTNK1XjfGInF1Tg6Tk/8ebs2bdutD59ZvxGr8qQQMMGZKRdkpnWwUz54ZyT7AWTh5y6qkojVqEhSDwRKQwCxWhqu1AoBCEAAAhCAAAQgEA2BmherP+sd0L9/Yo6ZCmDpd37sSgPgFar2IVeGWB0YGNBRRx1l/v3SSy+publZzz77rNY9tEZr7/5BXnIVsRrNYqWWcAQQq+E42aXuvPe3Go0Z+VPjUsJ6Wkdj0jhDpiYSSjQ0KhGLqyEuM6o10WAI2Aaz0Jz3/UN+jVG64gggVituSugQBFwEDLH6yPDJUIFAVRNYfVXGKZ9VPR46DwEIQAACEIBAmkDNi9V7+gZlC1NnblWnVLWv23+PjIyYQvXYY481D7TauXOnmX/VSBGw7777asX3vqUH7/mRxo/LvXXYxoxY5ZErJwHEajlp01a1E0CsVvsM0v+xJ7BG7bHZ6m7t1EDvfDVF3CHEasRAqW5MCCBWxwQ7jUIAAhCAAATKQqDmxWrPuqfV9rEPmqkAbrz9Lr3wwgvaa6+9TNlqSNO9997bzKG6fft2GUL1wAMPNMEbYtWIXDWuGX/v2rlTX1jwaU198+G66PNX6EuXnK/9Jk0INUmVJFbPXrQqVJ+LLXTBrBOKrYL7CyTwrZ89WeCd3AaB+iPw2Q8cW3+DZsQQyElgUMtmNqujr1WdA72aH2hKEassKAgEEQgnVpPPUqqyNvUkujTLU/ngsplq7uizftrWo0SXt4T7Bt/ya9oVm93t2+3WzgH1Bj/4QUPmOgQgAAEIQKBuCNSFWP3c+R8yUwF845Y7tW3bNu3evduMPjUiUSdPnmxK1n322cf8+QEHHGB+b+RVHT9+vMaNG2cuhh07tuuS9nM1ce9JuvDz/09XfnauJu+7Vyq1QK4VU0li9aa7N5R8cd/3aL8QqyXHTAMQgAAEIACBEhBArJYAKlXWOYFgseqVqklgGZHgnnKBYjVL+Rxita0noQBXW+ezyfAhAAEIQAACbgI1L1bX/N8z5oi92/3j8bgZoWrIU/uaXc5b1vjeiFo1xKshXI20AJ/5tzM1ZT/Eqt8DhVjlbQYCEIAABCBQ+QTWtMeUClozBU1zMlrV0ffWNrWpW92uCFZbvhoRdXO0OiMVgEfmFJEmgFQAlb+O6GEwgXBidbXm2BGqKfHpjlq1n9m2tjZ1d3cHRqyGL28/s2Ej1YPHTAkIQAACEIBAvRCoC7H66Y9+wEwF8M1b79SWLVvMKNRJkyalIlQNaWpIVuPnRnqAl19+2fz+TW96k5k2wEgH4HwZovWJ9b/T+t/0atWt/xO4VohYDUREAQhAAAIQgAAEykkgKW7sbb+Dy9p1z/u7NL8pM2LV3kqc2iI8uEwzmzvUZ8pYeXKselIDuMrm3rLsN3zEajkXBW2VikCwWHW3nNq+7/xQwpatxnM3Z7W1lT9XxGoe5VPtBUbAlooQ9UIAAhCAAASql4AhVn/T97A2b9qs7a+8qkSWoXjd4MR999XrDzxAsTmnNGe7x6wqFmgVi4cXk38jO/cMy8ixaqQCaGxo0NLv/FhPPPGEKUsnTJhgRqEeeuihZkqAl156SYcccoiZIuD555/Xfvvtp53jXq9l9w7oiee2aWjPLsXiQ+afvRtHddy0yfr3D7Xotw+s0I9u+UbOQQQi8CmQbUwF04pJu/eMiFQABRPkRghAAAIQgEDtELClS0Y0qV8qALcsVTLHo7Vl2CNSPcJWcka3ZuaLDAKKWA0ixPVqIBBKrHq357ueTc9z5JSmvvv28ylPtGo1rCH6CAEIQAAClUvAEKt33H6rLvvM+zX1oAMUSwZnGkGZiYS0Y/ew4qMJYyu9+behABsbG7TlLy/qph/8ovLF6j19g6ZA9dveb0xLtp8bh1qdfcM6feXDb1FDIqG2bz1gidVRS64afw6ePFHdl56j8z94EmLVQYBUAJX7wNMzCEAAAhCAgE3AlQpA9pZj/xyrVlljm/Ct0vnG4VZ2eX/pmknZ/yCeoNlArAYR4no1EChIrBoDS8pV+8OMVNR4gFjNiDLPVT7rhyzVQJY+QgACEIAABMaegCFWf9j1bX3ti/+mWMM4NY63zmqKx420otLfXtmhoZFRxeOjGh6Oa9y4Ru2z93hNed0+uuSq71a+WP1Z74DaP/4vZiqAG275iTZv3mxu+TeiVo3t/o2NjebXxp/h4WFz27/xxzjMqvVL9+nbnzxRDUqo/Zv3KRbfk5KqhmBtiA/pgW9doQ+fegxiFbE69k8zPYAABCAAAQgUQMAtYZTMs+rJtZiSL61q7etLpgEwtvYHRawW0CHHLYjV4vhxd2UQCCVWXV1N5yk2IsPnrHbkQ/YOySeHsftDE88NvpGwRlYBDq2qjNVCLyAAAQhAoNoI2GL12kVzlVCDxhspRWMNGhlNaHRkVFtf3qE9I3HFR+LaMxTXhPGN2m/SRB0weZIuu/p7lS9Wf/rwU7r4grPMVADXd63Qk08+qYkTJ2rq1KlmWoB9993XlKoHH3ywtm7dan5vXDdSAcy86h5XlGqDU6zGLbF6f9cixKpn1ROxWm1vA/QXAhCAAATqjYAhU8/Xreqd3yR5tu+no1N7ZVy2XnYkq/G1U7p6xKpXtBYJFrFaJEBurwgCgWLVeAZXz1Eita2/TGKVaNWKWB90AgIQgAAEqpuAU6yOjiY0bq+Jamho1IgRsToyquf//pqGhuNmtKolVhu03757603776vLv3RrdYhVIzLVeOVKB2DkXB0/frxiOZLCrv7VBn1j1dpU1KohVu/79pdSK2DH9lfV85PbM3KukmO1uh8Seg8BCEAAAhCoPQJOUSr3ITj2gVOmQ+3UQO98GX7V90AdP5HqvN8GV+ChOIjV2lt59TiiUGLVOIwq45UlhUbG1v6APKm+qQDS7wFEq9bjqmTMEIAABCAQFYGaF6t3/2qjLjp/jpkKYOm3V5gHUxmpAIaGhswo1W3btumAAw7QX3c16opVT+ivL71qilNDmjrzqaZ+ZketGrlWR+O67ztLpD+dJY0MSdpfmna1Vq34uUuuIlajWq7UAwEIQAACEIDAmBHIOJiq9D1BrJaeMS2UnkCgWDW6kPPwKk8foxCrqfYKy39cemq0AAEIQAACEKgOAjUvVu/65ZP6/CfP1rjGRl3zreX629/+lsqhaghWQ6y+4Q1v0BV3/Um/e3abKxrVPqTKFqymbDX/7FFs1IqCNcXq0x+UhocsuTpxhgaGL9TCi+amVgBitToeBnoJAQhAAAIQgEB2AnbexnJGtxli9corr2RaIAABCEAAAhCAAAQgUJEEal6srv7ffvNQKuOVLRXA6173Op12za80tHtXKko1LVFtmTqkBiNK1RSrRn0JM23Avd/+srTxfWmxGm/Q0PH36d/e+zbEakUueTplRkQsma6Bvg5zaycvCEAAAhCAQDABe6txeaPbEKvBM0MJCEAAAhCAAAQgAIGxI1AXYvWznzjLTAVw/U3LU4LVkKwvvfSSpkyZYv5p/dJ9qWhVc9t/SqI6xGoyPYASCbOepsMO0bcW/qv01EesaFUzanVYeudvXQdaVUvE6uY7L9L5y59JrsYz9JVVl6vF+O6xa3XGtWt9VqmjjOMqh1eN3QMdqmXEaihMFCotgcHOVjUvWJdsxClqBtXZ2qzUJaNEttyM3m2TqS4b9V2mjWHrKe1QqR0CECiCAGK1CHjcCgEIQAACEIAABCBQcgI1L1bvfOgJzb/ww2YqgP+64fZU1Oro6KgGBwfV1NSk/fffXzO/2GNt8U9u93/7kQfqyo+8S2+cvE/2SRjeJm35qvTqY2mpOjQknbK+CsXqOl1z6XP66PXzNE3Suhveq0W6WmsvNtVqxivXdcRqyZ/b4hpArBbHj7sjILBG7a0bdVkyatrcXqye5GnIlljtX5xQ6nDkPFpM19VcVD15NElRCECghAQQqyWES9UQgAAEIAABCEAAAkUTyFesjh/foNftu7feNGVfXf7lWxWbc0qzFb6Z5RULDNcsegyKyb+RnXuGZYjVPXv2ZE0DYESuGodX/dOiu5K5U60I1R8vmqc3NHxNGtlkddCIUjWjUocd0ame742IVePPaU9WoVh1z4MZvdp7qm5NilbX1S0r1N7xkE7vvFHzpmbOH2K1+DUdaQ2DnWptXiArNrBFS5fO0IKVdioAY2vnEk03frbAOI3Wjhz0Rg16tn666jQCCm0JZtx3nnTbYvU3z5Z1vq03erBFSwf61NFknNPgFGpGWavdlXMH1GcU4FUXBMzo1ZVzk+kpihCr5rpcqbnm+iqinrqgziAhUB0EEKvVMU/0EgIQgAAEIAABCNQrgZoXq3f84nF97oKzzVQA13zz9qQjTZii1T64yhCr77l6tZVjNRm1+tDSdumlC9NSNT6SzqNqH1TllKy2VB1t1NDMX1d5jtV1uuacq/XMuTer6ywjftX9CopmRaxW0tuJV1Qmc+S1LE1KLP+ceV7h6RZf7mhDPym2YF2moLXlq6u8uZVb6kl0aZbpVZ1irJI40pfSEbDW4Pqltkz3Sv20iA/qg1/kazqlQPh6gtrhOgQgUD4CiNXysaYlCEAAAhCAAAQgAIH8CdS8WP3JgxvU8al/NVMBLOn8XkqsGgdaPf300zrmmGM0efJkXXLL/+oPA1uSqQD26BfL/j0tVsNKVSO/6utP1MA+V2jhRXNTsxEYtOtTIFsUbv5TnLwjJu3eM6Kb7t6QvQpnLtV3ZUsDYElXXX6vrjjRvyrEasGzFP2Npqjs12JbXBotuFIBWFJLqYjTbHIzGdmajDR1ddTVRmaUoClS+xcnt3kn20/JVHf7GWWjJ0KNlULAmR81Ww5VczkauVhnpOV71v77rGVH2fD1VAog+gEBCBgEEKusAwhAAAIQgAAEIACBSiZQ82L1x2vXa/fu3TlTAUycOFFbd8S16Lv3aeuLL5lRqw/esMASq/G4tfXfPpzKPqDKjlo1cqoaQtX4fvxB0gldWnXHL/SjW75RfWLVsVKtg6yOSB9glbyWM0VAsgxitYIeeW9EaGixaqcOcI4lHfHnPnjIKOOOUHXmx8wtVpPizBSv5MSsoJVT1q7klp65handUXfktF/3w9VT1oHTGAQgEEgAsRqIiAIQgAAEIAABCEAAAmNIoC7E6r9/8sNmKoD/vuFWbd68WePGjdOkSZPM3KvGwVW7du0yfzZ16lQ1NDSkp+PFCxz5VIel/T8tvf79Wadrx/ZX1fOT211S1ShcNRGrzpH55lENjlY1qkCsjuET7W264IhVT5Srs17f7ft2+XwjVu0I2X4tHpiuJd7o2gpCSVdKSCBXCohQ6SFCSNNQ9ZRwjFQNAQgURACxWhA2boIABCAAAQhAAAIQKBOBmherqx74oxZ8+hwzFcDVX7tZTz31lIwI1fHjx2t0dFSvf/3rtWPHDjOqdWRkxPy5kX/1pJNOkl74WDKvajIi1Y5aTUWvDkv/9EfXQVV+81YVYtUQqXe8WV0Xt5hD8ItYzRbF6h0zYrVMT2+oZjz5K+1Dpzw5Vl2pAIIOkPKIVTOvZXfhEav2gVVmLswcW8JDDZdC1UHAWIfXHaO+LjOzrmu7v9pbtfEy63Az42Wur/V2TuBk/tUZPenUElnSBazJWU91YKKXEKhHAsuXL9emTcmDQ40Pp2MxLVy4sB5RMGYIQAACEIAABCAAgSogUPNidc65n9Hssz6iCRP2MoWpIVONf6QbL+Nr4zU0NGRGqg7t2a3ntzynv237q86a+3Fpy7z0Nn9nKoBjviONDku/+Yh0an9tiFVt1opLL1R36neZI9XWeaPmTbVXce4DrZxrHbFaYU++LVPNbrWpx4gMPU+6ra9DTcoW6ec9QEhSSsYmZVe3Nc6WpUs1Y0G/5ph5XAuIWE2JsXWyD7iqMIJ0J3ICOQ6ocuZetRZY8qA14xs/seo9/CrZ2Zz1RD4gKoQABEpEgIjVEoGlWghAAAIQgAAEIACBSAjUtFgdTSS0Zyiu3cNxNR/3Nn3xmm8pFmvQ9tde0ysvv6QJe+2lndtf1SO9D+kPv16nLX9+ViPDuzW+sVGr7v+t9nttobR7SzJqJLlx3QAAIABJREFUdUgaHrZSA0y/xRKr6zu0/a136fwPnpRzMqoiYjWS5WRVgliNEGa9VOWXC7Zexs44IQABCEAgKwHEKosDAhCAAAQgAAEIQKCSCdS0WLXBG4J1aDiu0ViD9nvd/mpoHKfXXn3ZzH26a9d2jWtsMGVqY2NMjQ0xM6J13gWf19yPzJK2dknb/yjt2W5JVeOwqtEGaZ/jpKYvaNUdD2bkVPVOOGK1kh8B+lYJBMzt3nJv766EftEHCEAAAhAYWwKI1bHlT+sQgAAEIAABCEAAArkJ1IVYdSIwJKvzZWQFiHmPl0qaUEOu/uNJp+jNRx6tCXtNTN1mpAzY9PRG/e6xh7Xilm8ErjHEaiAiCtQ1gRAHD9U1HwYPAQhAoH4JIFbrd+4ZOQQgAAEIQAACEKgGAnUnVkNNSqAJDVVLqlBgdT4FMmRvfk1mlo5Ju/eM6Ka7NxRbU+D9pAIIREQBCEAAAhCAAARCEECshoBEEQhAAAIQgAAEIACBMSOAWPVDH2hC85uvwOrKKFbPXrQqv84XWPqCWScUeCe3QQACEIAABCAAAYsAYpWVAAEIQAACEIAABCBQyQQQq3UmVolYreTHkb5BAAIQgAAEIOAkgFhlPUAAAhCAAAQgAAEIVDIBxCpiNfL1SSqAyJFSIQQgAAEIQKAuCSBW63LaGTQEIAABCEAAAhCoGgKIVcRq5IsVsRo5UiqEAAQgAAEI1CUBxGpdTjuDhgAEIAABCEAAAlVDALGKWI18sSJWI0dKhRCAAAQgAIE8CaxRe2y2uls7NdA7X0153l1Y8ejbNMTqI8MnF9Yd7oJAhRFYfdXpFdYjugMBCEAAAhCAQLEEEKuI1WLXUMb9iNXIkVIhBCAAAQhAIE8C0UvO4A5E3yZiNZg6JaqHQDixmnyOUsNqU0+iS7M8wxxcNlPNHX3WT9t6lOjylnDfkL28tz2juoQCqqse6PQUAhCAAAQgUGICiFXEauRLDLEaOVIqhAAEIAABCORJIHrJGdyB6NtErAZTp0T1EAgWq5mS0xxdRuS5p1ygWM1WPkt7alXnQK/mlyfUvXomkJ5CAAIQgAAEfAggVhGrkT8YiNXIkVIhBCAAAQhAIE8CacnZeXyHOrqt21s7B9SbsiUeqeKVN4PLNLO5Q8mYOE9UnPteK8LNv81iot8Qq3lOO8UrmkA4sbpac+wI1TXtis02Hl531Oqa9piMH7e1tam72/gid8Rq1vL2M+549lNliVqt6LVE5yAAAQhAoHIIIFYRq5GvRsRq5EipEAIQgAAEIJAngbT4tGSqtGxmszr67Eg0T3SpLVhsQWN+/4QWJQWPvY3YJVBTsseoy5BBc7TayOtq7kw2ROtgsk3/rcxhBoRYDUOJMtVCIFisukeS2r7v/NDDlq3GszpntSVec4nVnOXt9wnP+4JH5FYLX/oJAQhAAAIQGAsCiFXEauTrDrEaOVIqhAAEIAABCORJIHNbvi1pTNF69HWmkElHsAZI0KSc8b/X7lpmm1b0W+HbihGreU47xSuaQCixmopSTQ7FFUnueU6d0tQ3KWqI8t7IdKRqRa8hOgcBCEAAApVHALGKWI18VSJWI0dKhRCAAAQgAIE8CeQWq7fq/PTBN66a09Gl9pZg52VDrNr3utMKGKUQq3lOEsXrjEBBYtVglJSrSh5YlXr2AsSq68MUIwWIX3mvyHW0R4rVOlugDBcCEIAABAoigFhFrBa0cHLdhFiNHGkRFQ6qs7VZ/Ys53bUIiNwKAQhAoAoJZBer5jZ9WbkbM+WoNVT31n/DmTrKZ0S72ngQq1W4UOhyGQmEEquu/qRTehjP7ZzVVm5V31fGAVfGYxtQftETavakEsiQsWXkQ1MQgAAEIACBaiSAWEWspghsvvMinb/8meT3Z+grqy5Xi331sWt1xrVrU2Wbzr1ZXWdN813ziNVKeisYW7E62Nmq5v7FSvhuT6skTvSl3ATMtbFgXbJZ//yL9i+ELUsH1NeRJW7GFWnToqUDfbKKWms/1YTxo8BTk8tNgfYgUEoCeeZY9XTFK1bt59ESsQNqN3KppkSOsd34Oh3dm8yxmnEQDqkASjnT1F09BALFqvH/tNVzHP9uKq1Y7Zm7UrM7+lz/f0zldeX/mdWzsOgpBCAAAQiMKQHEKmI1SWCdrrn0OX30+nkydOm6G96rRbpaay821Oo6XXPObTq880bNmyppywq1dzyk0+3vPQwRq2P6THt/NR7TiFXEaiWthUrqyxq1t27UZX0dMhyoKWzkOdHY+OVyiXEOcrfWz80iVk2puj4tU83vpR7zsJ2x/VChkmjTl3olYAmZDZ09mrtytgx3Yn2+4NjBkJFb0fkBhJ2b0f78o01t3d3aYIrVJiOkVTObO5SsNlkvEav1utoYdzgCocSqb0hqlgPgMrb2ew+j8vTLW94vDYD9yDvfK8INj1IQgAAEIACBuiSAWEWs+i58M3q191TdaohWU6Ru0idSEawe0YpYreA3D1su9UizrZOaJWdUn/G9N7LP84/3wU61Ni9QKrYw9Q9tH3FlyrDpGuj7gH7miRY0og4X9zd7BJpVx8ps4qyCydK16AiYAn7lXA0kRau9JvsXD2j6kuzrI/M+4xfKJZpuRq0iVqObIWqCwNgR4PCqsWNPy9ETCBSrRpM5D68KEKV2nmNliRIPmWPV9QFM9BioEQIQgAAEIFBTBPzE6vLv36bEaEKJhLRj95DiowmNjo4qHk+ooSGms+Z9XG+asq8u//Ktis05pTmRi0gsVnpeMUXcSLmr82mvFGPavWdEN929IcSEGOL0aj3j2O5vRrD+0kgPcK6eu/RCPTiTVAAhQFZAEVuapmWqtQV7RjKqLzNa0C2r3JGF7mu5xKoViZgRseqKKDQLqLV5peamtm9XADK6UGYCVnTNesd2//S6ac4t3r3rKfkLpUz57/3AwPuBQpmHSXMQgEBBBBCrBWHjpgolEEqsVmjf6RYEIAABCEAAAv4EckWs7jWuUS/v2KWReELxkVENx0c1rjGmXUNxxGo+CyrQ01aKWHXmUX2XnQYgPVJLrko67JNWJGsWCKQCyGd1lLqsX9SeI6pPfmLTGfXn6Z8pQvu1ONtW61TEahax6hJfPuK11Diov3IIOCNynHncfNZYrohm98EcLWppWacZPoe1eT9QqBwQ9AQCEMhFwBCrV155JZAgAAEIQAACEIAABCBQkQSIWPWblkATmt9cBlZXKWLVMSzrIKsjkgdYWRGsuvxeXXGiZF2T2sixmt9CGJPS2cSqmYhSXc3ubf7pLnojXO1EAEYJO1VAARGrrihWKxqx30eCjQkqGh0zAmnpeZk2utZEvqkirOhXK2LVO5xc18Zs6DQMAQgEEECsskQgAAEIQAACEIAABCqZQM1GrE49+h068PC3lpX9tmf/oM1P/VoNRv4DhyytRrHqPKBq5qOOfKsm0c1akSMdABGrZV12AY2FiVi1I1B9qvLdul9MxKq9/b9fiwema0kq+rWSmNGXshNIpYRYrP5mOxewpxctSx05WLP0MCM1gKMcaSfKPq00CIEoCCBWo6BIHRCAAAQgAAEIQAACpSJQsxGrb591oT487+Pas2ePpJxpYPNme+NtP9VF531Q3r9X/2SlHu35tsY3NpjJaO1XVYhV44CqO96srotbLHXqjFg1UwQoGb0qWdL1uzoyGcHqBYhYzXtJlfCGLDlWUwcFBUQEekSVte06fbiV6zR3+5ArhwDLPFzIGKoj96VzC3gJKVB1hREw1sp1x6gvGVaafZu+d30m186MHiUyQlLduVrXtLdq42XGIVbW2M21uj6EnK0wVHQHAvVOALFa7yuA8UMAAhCAAAQgAIHKJlCzEaszP/RZnXbGaWn6iWx61bqQVq/WqV3Gy4g8jZnRp9bPrD/G1+4/diP33b9WfXd3aeKERjU2NqTargqxmoxC7d5kd/tI11b/VH7V5OUmx8FWiNVKfsgNEXWetHiuVs5eIGtDf1qMWj33HvIjySFHnTksW5Yu1YwF/Zpj5lg1dZW59brbrrdHmr1kejqy0JatZpUD6ktaLkukrROnzlby2ill38IeLBUgVh3ry+itc41lnKocJuK1lEOmbghAoCACiNWCsHETBCAAAQhAAAIQgECZCNRsxOppc/9DD9y/xsRoi9DR0VH5/YnH46mfG1/b33t/btw7PDxsRsEaf3bu3Kldu3alpupLX/mqeu++SRMnjNO4qhOr0a04IlajY1mzNeXasl2zg2ZgEIAABCCQLwHEar7EKA8BCEAAAhCAAAQgUE4CNRuxetrcBXrg/p8jVu3VFJN27xnRTXdvKPn6QqyWHHHVN+BKIVD1o2EAEIAABCBQKgKI1VKRpV4IQAACEIAABCAAgSgI5BKroyOjev7vr2loOK7h4bj2DMU1fnyDXrfv3nrTlH11+ZdvVWzOKc05E5gaO+lL/Yo5T4pKNnbqOR1a+8C9iFXEaqmXH/XnTYDT2fNGxg0QgAAE6pQAYrVOJ55hQwACEIAABCAAgSohULtidW6H1t7vFqt33323OS3ve9/7XCkB7C3/v/rVr/TOd76TVABFLl4iVosEyO0QgAAEIAABCJgEEKssBAhAAAIQgAAEIACBSiZQN2L1rrvu0gc+8AFTqPb09OjMM880v37ggQf07ne/2/y6HsTq2YtWlWU9XjDrhLK0QyMQgAAEIAABCNQOgeXLl2vTptRJmuYhogsXLqydATISCEAAAhCAAAQgAIGaIlCzYvXdcxfoQUeOVadY9R5g5YxYNWb3xBNPNEXr0NCQdu/e7TrYyjisamRkxDwQy7hmHGJlvzi8yiJBxGpNvUcwGAhAAAIQgMCYESBidczQ0zAEIAABCEAAAhCAQAgCiNXRUVOQbt++XTt37tTg4KCJbfz48aZAzeeFWEWs5rNeKAsBCEAAAhCAQG4CiFVWCAQgAAEIQAACEIBAJROoS7FqpAJobW3VCy+8oKefftrcZuZ8GdGo3p+FmUTEKmI1zDqhDAQgAAEIQAAC4QggVsNxohQEIAABCEAAAhCAwNgQqFmx+q5zOvSLB/wPr5o8ebJeeeWVrMSdYtX4OtfLKWARq4jVsXmMaRUCEIAABCBQmwQQq7U5r4wKAhCAAAQgAAEI1AqBmhWrp3x4vh568D5zngw5+vzzz2vDhg0ycqSW6oVYRayWam1RLwQgAAEIQKAeCSBW63HWGTMEIAABCEAAAhCoHgI1L1YNkfr73/9eW7duLfmsIFYRqyVfZDQAAQhAAAIQqCMCiNU6mmyGCgEIQAACEIAABKqQQE2L1Tt/skKPPPKI9uzZU5apQawiVsuy0GgEAhCAAAQgUCcEEKt1MtEMEwIQgAAEIAABCFQpgZoVqye+v12LvnC54vF42aYGsYpYLdtioyEIQAACEIBAHRBArNbBJDNECEAAAhCAAAQgUMUEalasvu3MT+qLixaWdWoQq4jVsi44GoMABCAAAQjUOAFDrD4yfHKNj5Lh1SuB1VedXq9DZ9wQgAAEIACBmiGAWI1wKhGriNUIlxNVQQACEIBAVRJYo/bYbHW3dmqgd76aqnIMuTpd3vEhVmtuATEgBwHEKssBAhCAAAQgUP0EEKsRziFiFbEa4XKiKghAAAIQqEoCxYrHQS2b2ayOvlZ1DvRqfsWZ2WLHl9+kIlbz40Xp6iIQTqwmn7nU0NrUk+jSLM9QB5fNVHNHn/XTth4lurwljAv2+4vn5qzlq4snvYUABCAAAQiMBQHEaoTUq12sbr7zIp2//JkkkTP0lVWXq8Xm89i1OuPatcnvjlRb542aN9Uf3n2P9uuCWSdESJaqSkFgsLNVzf2Ls/zDuxQtSmvaY5q9fqkG+jpqMIqrNMxqtVZz/S1Ylxye/y+J5nrpllqWDqivI4tdWtOumFHIfLVo6UCfvEVD1VOroBnXGBAoVjwiVp2ThlgdgyVMk2UjECxWvVI12bWMiHhPOcRq2eaQhiAAAQhAAAKI1QjXQHWL1XW65tLn9NHr52mapHU3vFeLdLXWXtwimVL12bRMNb+XW7w6OCJWI1xUJaxqLMRqCYdD1VVFYI3aWzfqsqRgN8WnPNE1hjBdIrWpW+vnZhGrplRdn5ap5vdyR/KEqaeq2NHZsSdgCYwNnT2au3K27ACx1s4B9ZrhpWmx2nl8hzqS3r+tJ6F0AJlXltjRqT7RZCmBku2eJBHXhwxO+XK0rjP726njOzrUrWRbWqaZzR1Kxrc5ItyKGZ+fFLZ/5v8BStB8IlaDCHG9mgmEE6urNceOUE095+7nyf4Asa2tTd3d3SEiVgt7HquZNX2HAAQgAAEIlIoAYjVCstUtVt0gzOjV3lN16/XzJMfXhnSV1umac27T4VmiVhGrES6qCKpyRwYaEX23Sec1KxUsaMT5mRGBUmdrs/oXO375N6XU9GSE6WDyeo80e7YsV+CMEAy6noxYTQm04PLyEwVsV4tgVVRWFeYaXTnXEclsr40BTV/SrJVZxGrmfYYQWqLpqajVcPVUFg16U/kE0oLTkqnybN1PX7dkqlcs2tdtseGVkX5yMuCepCSVqz92/d7+NkmDhlR9QouSssbeQmz1t7jxNSe3I6dEs9lWh/oKfO9GrFb+E0EPCycQLFbddae2+zsjVu1/KxnP2JzV1i6OvCJWkayFzyB3QgACEIAABCTEaoSroHbEqiFOr9Yz596srrOmJSNWnRGq1nVdfq+uODETIGI1wkVVbFWDnWpt7tdiv1xcGakAbAmVW6wuWJeWqe5IQ+v+7Nf9xWr28m5JRoRtsYuhUu+3JM56x3b/9Fw3m2sqm1i1xLszQtWqS8nIwND1VCoa+lWhBDK3+tuyw5KJAxmHV1nRZMlI0QErfUU6wtUIcnX+zCtqvdeTaTGc9xx9nWKzN6Ryslr9OT4ZvR0iNYGr/cz+5zW+Jnd7SopWd8Ru+KlFrIZnRcnqIxBKrHo/ZHalAfB8cOOUrPnkWBVytfpWDz2GAAQgAIFKIYBYjXAmql6sOvOoviuZBiDJx0wN8Esb1pFqOuwZHTkPsRrh8ilNVaZYXaAZri2oVlOZojKcWA2OaM0mZrNFrGYp75XCrujZ0uCi1jIScP6i6Iyscc27tSazilXTN1l5WK1Xi1pa1mmGEXXd7PxQIbieMo6cpqqeQHFi9f33WAfM5CNW3WLTR6y+/x4zKtQVsapODfTOV5MjNYH1vfVyPzvWz7KJ4fzEql23IZJvlc43DuIqXNogVqv+gWEAOQgUJFath9V8vu0PLlLvJ4Fi1dMZO6LcPO/Kma6EaYMABCAAAQhAICyBmhWrBze/XZOnTdeE8RPCsnCVa2hoUGOj8adRo6PSaHxE8XhciRy1bXnqt9r05GOaOKHRvNd+xYJ64FMgpsC7gmp1X49Ju/eM6Ka7N4S6zzrI6ogseVSJWA0FsVIKJeWqcUyQ8xCgiherpgxIb+v2zcNZKYzpR1EErHQVM9STuEwbXeko8hWidsSqlUIg/SFAvvUUNRxurnkC2cWqayu9I6qs5BGrSbGaypdq51E1LWpQf70RsdkjVkONz0wzmzxUrrVVrX19BacBMHqPWK35B6quBxhKrLoIuVONzFnt/HDRgzLjgCs/1Om8zojVul6KDB4CEIAABIogULNidTSR0PBIXCPxhIyv83nlpTQdhQ0ZOm5cg8Y3NqihIX0hsL4KFKvaskLtHQ/pdL88qhxelc9yqqCy2bZJz0r2sRIjVhfIPjfeOMaoxyelQQUBpiuFEjDl/0rNHVis/mY7f6+nspaljhysWRpKpQaYo9WxIuopdBzcVycEQuYgzSZW7a3yqfe0zMOdXCLWKUez3GPlNTUCVntlnp/lJ2Ic/XHnVE1Hr7oiVlMRrFlyyGYdn9G48xAu+2CuwpYHYrUwbtxVHQQCxarx/7XVc5RIbesvUqwaEarXHa1eu75UxGpxz2l10KaXEIAABCAAgdIQqFmxmlBChk81pGqeXlWxQBPqPxnGbbFYTA1GBS7hGjB5lSBWDZF6x5vVdXGL2dnsEaue/Ks+QyPHamke1uJrdYvTzIN/PFv17UjXlNAqVrzmmQog45eJ4glQQ4UQMNbWdceoL/mLXTpitUu25rd66o00TebxndHj+CXTHlNmrtb0aIlYrZCZr5Fu2BGgbWpTt7qTYaLpaK/MCNEMUerYfmtB8Xxw5LxuC8yc96RlSxqy5/Aq37yMydJtbWrr7tYGV47YIsZnPL3J3Kr2luUM3xtyNSBWQ4KiWFUSCCVW0/luHGPM8mFzRioA+70hKU6TB92lo9vt9wC//69WJVI6DQEIQAACECg7gZoVq0WRLFCsZmszsLpKEKvarBWXXqjuTfYojlSbHa1qRq9+V4PJS032oVZZBoxYLWr1RXuz98CDjFyWVkRoOkWA85fzNvX0SLOXTE9GCpZZrPrlAAwTtRgtQWorCQH7oDO78vSBaO7mAsSqI82FcZ8z1UXuekoyKCqtGwIhDoMqM4us4jbryeC5OhjR+FwHYhWqVUkFUOalRHNlJhAoVo3+5Dy8ytPhILHqTNWRvNWV77nM46c5CEAAAhCAQC0QQKz6zWKgCc1v6gOrqwixmt+YcpVGrEbHsp5ryhZRu2T6gPo6Cv8lvZ6ZMnYIQCAKAhGJxyi6YtaRmUogJWLGUKzah2MVm7fRiFi98sorI6NFRRCAAAQgAAEIQAACEIiSAGIVsRrlejLrQqxGjrQuK8w8rIrt3HW5EBg0BCqOQKWJVQOQTyqAgqSqo65QB99kmxy7P8XnxkasVtwDQIcgAAEIQAACEIAABBwEEKuI1cgfCMRq5EjrtELvdvFcW73rFBHDhgAEIFDjBBCrNT7BDA8CEIAABCAAAQhUOQHEKmI18iWMWI0cKRVCAAIQgAAE6pIAYrUup51BQwACEIAABCAAgaohgFitM7F69qJVZVmcF8w6oSzt0AgEIAABCEAAArVLALFau3PLyCAAAQhAAAIQgEAtEECs1plYvenuDSVft0SslhwxDUAAAhCAAATqggBitS6mmUFCAAIQgAAEIACBqiWAWEWsRr54EauRI6VCCEAAAhCAQF0SQKzW5bQzaAhAAAIQgAAEIFA1BAoRq/vtM1EH77+fLv/yrYrNOaU5kWu0sVjpWcQUcSPlrs6nvVKMafeeERGxWvr1SAsQgAAEIAABCERDALEaDUdqgQAEIAABCEAAAhAoDQGnWB2Jj6px/AQ1NDQqHk8oHh/V8397VXuG4xoZGZXh5WKNDXrdpIma9sbX6wv/eTtiNcy0BHpaxGoYjJSBAAQgAAEIQKDOCCBW62zCGS4EIAABCEAAAhCoMgJOsbpnaFgNjeOkWIPiowkl4qP689aXNTQS18hwXHuG4hqV1Dh+oo49/A368rU/RKyGmW/EahhKlIEABCAAAQhAoN4JLF++XJs2bUphiMViWrhwYb1jYfwQgAAEIAABCEAAAhVKwBCrN3/9q7rqko/qwP33k8yt+8afhBIJadvfX9VIPCGNJmREtDY0NGjcXhP18su7tHx1r2InH3dwzlQAhY87UEcWXnXAnVGnLyhoJFluKiZFgGHIVz/8bMm42RWTY7XkiGkAAhCAAAQgUBcEiFiti2lmkBCAAAQgAAEIQKBqCZhi9WtXa9yEyRo3fpKySVKv5pu47756/YEHKHbS9IMT9/VlP2k+X6mYMHSuz8v580S2bnpute/JrNOwxlbhrGWSdXnvTbXt6Ge2PtvDyOhvljFa/clvLYWSwLGYjIiPD57xTt3Vi1jNjzClIQABCEAAAhAYKwKI1bEiT7sQgAAEIAABCEAAAmEIGGL1z38a1O6hEb3y2m7t2D1k3mbGrcaMP1aIZEOD5eaMiFXz60RC8dERS6w++OiT+vayr/i2FyRW8xWJBTUShkSBZYLGV2C1VuRwhK+PXDBfs097B2I1QqZUBQEIQAACEIBAaQkgVkvLl9ohAAEIQAACEIAABIojEJlYvenrX6o051kwmailpuWpo3kV2rePfuo/NOvUtyNWo5kGaoEABCAAAQhAoAwEEKtlgEwTEIAABCAAAQhAAAIFEyi5WC20Z9GpyEJ7EO6+QkWnu/bSj/Zjn0ashptRSkEAAhCAAAQgUCkEEKuVMhP0AwIQgAAEIAABCEDAj0B0YvVr/hGrBWPPwzXmUbTg7pTyRn85G+2oEKulnMEqq3tNu2JLpmugr0NNIbq+pj2m2epRomtWiNIUgQAEIAABCERHALEaHUtqggAEIAABCEAAAhCIngBiNXqmeddYaWJ13Q3v1aJfSk3n3qyus6ZZ49myQu0d39VgcnRnXn6vrjjRf6j3PdqvC2adkDcHbigTgSLFqila1y8NFLNhy5Vp1DRTYQQGO1vVvGBdsldt6kl0yavuzTXULbUsHVBfR5aPAYz1bBQyXy1aOtAnu2iYNioMC92BAAQ8BBCrLAkIQAACEIAABCAAgUomEJlY7cqSYzXK/KJZQeYR3PnClOe0ee9n9Np+r6hhwmgkc/Pu9WdFUo+zkmhSDKRr/KiRCuDdIXKsPnatzlghnam1emamLVbX6ZpzrtYztmg1ylz7rNo6b9S8qZlDR6xGvhyirbBIsRptZ6itPgmsUXvrRl2WjJr2jYo216nUpm6tn5tFrJpSdX1apprfKylpQ7RRn/AZNQSqigBitaqmi85CAAIQgAAEIACBuiMQmVgd28Orgs3qK/ts04ZDHtOxh/6DTjtgnk5pOlN7jd+76Amfs/oovStArAb3Lnw3ChWuH2u7RO971z8GHF61WSsuvVB/mnezDl9xoR60xaopUqWvrLpcLWZX7XL+UauI1fDzWZaSg51qbV4gKzawRUuXztCClc5UAIPqbG1WKnhQ7uhBr/TKkGCu+qW2noSMrAGZsixXO9a1/sXWvebLI4Dd0YfuyMSycKSRkhEw53blXEcUtL0eBjR9SbNWZhGHmwMbAAAgAElEQVSrmfetUXtsiaY7olbtTmeWLdlwqBgCEIiQAGI1QphUBQEIQAACEIAABCAQOYHoxGq2HKsFWsUCb/MFtGnKRm07cou+cMK3dfwh79D2ndu1c89ODQ8PaSQ+4ntPIpEIhH34IUfIFKt/DIhYDRhMlGPN1unzPnOp3nvKCTnF6uY7L9L5m8/T2osPNQWrLVbNn/eeqluvnycrMYAlVlPi1dMoYjVw6ZSxgCWo0mLKEE+z1d2S3srvFaBeAZVbrFr1rU9t1U5HCQ64crMmpeqMdK5WS5TOSEYXBohVU972a7HPdvEywqSpkhDwriHJXBv9i5XoavasX08HXBGqxjWrLiXlfrp0ZhslGQqVQqAmCCT/P9HaqYHe+aFycaeGPbhMM5s71FfIvVnYGWL1keGTa4Isg4BALgKrrzodQBCAAAQgAAEIVCGB6MTq178c6fDzko05Cj83ZaP0loT+q3WFYrEG/fmvz2k4Pmz21XubS6Um3GkCPN+a9x/f9FZTrBafCsBnAHkBCEZ/XrshVv8hu1g1c6hu0ifMqFS3OM0Uq5KRh/V70xw5WB1dQKwGz0fZSvgJSWckqHl9pea6IvzcUX85xWqG2HKoLKdY9RWjznbCiNUFmpEhzMpGkoaiJuDMjdrmOBzNtVa8HwxkdsLOw2pdaVFLyzrNsCOfs7UR9VioDwI1RQCxWlPTyWCqhkA4sZp8PlOj8s9RPrhsppo7+qxSzv/HumgMatnMZtnF0lU6DywN117VQKajEIAABCAAgRIQiEysdi1dEmn38vKKWQq/ss+Leuro3+s7//ywduzaoWe2DKZlarYGknY1JVnNLxIyNWvStdrBrK1vm2mK1VM3nF3k2EsvVj/edkkOserd2h8kVolYLXLCy3e7n/jMEKt2mgBnt9Jb7QPF6hJnWoF0Ha77fAWsU6YGpwKQI+VAzsOMykeXliIikI5evkwbXSkhgsWquwvZIlaTUbCpCOmIOk41EKhJAkWI1RLwIGK1BFCpsiIJBItVr+RMDiMjQtxTrlCxakege2lFGJFekRNBpyAAAQhAAAJ5EohOrHb6i9VYRlxonj0sovjDTT/TVafcosMnH6Nf9z+qhrxsrTRq29WEoVbN/5gvQ6waEaxntrw3KVY/nLuXebZrVJb9lgIqk/Tx9kt05j+9LUvEqnU41X1+ozjsk7p13iadT47VIlbiGN4aKmI19xb7QLGaOizIo7iijFh1VZ1dno0haZouhkAqcnqx+ptnq9uvLkf6iqxN5YigtsS8Nzq7mE5zLwRqlUBarHYe36GO5ANp5882R+0VLilx45Wy1vcbOjt1fEeHutWqzoFezW8Kzw6xGp4VJaubQDixulpz7LRIqV0ZPrnxu6W2tjZ1dxtfOCNQnYzsiFX/qFfrOX9CizLay/85ru6ZofcQgAAEIACB3ARqVqy+MOU5Nb6tQf/5T8t1/2M92jW0U5P2mqQTj23R8IiVCmB4dFivbn8lRehvr22zvk5Ir+x42SqXlKjmj5PRq+bfCems086pEbHqXSTeiFRLvOry5GFVGYdZue8nFUAlve14ckvaUZ8pSRUcEVjSHKuOA4tc7WT00/2LQMZBV5WEnL4EEzDm97pj1Jc8qcydbzdzrtM5gjNz9aZL+6z1UG0Ed5cSEKgvAuloN0umeuSLR7bYW46tsv5i1XCzrZ0D6s3HqCahI1bra/XV82iDxaqbTmq7vzOC1Jathkyds1qx2WHEqrPeLJLVKJL6QCVHmXqeQMYOAQhAAAJ1SyASsbr2kX51L/uKL8Sxilj99SG/0Pktl6v59Sfo0f6HzRjQqW+YptYZ7zb7mY77bMg9+bGYhkeG9PfXXrLKJaQX/vZXM3j1bc0n6L8eadfRT/2jeWn37p168YXnM+srIMg06ohV4/Cq98x8a87Dq9Id99nqb+Zg/a4GzUJHqq3zRs2b6o8OsVph7yeOLfRSm3oGpmvJedJtfR3JQ0mSsmqdo985DrfyilbnFn0jx+XSZL7WjHLJg4VS0YgZEYjOrWtt6umRZttpBpy5Mo1uZo2+qDD2dCcLAe+aS68bz6+NnsOrPGLVtbYld4qIsG0wSRCAgJtAZioAK5dxlii15PuzJU4HrAMSU6Kn+LQCiFXWZ70QCCVWvf8ecm3L93wI4pSsyQ8yvf+P9c2xavxb0eewUDuneaEfktTLPDJOCEAAAhCoPwKRidVvL/vPaOnlISP95O1DR9+h5R/6nXr/+L96buuzZhqAtza9XSc0vUODz/9aT2x+VJMnHawp+xyiSRP201GHvMXVf3fzOeRrzF3S+K7zPxfmxSKPoebKEZCzTVOstoYVq3l1P6MwYrU4ftwNAQhAAAIQGDsCwWLVfWic1VPE6tjNGC3XBoGCxKr18Gmgd76UPLAqJT4DxaqHmyPFhyv1h1HMrov8qrWx2BgFBCAAAQhESiASsfrA/z2hm2/470g7lldlPmbyoeN+rNVzntb31nxL23e/IsN/frB1ng45cJp279muhbefqa1/f1E7tg9JiYn6+mfuUPPUt2jX8E7d9ZsV2rZ9mxKjCY2Mjmp0dFRT9nmDLnx3u+7+7R1mSoBjDz7WjFo1/hx3yPGu7l59+ee0/5TX5zUEb+G8ZGuIlj7+mUsQqyE4UQQCEIAABCBQ3wRyi9X332OdNp4SL0Ss1vdyYfSREQglVl2tudN2zFltRJZn6U4oIWpHvBobg4zUHlZdvikHIhs1FUEAAhCAAASqn0DNi9VrV/w/GVbVEKufmvU57Tdpf3PWNm5+TF/64cdMsbp9xx5NPeAYXfvZH+j23m9p66tbTaEaj49qZCSuow46Vp97T4cmTdhHn7r5Y4qPJhRPJDQSj2vUkK/xhK7+8Jd0/FQr6nV+23lqOuLNRa0OxGpR+LgZAhCAAAQgAIGCCOQnVt3bg0kFUBByboKApECxanyIsXqOEqlt/UWKVSNC9bqj1Zs2qJrZ3KG+1CFzadHK9n+WKAQgAAEIQCA7gcjE6nf/5xr/Vgo0hAXelurDg9NXmhGrV982X7GGmPaesJcWnP1FKbWrP6bb1v6X7vjlzaZYfW3nkA5501GaPv1tGjGFakLDo6N69zHv0Tknn2vW+9L2F3XFigUaNaVqQnFTvhqSdTQlVvuf2KDuZV/TUUccmuZRwGCizk378bb/0D+3zgiZY7W4R4ZUAMXx424IQAACEIDA2BEISgWQli1mH9va1NbdrQ3kWB27KaPlmiAQSqz6hqRmOUwqIxWALWKT+ZK1LClSPfjsPPbefK6OYojWmlhyDAICEIAABCIiEIlYvX/d47rlm9dWpFi94uZPKdYgHfmmo/SJ93w+1UdbXM6/6f16/Jk/mmJ1+44htZx8qqZMeaPGj5uoOf/4EZ10VGvqnqf+ulHX3/NfGhlNaHQ0bkWuxo10AQldffbVesu04/Tk44/rlpu+ocOmHVxRYvW89kt0Rsvx+tzSnoiWTu5qLph1QlnaoREIQAACEIAABGqXAIdX1e7cMjI3gUCxahTPeXiVh2iQWG3KrM8lTBGrLFEIQAACEIBAKAI1L1bnd80z0wC854R/0XtO+JALyrbXntctD12nB9fdrZdf3WGK1eEh6dwPX6i20+frkMmOqFMjYnXHi/rRIz/Q9t079NqenXp267NWuoDRUa36/Eqz7o2PP67vf+dGHfKmN1akWL2r99lQC6OYQkSsFkOPeyEAAQhAAAIQsAkgVlkL9UIglFitFxiMEwIQgAAEIFBFBCITq9+78fpIh53X7nmfwmuP+ZGZCqDtfz6ghgbpU2deohmHvT3Vx9/++WH94onV5pb+Z/88oD9s+I0pVnfsGNLMt56p7y/6SbKsf0+sn1r/3fbaNr1hvzeYX9+/pke/fODnmnbIQZHySFWWF5h0Fz7edonOeOdbSAVQmlmhVghAAAIQgAAESkDAEKtXXnllCWqmSghAAAIQgAAEIAABCBRPoObF6sc7T1VjLKb/PK9LB+57kPaM7Nbax1fpqa3rzTyqRrSpkVP10d/16tlNfzLF6vYd0umnnKHzZ12gREJ6Z9NMHbDvgVr3dK96N/7KzLE6bcqbtddeEzVp3D6aPm26Dj/gcHM2fnrHT/Tb/+vVwQcdWPzs+NWAWC0NV2qFAAQgAAEIQKDiCCBWK25K6BAEIAABCEAAAhCAgINAZGL1tpu+5g+2QBGY3yxlNvLA0cvNiNW5171D++69r77ZfqeGRnbrp7+7WX99ZbOGzfyoxjb+uBm1untoSGvuu0svv2KkBJD2DEuz3neGTjrunfrMaZ/TpAn76Ov3Xqsn/vKERs2Dq4xDq6w6ph8yXV886yqzyz+78yd6/Le/1v5TJqeHUACDAm7Jiexjbf+h008+jojV/BYWpSEAAQhAAAIQGEMCiNUxhE/TEIAABCAAAQhAAAKBBKIRq32P67auyhSrM7+wv95y2NvUeYG9td/YwB/T5r8/IymhTS8+rdGE9PS2jdq05U+6/Y5bTLH62g7pwCn7atMdf05BXHrvder/S78pVs0DrOJx829LrC4yUwOsXP4D/enJJypOrBqpAE47eTpiNfCRoAAEIAABCEAAApVCALFaKTNBPyAAAQhAAAIQgAAE/AhEJlZv7/56tISLDNm8v9mKWH3HFXvpk/98iT7x7v/w9K/Bt7/9mzbohb9v1T19P9W+EybrrU3/oLNPm2OWveh7F2pkVBodHbUiVuPW328/4u26ZPYCs0znf39VI7t3usRqQUMp6KbsU/DxT/8HYjXaFUptEIAABCAAAQiUmABitcSAqR4CEIAABCAAAQhAoCgCNS9WT/5/e2nhnKU6823naN3gGm177Xntv89BGte4l96w31Tt1ThRb3zdIdpr/MRA8XrP7+9WIpFQ/182anQ0occ3P6F4YlRnnXiWzjnpw0mxeo0aR0e0zz6TUvUV5EgLugmxWtTTwM0QgAAEIAABCFQUAcRqRU0HnYEABCAAAQhAAAIQ8BCIRKze17dB3/92Z6Rwi/WK9zX/wIxYfefiier69M/VdNBx+smvb9TWV/+SzI86qlEjx2oioXknfUZ7jZuou373Q01onKj9Jk3R6/eerMmTDtCUfQ5Q0xubs4zNinrdObRTkyZYIvUbX71W42Oj2nvvvUPzyGuseRVOd+Fjn16g004iFUDoSaEgBCAAAQhAAAJjTgCxOuZTQAcgAAEIQAACEIAABHIQiEys/uA7y8YMtJ9rvLfp+6ZYnfmlibp34bOSGvTt/73KPKjKiDY1/jaiTY1t/Z8+7Qva+soW/fCRm1MHU40Y2/wT1lb/r5/7LQ389Snd2vs9TZm0vxndOm3KoZo4YZIOO/AwHX7goSmxuqjjUk09+CBNmuSNgM2FJ7wtDV/S3d5HP92BWB2zFUrDEIAABCAAAQgUQgCxWgg17oEABCAAAQhAAAIQKBeBSMTqvb3r9cPv/o9vn2OFmsAiCfz8yNtMsfrZW07VVz+yXH99dZN++vvvKR5PKJEYlSVOE6Y4vWz2f+uXT96vhzbemxSvxvWEGc1qSNivn/tN/d/gOlOsWnlVjWhX4wCrUfPgq0VzvqDjDjnGOLtKVy24XEccdqjGj2sMPwJfRtGC++in5uvUE4/l8Krws0JJCEAAAhCAAATGmABidYwngOYhAAEIQAACEIAABHISiEys/uiWb0aKulghu+aIW02xen3PZ9R22mJt3/OKnnrh99ry0p9Mmfrc3542BekhU47QvJM+rZ/9fpV+99yjllhNxBWPSyOjCR35xiZ99oyL1fOHe/TT3/1M8dG4dYCVkUbAOMAqMarFH7pSx02dbnhVffGShWo+6nAXi4IUaUE3ZZ+Cj36qQ+9+xzGI1UhXabVUNqjO1mYtWCepZakG+jrUFHXX17QrtmR6aeqOuq/UBwEIQAACFUtg+fLl2rRpU6p/sVhMCxcurNj+0jEIQAACEIAABCAAgfomEJlYXfG9aMWqGf5ZxGvNEd8zxepPfr1M//wW62Cp9Muqe098l17d+bLeuN/BWv/nX+tPLz6jv+34m7b8fYu279phRrQe8YajdNHpn9f3+25X32CfGek6akSymhGrCcXjcf33R5aY6QBefPEl/c9Xv66jPWK1kGEUN/rMFs/91PzQYnXdDe/Vol9KTeferK6zpqUq23znRTp/+TMZP/e2dt+j/bpg1gmFDJt7SkHAkJ6zpZ5El2aVon6jTo9YXdMe0+z1JZK4pRoD9ZaVwGBnq5pN22+82nzXp7mOuo3PAwbU1+HzcYC5trt9+m3V1xyijbIOmsYgAIG8CRCxmjcyboAABCAAAQhAAAIQKCOBaMTqw3/Uyttu8u12sZGnhbK457BbTLG6a/hl7Rl+1UfTNuRwt5bWfGbroPbfxzjAaooeevIX+v2mP2jrq9v0wqvbzJQCo2ZKgYSWf/YWs/zTGwe0/ObbdXTTEXl1uxyM/u2Tn9e733F0cMTqY9fqjBXSmVqrZ2baYnWdrjnnaj1z7tU6vfdqPZj6uf8wEat5TX/pC5cjmrQcbZSeFC2UjcAatbdu1GXJ6GlToKpHiS6H+jfXlKFcu7V+bhax6tPfdF0KbqNs46UhCECgUAKI1ULJcR8EIAABCEAAAhCAQDkI1LRYtQH+5fG/q2H3BDUfPF0HT55q/jnqoGO139776YTDTzKL+ac5bcg6B3/b/pK2vbZNm178s9434z0psbp6+Y81berBec1d5YjVzVpx6YX607ybdfiKC30EqnUdsZrX9I5pYXdUoBEYaMsrR3oAs4feiMGA64Odam1eICvesEVLl87QgpXpVACZoiyovTHFRONjTMBcpyvnOlJJWOulf/GApi9p1sqwYtVclys1d6BP3gDXzDbGeNA0DwEIhCKAWA2FiUIQgAAEIAABCEAAAmNEIDKxuur2Lt8hlEMaBrHbMzSk7dt3mjlV9+wZ0sjIiIaHR1K37Rke0iHTDtYhh07V3nvvrSOajtSkffbWwdMOcSnXTPnqjnp9/PcbdN/qeypWrL7r7c05I1bNrf6bz9Paiw/NIlARq0FrrSKvZ0STJiXnjHSEoCVgZyS3Y4e7npZda9Qem61uR/5Wr1j1fo/kqsiVMkadstbPesd2f3N99C9WoqvZFKxhxapv5Ks5qsw2xmiwNAsBCORJALGaJzCKQwACEIAABCAAAQiUlUBkYvXH3/fLc1eesRQqbw3JasjWXbt2Kx4flSFgrZ/FUx1vHDdOUw6YrIOnHqyJkybpyKYjtf+B+2vKAVOSZdK69YF77tOG3/xRh059U54Dz1S2hY4pW8MfueBi5RSrW1aovWOTPrHqcrUom0BFrOY5sZVR3CtWzai+fi125Vw1xNMSTTci/VTAdb8cq/bWbt8oQkd7kZ+kVRnY6UUAAWd+1FQktSTX+rQkfzixaslT9SSUyiiQrQ0mBwIQqBoCiNWqmSo6CgEIQAACEIAABOqSQCRi9ee/+oPu/NF3IwUY9eFN+XZu1+60bB0eHtaQ8WfPsEu6Ttp3H+29jxXhOnHviXp+81/00l+36Y0HHuBqLmpJmu9YjPJzz/9cDrFqpwC4V1ecaJRGrBbCuGLv8YpV38Os7K3XCXXJ77CrgOuBYtVOG+Ck1KKlPlu2K5YjHSsZgXTE9GXaaKYAsOVoeLEaFAXtjsou2VCoGAIQiJgAYjVioFQHAQhAAAIQgAAEIBApgcjE6uoV2cRq6RVp6VtwM9+5a7cM2ToyEtfuPXtM2WpEvRqvAw/YXwdMmZzXJJVDvBpi9ZR/bMqSCsA6nOo+v14f9kndev08TTOvEbGa18RWSuGKiFj1RshWChz6UREEUlHNi9XfPFu++x8cqSYy++wTreotlCP/akUwoBMQgIAvAcQqCwMCEIAABCAAAQhAoJIJRCZW71pxi/84y2I9y9KI7/icLRuCdTQ+qvHjx5dszguVsOec99kcYtXbXSJWSzaBY1Fx2ByrqcODsuRYTV335Ku0D7LKmmM1fNThWOChzTEgYKyZ645RX3LPfvZoUu/ayVybRu997w/dxhiMnyYhAIHQBBCroVFREAIQgAAEIAABCEBgDAhEIlbX/Or3+tmq26Lt/ti5UteBVVEMakyHkhzAv378M0WIVf+I1qZzb1bXWVYsq/N136P9umDWCVGgo44oCGSIVaPS5IFTdv0Z0YAB122Zat7fpp6B6VpynnRbX4eMlKmZhwglhdg6x4ByRiBGMXDqqFwC3vWQLS1EGLGa7WCqsG1ULiV6BgEISIZYfWT4ZFBAAAI+BFZfdTpcIAABCEAAAhAYYwKIVd8JiFaFRltbYSsmP7FaWBv2XYjV4vhxNwQgAAEIQKB4AskPyFo7NdA73/zQqxpfiNVqnDX6XC4CiNVykaYdCEAAAhCAQHYC0YnVH98eKecxlZGRN55/hfnfkRv/hz/WnkfEanFTiVgtjh93QwACEIAABIongFgtniE1QKCyCYQTq55dSMZOo0SXZnmGNrhsppo7+qyftvUokUzX4y42qGUzm2UXS11zlQ/XXmWTpXcQgAAEIACB8AQiE6s9d/wgfKsVXjJqqamCKizopqxkzz7304jVCl93dA8CEIAABCAQHQHEanQsqQkClUkgWKx6JWdyHBmR7J5yBYvVLO1lkbmVSZVeQQACEIAABPIjEIlY/fnDf9D9P12VX8s1UrrQw6QKH35hwvUD/3oeYrVw6NwJAQhAAAIQqDICabHaeXyHOrqt7rf1JJQKRBtcppnNHUrGqDmi1Kx7N3T2aO7K2anotNbOAfXONzNp57iuZERbqzoHemUWlx3l5h8plwssqQCqbNnR3bISCCdWV2uOHaFq5N2fbbwZuJ9FMzd+t9TW1qbubuOLoIjVgKjX1P3pCFfXe09ZKdEYBCAAAQhAoLQEIhGrd699VIlEwvzj+8ry46KHlnSMMW9IqMc9xjz20/u90Y/Mn7krCXWPt127X55+2nX51Zli4u2zp65C2J1+8nH63NKeQm7N+x4Or8obGTdAAAIQgAAEIiSQjhyzhIZHbppS9QktSgoXexuwVTZ9ryVTvbI09/X332NtKU6JWFvgZpU12YeNWI1wSVBVzREIFqvuIae2+zsjVm3Zajyfc1Zb4jVQrDrrTUvWVP2O++2fpT+YqblpYEAQgAAEIFDnBIoWqycfd0hObVr+iM7iZ7SwmNAc7QZUmCGGix9CZg0xaWg4rtUPP1uK2l11kmO15IhpAAIQgAAEIBBAIDMVgBWV5owkdVSRlCuW/BgwI1K7HfLFLUfyu65k7sZCItYQqyx0CGQnEEqspqJUk/W40gB4PnBxStZ8cqzaEbDethxdR6yykiEAAQhAoFYJFC1W55zSPOZiNXIxGbFZDazOp0ApxrR7z4huuntDydcyYrXkiGkAAhCAAAQgULRYtbf/OiuKRqw2KS1xb5XONw67yT8NgNEvxCoLHQIRi1WjuqRctT/0SEnPQLHq6YsjnYj9wYnrECyjqdZW9fU5ItiZUAhAAAIQgECNEUCs+k1ooAnNbxUEVodYzQ8opSEAAQhAAAIQKEqs2tv1U1GkISNWXakCfCJavfWptVWtfX3qKyANAGKVRQ6B3ARCRay6qnCnCJmz2sqt6vvKOODKr1RwDtVU/lZnfmcmFgIQgAAEIFBDBBCriNXIlzMRq5EjpUIIQAACEIBAngRypwLwilVbfrgiVs3AtvxzrLoPrDK6nSX9QIgREbEaAhJF6pZAoFg1PjBZPUeJ1Lb+IsWqEaF63dHqtetLRazmTjHiPSyrbieMgUMAAhCAQE0SQKwiViNf2IjVyJFSIQQgAAEIQCBPAkE5VtORZmbFbW1q6+7WBleO1Ta1qVvdfVbT6Rypdt3ZrlvlfQ/KyXMUiNU8gVG8rgiEEqu+IalZUnNkpAKwRWxSnMo49K5DybeENGs7It2RGsA5EeRXratlyWAhAAEI1B0BxCpiNfJFj1iNHCkVQgACEIAABMpIIFPKuhsPup4s7Uov0FRQ/xGrBWHjpjohEChWDQ45D6/ygAoSq8Zj7KnPLU09H9i4PpCpk0lhmBCAAAQgUHcEEKuI1cgXPWI1cqRUCAEIQAACECgjgSBxGnTd6moUuRUNsXrllVeWcew0BQEIQAACEIAABCAAgfAEEKuI1fCrJWRJxGpIUBSDAAQgAAEIVCSBIHEadN3UqmqPzVa3smw5DjluxGpIUBSDAAQgAAEIQAACEBgTAohVxGrkCw+xGjlSKoQABCAAAQjUJQHEal1OO4OGAAQgAAEIQAACVUMAsYpYjXyxIlYjR0qFEIAABCAAgbokgFity2ln0BCAAAQgAAEIQKBqCCBWEauRL1bEauRIi6hwUJ2tzepfnFDXrCKq4VYIQAACEIDAGBBArI4BdJqEAAQgAAEIQAACEAhNALGKWM0gsO6G92rRL6Wmc29W11nTzOub77xI5y9/JlX2zMvv1RUn+q8zxGro568MBRGrZYBMEwUQGOxsVfOCdck7/XMw2gfftCwdUF+H34ni1vpOVWPU1tajhP0pguvk4hYtHeiTbzUF9J9bIACB8hBArJaHM61AAAIQgAAEIAABCBRGALGKWHUTeOxanbFCOlNr9czMpFjdskLtS6XF18+ToVktyXqEvrLqcrX48EOsFvYwluYuxGppuFJrcQTWqL11oy7r65ChS02BKocQNSo3pOgSqU3dWj83t1j1jcg2per6tEw1v5d6El0ieLu42eNuCJSTAGK1nLRpCwIQgAAEIAABCEAgXwKIVcSqg8Bmrbj0Qv1p3s06fMWFetAWq15GhmjteEind96oeVMzASJW830MS1neFqs90mzjdGbj5YncG+xUa/MCpWIHe+y0Aca950m3LVZ/s9+9ua9nyjKrLyuzSrJScqDuSiZgRq+unKuBpGiV7HU7oOlLcq2Z7B8cZNZpnFC+RNOJWq3kpUDfIJBBALHKooAABNuQLF4AACAASURBVCAAAQhAAAIQqGQCiFXEaoqAGYm6+TytvfhQU7BmFatGVOu1ImK1kp/sVN/srdJpmeoWnu7IQbeMyrzX2r49Ixn1F3DdGyFoCtyVmovYqoqVU75OGsJzttY7tvub66x/sRJdzQEy3psKwPGhQUaEqtWOUh8clG+EtAQBCBROALFaODvuhAAEIAABCEAAAhAoPQHEKmLVImBGoW7SJ8zt/Vbkqr9YzXXNqoqI1dI/uOFb8InoM7dYT3dEBzpqM+Vnvxab26X9ogGdUX9B190iKy3L2Igdfv5quKQz/6kzL6rPGgwb5ewW/8kUA1aYthmp3dKyTjM4yK2GFxVDqwUCy5cv16ZNm1JDicViWrhwYS0MjTFAAAIQgAAEIAABCNQgAcQqYtXImppMAWAfSJVdnpoHW236pG5N5lv1w4dYraR3imCx6j5EyOi7fZBQNnFqR/0FXZe8kYe+uTArCRd9GRMCaSF6mTa2Niu9TvJNH5ErKpWI1TGZXBqFQJEEiFgtEiC3QwACEIAABCAAAQiUlABiFbEqaZ2uOedq3efH4rC0RA0jVY0qEKslfWbzrDxArPpu148qYlWGWbUiYAema0kqEjbPIVC89gmk0kQ48/l6ht2y1D/K2lksV7oJDq+q/XXECGuSAGK1JqeVQUEAAhCAAAQgAIGaIYBYRaz6EPBGrFrfdyt3pKpdEWK1kt4f8hOrZv7VbnfE6oJ16byVoXKw+hxCtMA4Gcu53buSENGX8hMwBOh1x6ivy0oL4d3Cn+6QN2I1mVN1Ro8SXbO0pr1VGy/rU0eTdYe5ftf7CdjMPK7lHzQtQgAChRBArBZCjXsgAAEIQAACEIAABMpFALGKWA0Wq+ZhVWszy73raq29uCXj54jVcj2+YdoJTgVgyVSrrpalSzVjQb/muHKs9kizZ8sqYktXU4eZBwv1L8523arTTjXQxqFBYSasTsrkOHTKRSC3WJUzT6u1gNNRrWb06gIZTt+6NKA+28DWCWWGCYFaIIBYrYVZZAwQgAAEIAABCECgdgkgVv3mNhbthAdW51MgpsC78utkTNq9Z0Q33b0hv/sKKI1YLQBaRd7il0PV2dGg68mybMGuyNmlUxCAAASqgQBitRpmiT5CAAIQgAAEIACB+iWAWEWsRr76EauRIx2jCoPEadB1q9tmRKysrdu8IAABCEAAAvkQQKzmQ4uyEIAABCAAAQhAAALlJoBYRaxGvuYQq5EjHaMKg8Rp0HVTq6o9NlsiDcAYzSHNQgACEKhuAojV6p4/eg8BCEAAAhCAAARqnQBiFbEa+RpHrEaOlAohAAEIQAACdUkAsVqX086gIQABCEAAAhCAQNUQQKzWmVg9e9GqsizOC2adUJZ2aAQCEIAABCAAgdolgFit3bllZBCAAAQgAAEIQKAWCCBW60yscnhVLTy2jAECEIAABCCQjYCVgqXbvNymnkSXos1wPahlM5vV0deqzoFezdcyzWzuUF9rpwZ656sp4okxxOojwydHXCvVQQAC+RBYfdXp+RSnLAQgAAEIQKCuCCBWEauRL3hSAUSOlAohAAEIQAACoQgMLpup5o4+tZUstzViNdREUAgCNUQgnFh1fqiT/YMd+z3K+uwny+Gma9oVm219POR9tXYOqHe+8RFOuPZqaBoYCgQgAAEIVCgBxCpiNfKliViNHCkVQgACEIAABEIRWNMe0+zuZDRp1OGjZg88YrUkbaSHSsRqqGmnEARKSiBYrHolZ7I7GZHsnnIFiFXrQ6Ow7ZUUC5VDAAIQgAAETAKIVcRq5I8CYjVypFQIAQhAAAIQCCBgC09HsZS08EoIr3gNuD6Y3O5vVN3apjZ1q9tOBdCUvNclUDz1FZEmALHKwofA2BMIJ1ZXa46deiQVcepOR2J98CO1tbWpu9v4IkvEasaQ7fcU+73L+D64vbEnRw8gAAEIQKAeCCBWEauRr3PEauRIqRACEIAABCAQikBmxKotJGzB4Y04DXndlqMpYeIUHLPVnZKnHtFqS9nQAsU9TMRqqGmnEARKSiBYrLqbT233d36oYr93GO8Fc1ZbW/1Dvi+k6stS3re9khKhcghAAAIQgECaAGIVsRr584BYjRwpFUIAAhCAAARCEcgQq0mZkc5LaKQmtPIXmj87+rr012bewqDrWcSsR7ym27PLF3aQFmI11LRTCAIlJRBKrHrzoroi1T3vA07J2hV0vJ43WjU51JztlRQHlUMAAhCAAARcBBCriNXIHwnEauRIqRACEIAABCAQioBXrNqRXNnE6q063zzsKvz13GJVycOzMjuLWA01gRSCQAUSKEisGuNIylX7fSH1PpOPWLXLelOK+B1wVUTakQrETpcgAAEIQKBKCCBWEauRL1XEauRIqRACEIAABCAQikDlRayG6nbWQkSsFsePuyEQBYFQYtXVUDrPsnHY1JzVVm5V31dOGZrOHW0dWpVtNO72AoNgo4BCHRCAAAQgAIEkAcQqYjXyhwGxGjlSKoQABCAAAQiEIhA+x6odQZotx2ryup0jtdAcq6F6nb0QYrVIgNwOgQgIBIpVI3p09RwlUkYzIrGaK1o1R3uI1QgmnSogAAEIQCA0AcQqYjX0YglbELEalhTlIAABCEAAAtESyBSrkmw5mmrKsy0/6Lpzy21rp3rmrtTsDqlzoFfzmzyHVRltZNSn0IfUeGkgVqNdH9QGgUIIhBKrviGpWVKAZKQC8MujmiNa1S8NgDmwwlKOFMKEeyAAAQhAAAI2AcQqYjXypwGxGjnSIiocVGdrs/oX59o+VUT13AoBCEAAAhAoIQHEagnhUjUEQhIIFKtGPfkcJhVGrKbqC5Cz9hjIrxpyNikGAQhAAAJRE0CsIlYzCKy74b1a9Eup6dyb1XXWNPP65jsv0vnLn0mWPUNfWXW5WrKsRsRq1I9pMfUVJ1bNyKf1SzXQ16HkWdHFdIZ7IZAiMNjZquYF65Lf+//SZEXeSS1LB9TX4bcCrfWdqsaora0ntRXR3YZxiQ8YWIIQqDYCiNVqmzH6W4sEQonVWhw4Y4IABCAAAQiEIIBYRay6CTx2rc5YIZ2ptXpmpi1W1+maS5/TR6+fJ0OzmuJVV2vtxf5qFbEa4skrW5HixGrZuklDdUZgjdpbN+qypLA3BarSQtSEYUSqLDE29XVr/dzcYtU3InuwU63nSbcl27Ak6wz1JLqU9eyLOpsFhguBaiBgiNUrr7yyGrpKHyEAAQhAAAIQgAAE6pAAYhWx6iCwWSsuvVB/mnezDl9xoR5MiVU3JDN6tfdU3ZoUrV6EiNVKeiexxWqPNHu2rANZW7R0oE+pAEBDQDUvUCp20BHV5xZeRv6rJZq+dIYWLDBqIo9VJc10NffFlJ4r5zoio+11O6DpS5q1shCx6gVirvOVmutc+9UMjb5DoE4IIFbrZKIZJgQgAAEIQAACEKhSAohVxGqKgClMN5+ntRcfagpWf7G6Ttecc7WecaQJQKxW8tNvb5VOy9QMWeqIHPQKrkyxashZhGolz3j19c06sGK9Y7u/uQ77FyvR1Wxu9Q8Sq+lUAJ4PDZwwzFxtImK1+hYIPa5zAojVOl8ADB8CEIAABCAAAQhUOAHEKmLVIrBlhdo7NukTZu5UK3LVJVaNFAHXrrXKvit7GgDjMhGrlfTU+6QCMLdYT/fPm2pG9fVrcXK7tJ9YFXkqK2mCq7cvzkMuHHlR5VqD1vrNLlbdw8++3T+/eqoXKj2HQO0RQKzW3pwyIghAAAIQgAAEIFBLBBCriFXjaKpkCoB7dcWJBhAfsergZB1kdUTWA6wQq5X0FhEsVr0H/Di3+CNWK2kua7cvaSF6mTa2NiudMzVfIWpFv3rlP4ew1e7aYWS1TwCxWvtzzAghAAEIQAACEIBANRNArCJWjeOozO399/mxOOyTmblUzejWh3R6542aNzXzJsRqJb0lBIhV7/ZoIlYrafLqpy+p/KeL1d9s5wL2DL9lqX+UtbOYTx5VpGr9LCNGWpsEEKu1Oa+MCgIQgAAEIAABCNQKAcQqYtWHgCdi1RCpd7xZXRe3mGWJWK2mxz8/sWpKqO50DlUiVqtprquor4YAve4Y9XXNMjsdfgt/MmfwjB4lumZpTXurNl6WPojNLVGTZRVCyFYROroKgXojgFittxlnvBCAAAQgAAEIQKC6CCBWEavBYjWZGqB7k130SLVliVY1ShCxWklvAsGpACyZavW5ZelSzVjQrznkWK2kSazBvtiHqtlDy3bolDcVgFusypmn1VrA6ahW7zW7KWc+1xoky5AgUGsEEKu1NqOMBwIQgAAEIAABCNQWAcQqYjXyFY1YjRwpFUIAAhCAAATqgsDy5cu1aVPqk1zFYjEtXLiwLsbOICEAAQhAAAIQgAAEqo8AYhWxGvmqRaxGjpQKIQABCEAAAnVJgIjVupx2Bg0BCEAAAhCAAASqhgBiFbEa+WJFrEaOlAohAAEIQAACdUkAsVqX086gIQABCEAAAhCAQNUQQKwiViNfrIjVyJFSIQQgAAEIQKAuCSBW63LaGTQEIAABCEAAAhCoGgKI1ToTq2cvWlWWxXnBrBPK0g6NQAACEIAABCBQuwQQq7U7t4wMAhCAAAQgAAEI1AIBxGqdidWb7t5Q8nVLxGrJEdMABCAAAQhAoC4IIFbrYpoZJAQgAAEIQAACEKhaAohVxGrkixexGjlSKoQABCAAAQjUJQHEal1OO4OGAAQgAAEIQAACVUMAsYpYjXyxIlYjR0qFEIAABCAAgbokgFity2ln0BCAAAQgAAEIQKBqCCBWEauRL1bEauRIqRACEIAABCBQlwQQq3U57QwaAhCAAAQgAAEIVA0BxCpiNfLFiliNHCkVQgACEIAABOqSAGK1LqedQUMAAhCAAAQgAIGqIYBYRaxGvlgRq5EjpUIIQAACEIBAXRIwxOojwyfX5dgZNAQg4E9g9VWngwYCEIAABCBQMQQQq4jVyBcjYjVypFQIAQhAAAJ1TWBQy2Y2q6OvVZ0DvZrfFARjjdpjs9Xd2qmB3vlqGlymmc0d6rO/z3Z72HJBzUd4HbEaIUyqgkCNEECs1shEMgwIQAACNUIAsYpYjXwpI1YjR0qFEIAABCBQ1wQQq3U9/QweAhBwEQgnVpMfMKXubFNPokuzPCwHl81Uc0ef9dO2HiW6vCXsG4LqC7rOJEIAAhCAQK0SQKwiViNf24jVyJFSIQQgAAEI1DWBIsVqFbMjYrWKJ4+uQ6BEBILFqldyJjuSEbXvKZdVrGapT7asDdteiYBQLQQgAAEIjCkBxCpiNfIFiFiNHCkVQgACEIBAvRGwt+Ub425tU5u61e1KBeD5Rd4lDDypAOT93qjUfX9bT0Jds4LLSY50BBmpAzIF8Jr2mGZ3JycvZzSY/wQjVutt4TNeCAQTCCdWV2uOHaG6pl0x843IHbVqvz+1tbWpu7s7a8RqKqo19R5mv9cZt9jvncHtBY+MEhCAAAQgUI0EEKuI1cjXLWI1cqQlrHBQna3N6l9s/KOwhM2MWdW1Pr4xA0vDEIBASQl4BGdKCthSM0sO1dQv/UFi1ZaqzmgrQwrM0WpnbtaUfLXLecSpvLlbPdcHLJnR2jmg3vlNGlzWrnve3xUiR2waLmK1pAuNyiFQlQSCxap7WCkx6vwAyn5fNd4356y2xGuWD38yxapk/8x+f3O26NteVZKm0xCAAAQgEIYAYhWxmkFg3Q3v1aJfSk3n3qyus6a5rue6ZhdErIZ59CqlTPHicbCzVc39i3PkpBrLsRY/vrHsfb22ba6pBeuSw/fPiWZHmbQsHVBfh99JPtbcp6oxaisgWq5e54BxjzGB5C/86V/YcwtLyb7u2Zaakgj+ojZTCIQo5+zb++/xHIrl308FHZqVAzdidYzXIs1DoAIJhBKrqQ+kkgNwvQ953jOdktUv0sBbl4NJ6n00Z3sVCJEuQQACEIBAZAQQq4hVN4HHrtUZK6QztVbPzPSI1VzXHLX8f/buBEqK6mD7+NPDvorgFkFBZFDyRhM/QxKGaBSNChqDJoA7IgqiIqMiigFBwQ03ECOLImKUOJBEggpqBH2NDFHim6goKoig4L6gCLIMzHeququ7urq6q6qnpqd7+t/neHCmbt2693dvN8wzt24RrIb2/sxBRTUPHglWczBMRXWJxRpa9o6uriyXEZeaAaocD5MwfniZYNzQN1Nv9M8crNbf1dhFNSmKrrOpK6GSA8uTn7I9bCVJx1+wqtjDWryCVddyQYLVLrH3sLUVgOM2XD8DS7DqR4kyCBSXQFbBqkEUC1dTPtu8glUlVqha0mVlZaqsrIyvyJdb+FqDXyoV14jSWwQQQKCwBQhWCVZtAhtUMXKw1g2YpU4Vg7U0KVjNdCwZkWA1nz4UjOD0POnhsVpV2kfRn2176O7VlYou8rOC1UVSH7fjiTKJlX+JW0KdKwITqwedqwUdqw7d/vFpriaUhkYmqNvdh+mKK2x7Ya2ZrLLSKxRfw2juZ2W1Lfv+pYZ20XbPSxvW5dPYFkdbzOB+Xn+tjgWtiTm7Wt0mZBqrmv/SoDiE6WVeCgResershcdWACn1W+eHvGLVtpg8022zmcaAYDUvZyiNQqBOBXwFq0ktTOwpbeyJ2neBbe9nZ098hqHx/Vnj/ya1V5R8vfq53VadTgEujgACCOSVAMEqwWpcYMPjwzRww3laMvwAM2C1B6uZjjkJCVbz6T1uBZyJMDV6m/VhWmRu6J96PDlsjB0/LLFiMPl8KXXFqtc5xj82J6hbLNxNPt+5759hmbyCMTloq2H/zHBBMQsjZzYC3HnqHw+e82ksi7Et0fnwhu12/8R8KfUIwZ3hvv0XCsVoSZ8LSsD5UCivPVZTOudzj9V4gGCsiL1dXZf53WPV+STs2NeOdhorawdqjrm/qrWay20/QoLVgpqdNBaBOhfwDFaNz6IFfW3bVIUcrDofhuVxPYLVOp8yNAABBBCoVQGCVYLVqMDGCg0tX6/z549SD0VXp8aD1UzHXPwIVmv1PRuwcrdVe/Zg0+W4eZt1t+gKQTNoXKWx1lNVzatnCkatcDLDOXLUab9e7EEpcv3tf6zrSW2qYf8c18vvbQ0CDn0hF7evaLbvi+oy9n5XFzt/IVDIPLS9SATs74OyyVrUf576lEuTVy+LPvzJCl/tHL4fXpV6fuLJ1n00075iK+U6Ge5ASGln4snZZjOz2OeYFatFMt/pJgIBBHwFq8bDqFJe7vu2x2/jd36GKvbAQOtBfY760u6vGi+X5noB+kpRBBBAAIH8FyBYdRujSLgD51mdS4GIPM8K1siItG17laYvXOlynnWb/zO6prtx2B6sKrY9gNux5AdbWRUTrAYbmtotnS54NJdpakZvj2DVuaLTbGzyOSlhpOc5ycFs8grZ6IoCZ7Ca/DAj86fzpBW3yfto2uvw6J+ZA1sP34qugGRPztqdkUFrTwSiV+udpPEJum2D+9wK2h7KI4BAbgUIVnPrzdUQKAQBz2DV6ESQh0ml7LFqrXCNBatdHL8kMn9PZG1LFRMLcr1CQKaNCCCAAAK+BQhWCVYlLddt/cbrWTeLjp3VZf1arXE9doHm3DFAzniVYNX3+y8HBWu4orPWVqwm9ktNhKTmv4JTg1XX2/WtFbE17J+ZE8dW0K7upgkpq3NzMERcIrNAfHsG+z7BjlN63G3bgzVNdWzzwExDoCAFjGB19OjRBdl2Go0AAggggAACCCBQ/wUIVglWXQQcWwEklch0LFqQYDWfPjjS7EEafxiQ14rONPul2h4mlO7hQlc492W1zknZh8ru5R2sRh8W4HyAlmMPWd/9M5NVc6Wq+XCuLG5TzafRrhdtMQLQ2w9RZWxDsvS38DtXrCbP1cVDy/TO1dZD2mJPJn/DRwBbLxDpBAL1R4Bgtf6MJT1BAAEEEEAAAQTqowDBKsEqwWp9fGfH+2QFp4ukPn0U3W3Kvt+TV7BqlE9s+G+e7lwdaK4EjK5A7RF/yFDmc6wnqcabGa/T/XZte/ked9+tw65Ypb62h2+tGluT/sW2A7hieeptXfV6buRr5/w+dCpzsJpyC6CfVa35SkK7EChiAYLVIh58uo4AAggggAACCBSAAMEqwWro05QVq6GT1qBCt1vla1BdCKemrnCNriac0G21KsuNJ7IEeYXUP9d9YYO0g7IIIIAAArUhQLBaG6rUiQACCCCAAAIIIBCWAMEqwWpYcyleD8Fq6KQ1qDCk4LEGLXCemvywKuNo0IcQ2WsMp3+pbQqxw1SFAAIIIJC1AMFq1nSciAACCCCAAAIIIJADAYJVgtXQpxnBauikNagwnOCxBg1wOdV5q7d9C4GgVwqjfzwtPqg65RFAAIFcCRCs5kqa6yCAAAIIIIAAAghkI0CwSrCazbzJeA7BauikVIgAAggggEBRChCsFuWw02kEEEAAAQQQQKBgBAhWiyxYPX3M/JxMzkG9j8jJdbgIAggggAACCNRfAYLV+ju29AwBBBBAAAEEEKgPAgSrRRasTl+4stbnLStWa52YCyCAAAIIIFAUAgSrRTHMdBIBBBBAAAEEEChYAYJVgtXQJy/BauikVIgAAggggEBRCMydO1fr16+P9zUSiejaa68tir7TSQQQQAABBBBAAIHCEyBYJVgNfdYSrIZOSoUIIIAAAggUpQArVoty2Ok0AggggAACCCBQMAIEqwSroU9WgtXQSakQAQQQQACBohQgWC3KYafTCCCAAAIIIIBAwQgQrBKshj5ZCVZDJ6VCBBBAAAEEilKAYLUoh51OI4AAAggggAACBSNAsEqwGvpkJVgNnZQKEUAAAQQQKEoBgtWiHHY6jQACCCCAAAIIFIwAwSrBauiTlWA1dFIqRAABBBBAoCgFCFaLctjpNAIIIIAAAgggUDACBKsEq6FPVoLV0EmpEAEEEEAAgaIUIFgtymGn0wgggAACCCCAQMEIEKwSrIY+WQlWQyelQgQQQAABBIpSgGC1KIedTiOAAAIIIIAAAgUjQLBKsBr6ZCVYDZ2UChFAAAEEEChKAYLVohx2Oo0AAggggAACCBSMAMEqwWrok5VgNXTSGlS4RpPLSrVqbLVm9K5BNYFOrYtrBmoghRFAAAEECkSAYLVABopmIoAAAggggAACRSpAsEqwmiKwfOqJGvOi1OWsWZpxWgdJG1QxcrBmrrcVPXq8lgzv4fq2IVjNp0+Tugg56+Ka+WROW/wIrJlcptIrlseKDtGi6hlyZv+Lh0bUZ6bU4+7VqizvkrFa17KLhypiVBB7+anHT9spg0DRCayZop6l5aosm6zVy0Yo87sxXB0jWH1558/DrZTaEECgXggsuL5XvegHnUAAAQQQKGwBglWC1WSBFZN0XIV0gpZobc/kYHXdgGd0TXfvCU+w6m2UuxJ1EXLWxTVzJ8qVwhBYrKFl7+jqynIzoDFDUS1StX1ZtRGKTpCGaKbe6O8RrLqWXayhkQnqtrpSZia7ZrLKSuepv/V1GN2gDgTqRGCNpvQsVXllmSavXqYRuUg5CVbrZKS5KAIIZBbwF6wa/x7oo8SvWd1/mbtmSk+VlldGLzjE8W+SpGaEXR+jjAACCCBQ6AIEqwSrNoHoytR1A2apU8VgLSVYLfT3t5EmxbYCWCT1sf5R2UN3J4VL0TLxxYNy/IPTDKSuUHxt4SLbtgKux/xcsx7Q0oXQBMzVq/P6a3UsaE3M29XqNqFU8zIGq9Z8c5Q15+YqjY2vhHUEraG1nooQyLVAHQSrue6i7XqsWK1DfC6NQJ4LeAerzhA01qGU1feOcmmD1TT1Of/tLL/15TkwzUMAAQQQ8CVAsEqwGhfY8PgwDdxwnpYMP8AMWJ3BamIrgM4aMnmaBrR3n2OsWPX13stRISs0TYSp0VuwD4vfeu1cLZgcciWvLEw5FumjN+K3aVtlT9GTZlCbuKbrisQcCXCZfBeI/vCRmEfG4tIyla4aq+oZpWbonylYzVQ2uj2A8YuCq/WORz35rkT7ilPA2uLC7L35g35pbLWqzcMICOZIA5Nu1XeGr9H32crJi9R/Xh8lFmVZvyjzd3xmPIzwKm8uRU/aisNscRZbCRCsFufcp9cI+BHwF6wuUF/rl6zxz6XkRQTWZ+2QIUM0c+bMtCtW46ta48Gr9VlrnJJYeOC3Pj99pAwCCCCAQP4LEKwSrEYFNlZoaPl6nT9/lHrE9lRNBKvJSGYAO/cgTTTLpr4IVvPpje92W75t5Z7cbo/OsLLPvgrQ/MepXPbGdLmmeat2N9uKxHwyoi11ImAPXewrQ5JWmkbnUtpg1UfZeDDV427mX50MNBfNWiD2HimbvFrLRnTRmilD9dTJMzSii8uK1ZRb9d2DVeNW2OgP/9ZxK1xIrK7KeNwRrKatL9YemW1XLAx2v/3Wy4dg1UuI4wgUr4B3sJpsEw9G7b/ksf49YvxbpO+C6C+E0qxYTQ1WJet71md1/JdKPuor3pGj5wgggED9EiBYJViNP5wqsYdqdEuAdMGqtFy39RsvjXLfc5VgNZ8+JNIFq2Yiqhmlybf5J1ruXOFqbQRglIj9cJw2LCVYzacZUAhtSayijq4sXTXWWvWRKVh1zjNn2WhQZM7z3rFVsFfIsQ1GIejQxqIVsH7YT1nlWYNg1VZX9JcO1j6tsWDV93GP8quNX7ytjO8BGw0efuT6kDqv8SVY9RLiOALFK+ArWHWunk/6THX8kskestr3fbeI3Vbix45Fg1XHL5K86iveoaPnCCCAQL0SIFglWJUVlD7rZtHxAs25Y4A62I+Zq1tfUK802wEQrObTZ4SfFav2fSgdbXeuSmXFaj4Nbv1pS/zBUmO1qtT+gAlbF1NWnKbb50xSj7u1qP889XHZtzXzfq31h5Se1A+BpK0A4nv4FUCwqinqWVqupBWrmqzVy0aYD6wL8iJYDaJFWQSKSyCrYNUgioWrij2wynW1Iyy+SgAAIABJREFUqVuwajy9wP6QK6OqsjJVVlbKqGOOBpoPwApSX3GNGL1FAAEE6qcAwSrBqotA8orV5VOH6YPTE3uqLp96osasdwlcYzURrObTh0WaPVbjgZPHrdaOYDWxZ+UM9Y5tzJ9uj9XEqsPYXntsBZBPE6Nu22IEqbcfosrYDy3OfX8TjXPOz9h8Psztab2Osq6/FLhCh9kfvla3ClwdAd8CybeaWiuirNWm5k/6ZpBZGV+JlWYrAN8rUo0tUjOtaPVYsRoLVmPP1zaih/jqVd+djhUkWA0qRnkEikfAV7CaxJG87UnfBcbnXBovn3tCx/dTXVStMOorntGjpwgggED9ESBYJVj1DFa1YpKOm7QkUc5tFautFoLVfPqAMMKm86Sx/TWvzxWK3tDv3OfOCl9t7batDrSvmOpx99067IpViYcAmCsNrXqt7QPYCiCfZkB+tsU55xJbTyS3twbBqpnnJ//A1CP+oLX8VKFVCNgFjDB1oOaY+6tae/ZZq6CSQ0/jLCsssG3VYqYF2d7qX7Ng9eSnjFv/jQWry2Q0vyYvgtWa6HEuAvVbwDNYNX7JuqCvquOrT0MOVh0Pw5Lj3x1J+j6D2vo9YvQOAQQQqJ8CBKsEq6HPbILV0EmpEAEEEECg6AQST5s2u570kLfYClXj+9YP6/a9/8omR7fDiIebQfdQrVmwOqKL21YdPLyq6KYwHUaglgV8BauuS1LTfB6l7IlqfZbFfkmVsho/2sH4rf/O/rLHai3PAKpHAAEE8kOAYJVgNfSZSLAaOikVIoAAAgggUDACKStqra0K0jxpO1PHWLFaMMNOQxHIuYBnsGq0KOPDqxxN9gpWuzh+4WX+zst64KZL9wlWcz4nuCACCCBQFwIEqwSroc87gtXQSakQAQQQQACBAhFwPGXbHmwQrBbIGNJMBApDwFewWhhdoZUIIIAAAgUsQLBKsBr69CVYDZ2UChFAAAEEECggAZetALIIVY0OGytWR48eXUB9p6kIIIAAAggggAACxSRAsFpkwerpY+bnZH4P6n1ETq7DRRBAAAEEEECg/goQrNbfsaVnCCCAAAIIIIBAfRAgWC2yYHX6wpW1Pm9ZsVrrxFwAAQQQQACBohAgWC2KYaaTCCCAAAIIIIBAwQoQrBKshj55CVZDJ6VCBBBAAAEEilKAYLUoh51OI4AAAggggAACBSNAsEqwGvpkJVgNnZQKEUAAAQQQKEoBgtWiHHY6jQACCCCAAAIIFIwAwSrBauiTlWA1dFIqRAABBBBAoCgFCFaLctjpNAIIIIAAAgggUDACBKsEq6FPVoLV0EmpEAEEEEAAgaIUIFgtymGn0wgggAACCCCAQMEIEKwSrIY+WQlWQyelQgQQQAABBIpSgGC1KIedTiOAAAIIIIAAAgUjQLBKsBr6ZCVYDZ2UChFAAAEEECgKgblz52r9+vXxvkYiEV177bVF0Xc6iQACCCCAAAIIIFB4AgSrBKuhz1qC1dBJqRABBBBAAIGiFGDFalEOO51GAAEEEEAAAQQKRoBglWA19MlKsBo6KRUigAACCCBQlAIEq0U57HQaAQQQQAABBBAoGAGCVYLV0CcrwWropFSIAAIIIIBAUQoQrBblsNNpBBBAAAEEEECgYAQIVglWQ5+sBKuhk+ZFhYuHRtRHi1Q9o3detIdGIIAAAgjUfwGC1fo/xvQQAQQQQAABBBAoZAGCVYLVFIHlU0/UmBelLmfN0ozTOsSPb3h8mAbOXRv7urOGTJ6mAe1TAQlWC+MjYc3kMpWuGus7KCVYLYxxLZRWmvPviuWx5g7RouoZckb25pybKfW4e7Uqy7tk7FpK2cVDFTFOTnm5X6tQ3GgnAsUmQLBabCNOfxFAAAEEEEAAgcISIFglWE0WWDFJx1VIJ2iJ1vZMBKtmqLrsGM25Y4ASUav7ZCdYLYwPAYLVwhin+tnKxRpa9o6uriyXEZe6hvZGMDpBGqKZeqO/R7Dqsyy/HKifs4le1W8BgtX6Pb70DgEEEEAAAQQQKHQBglWCVZvABlWMHKx1A2apU8VgLY0Hq8t1W7+H1SnNClUnIcFqfn0sJK8M7KG7Vz8snVeq+GJBRVcEjl1V6rjVf40ml5VqXizUSg2loscT9bASML9GvnBaY87Ref21Oha0StG5tWrsanWbkJiD7j3yWXbNZJWVzlP/1ZXyWPxaOHC0FIEiECBYLYJBposIIIAAAggggEABCxCsEqzGBcxVqRvO05LhB5gBazxY3VihoeUvSB3Xas36WPGjx2vJ8B6uU59gNY8+EcwwaZXGutxmnbJi1bx1Wolbsh1BlDNYdX6dGo7lkQNNyWOBxRoa6aM3bLf7J+ZmaVK479YJv2VZrZrHU4CmIZBBgGCV6YEAAggggAACCCCQzwIEqwSrUQEzPF2v8+ePUg9FV67Gg1Vje4BJ7yf2VDXLPqjOo57RNd1TAQlW8+gtb4ajV+iwRdVyPnMqdSuAaMClWFnn8aRgynX1n3H+BHVjRWAeTYA8bop9D9QhtoeiJf0yIHnVdEpvfJdNntt5rELTEEDAIUCwypRAAAEEEEAAAQQQyGcBglWCVSkWpK4bYAWlbsGqNNEMXY2X47jDkGA1z97ysXDVeEyQ/SFAbnusOlf/rRqbCGRTg9UrZD16KNFjY6sBbrXOsxmQ982JbldxmBZVX613zC0ArHmXKVi1tgDwLstq6ryfAjQQgbQCRrD68s6fI4QAAgikFVhwfS90EEAAAQQQqDMBglWCVUnGHqrj9aybRccLNOcKaUL5C+oV32OVYLXO3rE1unDmFalm1dYKwNXdNMGxhUBqsOq+xUCNmsjJxSkQXwE9VqtK+2imm0KPu217sBoFovPZuyyrVYtzUhVTr2PvhbLJWr1shPlAuPr0IlitT6NJXxCoHQGC1dpxpVYEEEAAAX8CBKsEqy4CzuDUY2sARw2sWPX35st9qeQVfu6r+GwPpLLfnp3y5HaPW7Rz3zmuWEgCRpB6+yGqjO1PkVixOkO9k/rhnGex+XmYbeuAeHn3OZm+7kICo60IZBKoy2B1jab0LFV5ZZkmr16mEbWQ6hKsMvsRQMBLwF+w6vyFrPtDV9dM6anS8sroJR3/Fk5uR6b6rM9GR8sz1ufVS44jgAACCOSrAMEqwaqPYNXag/VBrYmVPiHN/qrGYYLVPHq72/exdP4DMdMWAVcs1xDHvqypD/+xhbBWl1NWFeaRBU3JIwHn3Em3hURNg9XUB2PlEQJNQSAkAYLVkCCpBgEEClTAO1hNc5dLykp/R7m0QWi6u2assJZgtUCnEs1GAAEEshIgWCVYzWriZDqJYDV00txWaIaxxjOsnKsHc9sMroYAAggg4EcgEaxO/lG5ymP7Y5RNXq1l8SWkjhDAGSasmaKepeWKrdFKrNKyvh8vb1+hOkcaaKxWtbWxbIiGaKZmJq1gtc5xXx3m1UNWrHoJcRwBBPwFqwvU1/q3bXzhQfLnkrmIYKY0ZMgQzZxp/I/bHTJSfFVr/HgiSI0uTKjZ5x4jigACCCBQWAIEqwSroc9YgtXQSXNaYerK1JxenoshgAACCAQSSISm0TBVjtvzHStarbDUCgTMr9/SmFjgYAUGZjhQGgtcXYNV49b/1K0ArPPjwa7zeoH6JhGsBgSjOAJFKOAdrCajxINR+y+ZrLDV+Gzsu0ARM2H1G6wmwtbkz2H7dbP75VIRDiddRgABBApOgGCVYDX0SUuwGjppDivkQT85xOZSCCCAQAgCqVsBJIWbXW83A4LEClaPlVSxcMEsf/JT0ZWsAYLV+IPlYucotl+hc3sZvx0nWPUrRTkEilfAV7Dq3B4raeW+43PRHrLG9oNP0nXWZTuYPlg1ChGuFu8specIIFCfBQhWCVZDn98Eq6GTUiECCCCAAAJpBDIHq3M0MPEglqQaEj/gW7e/2g9nH6xK0fqMB1pZ2wVkHyYQrDLxEUDASyCrYNWo1PELoPgvoLyCVdm2A4g1rqysTJWVlbZfYtlabdtuJdtfMnkZcBwBBBBAoO4ECFaLLFg9fcz8nMy2Qb2PyMl1uEiqwH1Pvg0LAgj4FLjklEN9lqQYAvkqkD5YNX+Al7Fvtn3FanI/km797y0jFU2Uz2rFaqIOlZWprLJSlTV4EjbBar7OO9qFQP4I+ApWk5qb2ELF+JzsuyC6t6rrK+UBV+7F4vuzOh7+Gi3t3IM1f+xoCQIIIIBAzQUIVt0MIzWHtdfgWZ1LgYg8zwrWyIi0bXuVpi9cGey8LEqzYjULtBBPWfPRtyHWRlUI1G+BLvu3rt8dpHdFIBBwj1WHiDNYtcKB6Mqt1Roa6aOZ1u2r8dtfjdWoxh6r9tWp0a+dIYKUKJvNYBCsZqPGOQgUl4BnsGp8di3oq+r4bf0hB6vOh2EZK1Rv76pl1vXiK1Zr9nlYXKNKbxFAAIHCESBYJVgNfbYSrIZOGqhCgtVAXBQucgGC1SKfAPWi+9GAYOXkReo/r4/KK6OdSrrd1HYbarzLLk+zjp44RENmztRKM1g1k9PoQ1yMV9lkLeo/T33KFQ9WZa/btrLL9eEwWXgTrGaBxikIFJmAr2DVdUlqmm1KUrYCsILYWDCq2IP9HM4pD+1zjkMNVu8X2ZDSXQQQQKCgBAhWCVZDn7AEq6GTBqqQYDUQF4WLXIBgtcgnAN2vPQH7lgKJpayBr0ewGpiMExAoOgHPYNUQyfjwKgeZV7DaJXFrv3Vmyt6pjuslHiBYdMNDhxFAAIF6L0CwSrAa+iQnWA2dNFCFBKuBuChc5AIEq0U+Aeh+rQlk3m/Q/2WNYHX06NH+T6AkAggggAACCCCAAAI5FCBYJVgNfboRrIZOGqhCgtVAXBQucgGC1SKfAHS/lgSs22bT3GYb4KoEqwGwKIoAAggggAACCCCQcwGCVYLV0CcdwWropIEqJFgNxEXhIhcgWC3yCUD3816AYDXvh4gGIoAAAggggAACRS1AsEqwGvobgGA1dNJAFeZnsLpWs089Qje/2l3XvfScBh0UqEshFrbacb4e2DhFvwqxZqoqTAGC1cIcN1pdPAIEq8Uz1vQUAQQQQAABBBAoRAGCVYLVFIHlU0/UmBelLmfN0ozTOkgrJum4SUtcpI7TxPmj1MNxhGC1bj8K3INVK1C0ty2XIWeaYPX9P6r/L6/Tf1zJ/LQvaFAatHzdjmXBX33pCJWe+1C8GwP+9I0m9rL3yj4vY+P9fvI5Vukjxv9H8y7qnEKy7v7j9evxKxLfP/svWj3p1/Gv/3fUHrrwUevL1DlFsFrws4wO1HMBgtV6PsB0DwEEEEAAAQQQKHABglWC1WQBI0StkE7QEq3tGQtWXYzM8FXjtWS4M1aVCFbr9lMhJViNh1uOVZpmqPmuLs3Jyk3vFatWQJYuQHNXDRqUBi1ft2NZ0Fc35te0rppnhJzxAN0xB825+aaOOHKF/pNmNbMVjKaGspJic9uaM86y0a8zr04mWC3oWUbji0CAYLUIBpkuIoAAAggggAACBSxAsEqwahPYoIqRg7VuwCx1qhispemC1Y0VGlr+gnpNnqYB7VMBCVbr9hMhOVj9h8a0/70q5HHreyz40vib1XX8dYnyjhWHidAzWu+74/+i3k/8Xje/Gu1zUvhlP/fI8zVAD6kiw1YA6YNVqw+Wq7Xq0GUV7pE36x8LL1WntO0mWK2b2ek2D51zyGWFshXIWuPqaLxzzlhfm/PwoOhqaKVZ6WpVRbBaNzOCqyLgV4Bg1a8U5RBAAAEEEEAAAQTqQoBglWA1LrDh8WEauOE8LRl+gBmwpgtWM61WNSojWK2Lt3LimknBqhUwOm6PTmmh7Zb8eDhqfG+ENMkIKuUMJBNhZ7S8MziLfZ0SdKa/vd89WHXW61z56hKUZmw3wWqdzE6XeRgd7//RAxtHaG2a/Xe9VzHb5uH4m/Xu+Ov0H8ecO+LI7vrPq7GtAlwCWoLVOpkRXBQB3wIEq76pKIgAAggggAACCCBQBwIEqwSrUQFzFep6nW/umRpdueoerC7Xbf3GS6Oe0TXd3WcswWodvJNtl3QLVuMrTVP2NI2tZPVYGWhUH72t2gpGHcGp83hsn8zECtcstwJw3OpttCM5bFPsoVjpV+Qmt5tgNZezM3n/U/sYWatVjX1TrTF0hu5WaOq1127yimbrFwPpVrM6t5ogWM3ljOBaCAQXIFgNbsYZCCCAAAIIIIAAArkTIFglWJViQeq6AVZYmj5YNVe1LjtGc+4YoA5p5inBau7ewG5X8rdi1bES1ApWMz74x7iav2D12OeiDxSqabDqumIxKWx1D1aTH1hkbzfBat3MzuQVzr9+2r73aZrQ3c9qa6uMuRK1qx4wt72Ibklx4XuOOZhmjhOs1s2M4KoIpBOYO3eu1q9fHz8ciUR07bXXAoYAAggggAACCCCAQF4KEKwSrEqKrkJ91s2i4wW2ENV7tapRBcFq3b7X/e2x6h2sJu1X2Sv/VqxGVyamBqWZ202wWlez0wq7j3Dsy5vcntT9c10fWhU7KXk1cuJhVjJ+QXDSkyo996FEuE+wWldDz3URqJEAK1ZrxMfJCCCAAAIIIIAAArUsQLBKsOoi4L5i1VytOvcgTTS3C0j/Ilit5XetR/XJwaotbEraX9JvsCpd99JzGnSQ87Zsj60AFH1wkHO/y8SK19ROZNxjNd721GDUGa5F60nXboLVnM3OpSPU/70RmndRZym+R6/bbf0uK1bjW1Y4t3hInrcdzbFeEX9oWtIcOn5x0hyUo6zlwIrVnM0ILoRAVgIEq1mxcRICCCCAAAIIIIBAjgQIVglWfQar0dWqa8+apRmnpdsEIFoVwWqO3r1pLpMSrJrlkvehjJ9q3frvuprPsXfl2eer4tE3k4NWW1ibdvWgcbEjb9YDv3lcF8YDT7/BqqR0+8JaVdiPO24JN4oMSGo3wWouZ2fyHqvp9kpNDVbTP7Qq3cPMEr1K2kPV2iogdtht9SvBai5nBNdCILgAwWpwM85AAAEEEEAAAQQQyJ0AwSrBauizjWA1dNJAFboHq4GqoDACRSNAsFo0Q01HC1SAYLVAB45mI4AAAggggAACRSJAsEqwGvpUJ1gNnTRQhQSrgbgoXOQCBKtFPgHoft4LEKzm/RDRQAQQQAABBBBAoKgFCFYJVkN/AxCshk4aqEKC1UBcFC5yAYLVIp8AdD/vBQhW836IaCACCCCAAAIIIFDUAgSrBKuhvwEIVkMnDVQhwWogLgoXuQDBapFPALqf9wIEq3k/RDQQAQQQQAABBIpMIBKJFFmP03e3urpaBKtFFqzOPbtdTt4ArS55OSfX4SKpAgSrzAoE/AsQrPq3oiQCdSFAsFoX6lwTAQQQQAABBBBIL0CwmrAhWE03T0IO3z2rcykQkedZwd7nEWnb9io9cf8lwc7LovTmFypEsJoFHKcggAACCCCAQJIAwSoTAgEEEEAAAQQQyC8BglWCVe8ZGX6mmfmaBKveY0IJBBBAAAEEEHARWKMpPUtVXlmmyauXaUSX+oVkBKsv7/x5/eoUvUEAAQQQyDuBBdf3yrs20SAE8lXAHqwaKzaL7eXsP1sBuM0AgtUavS9YsVojPk5GAAEEEEAggADBagAsiiKAAAIIIOAq4C9YXayhkT6aGa9hiBZVz1Bv82vr72NH9UMWqXpGtETSa/FQRfokarIfK5u8WstGKPaLU5/1Ma4I5FCAYDURGrIVQLqJR7Bao7ckwWqN+DgZAQQQQACBAAIEqwGwKIoAAggggICrgHew6gxVY9WUTdbqZSPUJcRgdciias3oHTCoZVwRyKEAwSrBqvd0I1j1NspQgmC1RnycjAACCCCAQGaBNVPUs7RclUapsiEaopmaGd8KIPqD38rJk/Wj8nLNlLVFgOMHwvgPgrFL2es0vhVfYWPVt0j95/VRuXlR43C1rn63p0pj30heXWPflsD6wdC+qsf/ALMVgH8rSiKAAAIIZC/gL1hdoL7WCtX4ilPr77ea/X0nWX9PW3+H1rS+7C04EwEvAYJVglWvOaJaeG5U5muyx6r3mFACAQQQQAABBBT/wcsKRuM/2KUGqNGw09h0NfbDmnWOFaJa4an59VsaE/thcc2UaGAaXTGTCGSdX7uFqSc/FT03fm3ntQKOIcFqQDCKI4AAAghkJeAdrCZXa/1dqYwrVv3/UjFeX/wXm24rVv3XlxUCJyHgU4BglWDVe6qwYtXbKEMJVqzWiI+TEUAAAQQQSC8QC1IToalzKwBHiGrUlPacND+gJZVfHd1PLuUHx8S5rkFsrLySQtrgA0uwGtyMMxBAAAEEggv4Clad+6Im3f2R5tZ9+QlDnatVjfbXpL7g/ecMBIIIEKwSrHrPlyIPVp+f83cNWyH98NRe+tsJraJer7+qQ2duiNslHXOIEqx6TzFKIIAAAgggkI2AFWIGCVbjq2BSLpj4YW/x0Iicz9CIXiNosGrkuEZdxgraOdLAUpVX+vmh0l2DYDWbWcI5CCCAAAJBBbIKVo2LOLfWsS5s22InesdHhhZZgW26usycNbENkGd9QTtPeQQCChCsEqx6T5liDlaNAPVJ6TRt0Ds/tYLVjzX6srfVZeyxGryvpE/f1ekTNupk62uCVe85RQkEEEAAAQTCEAhlxWpyQ5JXnDpXuAYPVq0VsiorU1llpSrTPRHZhwfBqg8kiiCAAAII1FjAV7CadBXnVjnOJiRWnGYOQsMuV2MKKkDAU4BglWDVc5IU7x6rmzXr5qVac0ovdXlyqZ6yglUzSN2s4fceqWNNPUfQSrDqPacogQACCCCAQBgC1ooVrz1Wk1a9uGwPYGuLM1i1Vq9mu2I1+fZF+4OsggMQrAY34wwEEEAAgeACnsGq8YvNBX1VHV966ghWS6eo5+1dtcw6Hl9h6vH3YLrVqsb52dQXvOucgUBgAYJVglXvSVOkK1bXPfu8Tvr4UL09sKUZsMaDVUnR7QE6aNq9XbXWccwJylYA3lOMEggggAACCGQtYN/jrWyyFvWfpz7l0uTVyzSiS5oQ1XYLYfy66R6QMWSIhsycqZVZbgVg1J/6UI/sekuwmp0bZyGAAAIIBBPwFaw698wxLxHb7sbt71nz8KJYGJt5H9WUVa2e9QXrH6URCFOAYJVg1Xs+FWOwmrQqNbpy1R6sGmjW3qvav5uevq6rOqWRJFj1nmKUQAABBBBAoF4LpGxZkF1vCVazc+MsBBBAAIFgAp7BqlFdxodXpR5P7Idunhx9GKRsK1jj9WV+mKTVk+T6gvWP0giEKUCwSrDqPZ+KLli1tgD4rW453OBxBqvGrf+vSEOix82VrQulq9lj1XsuUQIBBBBAAIEiFLC2E6jpAzYIVotw8tBlBBBAoA4EfAWrddAuLolAPgoQrBKses/LogtWo8Hp424y+3fTtJ9u1LB/t7etUnVf0WqdzopV7ylGCQQQQAABBOqvgLUqJ80KnAAdN4LV0aNHBziDoggggAACCCCAAAK1KUCwSrDqPb+KLlh1kjiC09df1aEzpWnWw6vMbQNW6ZDYCtaUs1+oUKtLXvZ2pgQCCCCAAAIIIJBBgGCV6YEAAggggAACCOSXAMEqwar3jCRYTfPwqgTdD0/tpb+d0MrVkhWr3lOMEggggAACCCDgLUCw6m1ECQQQQAABBBBAIJcCBKsEq97zLU+D1c3f79a27dVq1iSils1KvPthLxGRtm2v0hP3XxLsvCxKE6xmgcYpCCCAAAIIIJAiQLDKpEAAAQQQQAABBPJLgGCVYNV7RuZpsPrpV7v04murdfSPS9WiWcBwlWDVe9wpgQACCCCAAAJ5JUCwmlfDQWMQQAABBBBAAAEVe7DqnAJPvPa9Ply3Rtt2VOmbzdu0ZdsOs4gRLUYixn8R8/9LSiLm/5eUlET/v7pau3ZXKdL3qNLqTPPKqKS2X9EmhvjKdXUu13Pr08bPq/TS66vNjh5zRNdg4SrBaogThKoQQAABBBBAIBcCBKu5UOYaCCCAAAIIIICAf4FiDlbtfbfEFv53K8FqyvTJ02D1w8+q9OJr78Sbe/yRh/oPVwlW/X9KUBIBBBBAAAEE8kKAYDUvhoFGIIAAAggggAACcQG3cLEYeKqrq5NW6xKsZhr1PA5Wl/7f20ktP+ln3bRv2wbeczgWrM49u5132RBKtLrk5RBqoQoEEEAAAQQQKGYBgtViHn36jgACCCCAAAL5KECwmjwqrFh1m6V5HKzOenxJvMVnn3yc9tqjRHu28vEgq1iwOn3hylp/Xz77yioN6n1ErV+HCyCAAAIIIIBA/RKYO3eu1q9fH++U8Q93Y3UALwQQQAABBBBIFWjZsqWGDx8ODQI5FSBYJVj1nnAFEKz2O6GXGaru3aaBSnzkqsY2tNu2V4lg1Xv4KYEAAggggAAC+SHAitXcjgPeufPGOnfWxpXwzp031rmzZm7n1pqrIWAIsMeq33mQ58Fq4FDVHH2CVb/DTzkEEEAAAQQQyA8BfkDP7TjgnTtvrHNnTfiEdW4Fcns1Pkty683VEHATeOK173l4VQpMngarX3yzW998t1stm0X8r1S1OkewyicAAggggAACCBSYAD8w5nbA8M6dN9a5syZYxTq3Arm9Gp8lufXmaggQrPqdA3karPptvms5gtUa8XEyAggggAACCORegB8Yc2uOd+68sc6dNcEq1rkVyO3V+CzJrTdXQ4Bg1e8cIFj1K+VajodX1YiPkxFAAAEEEEAgJsAPjLmdCnjnzhvr3FkTrGKdW4HcXo3Pktx6czUECFb9zgGCVb9SBKs1kuJkBBBAAAEEEMgkcN999+mSSy4BKUcCeOcIWhLWubM2roR37ryxzp01czu31lwNgXQC7LHqJlPkweryqSdqzItSl7NmacZpHaJCKybpuElLYlqdNWTyNA1o7z6tWLHKBw4CCCCAAAIIIIAAAggggAACCCCAQH0XIFglWE0WMAJqwKCtAAAgAElEQVTUCukELdHanrFg1QxV30+EqebX0sT5o9TDxY9gtb5/bNA/BBBAAAEEEEAAAQQQQAABBBBAAAGCVYJVm8AGVYwcrHUDZqlTxWAtjQWrGx4fpoHLjtGcOwYoun51uW7r97A6pVm1SrDKBwsCCCCAAAIIIIAAAggggAACCCCAQH0XIFglWI0LmAHqhvO0ZPgBZsBqBavRbQDsK1SNYHW8NOoZXdM9FZBgtb5/bNA/BBBAAAEEEEAAAQQQQAABBBBAAAGCVYLVqMDGCg0tX6/zzdv7oytX48GqsUY1tu9qtHBndem4Vp0HEKzyEYIAAggggAACCCCAAAIIIIAAAgggUJwCBKsEq1IsSF0XD0pTg9VkJlasFufHBb1GAAEEEEAAAQQQQAABBBBAAAEEELAECFYJVmN7po7Xs24WHS+w7a0aK8DDq/gEQQABBBBAAAEEEEAAAQQQQAABBBAocgGCVYJVF4FMK1ajq1XXnjVLM06LPsrK+WKP1SL/VKH7CCCAAAIIIIAAAggggAACCCCAQBEIEKwSrHoHq+b+qw9qTaxklwyhqlGEYLUIPjnoIgIIIIAAAggggAACCCCAAAIIIFDkAjkLVj/5aou+3rxde7Zqov3atgiVPaJIqPX5ra5q125tivWpQYOStG3wbF2swKp1X6bU8cNOe5nfW/fJN9q6bWfS8eZNG6nTfnv463tE2ra9StMXrvRXvgalCFZrgMepCCCAAAIIIIAAAggggAACCCCAAAIFIZCzYHXV+q+0at0X6hYLCu06zRo3VItmjbRnq6Zq2MAzhkyBrYtg1QhVv9j0vc68YLj+PHtqxrDYs0e2YPXN97/Q/xy0l6w/jfDUClSN79lfRjnj5StgJVgtiDckjUQAAQQQQAABBBBAAAEEEEAAAQQQKAyBOglWjYDVeO3atUs7duzQa//5t5a9+Lz++uiMrFazZhOsrlqfvDq0W8d2iRHzSEKtUPWMCy7T8CuulbGqtFsn2/mSdjZqpy8//cDsT02CVaNRzkDVObWMgNVa2Zp22hGsFsY7klYigAACCCCAAAIIIIAAAggggAACCBSEQF4Eqzt37lRVVZV6/r+uatOyifZo2UTNmzT0DZhtsPpWLOA1g1GfwaozVDUa6Ras3jjlT7rlxuu1fs2b2nfP5pn7kmHFqhWsWqtTnRVZK1sJVn1PFwoigAACCCCAAAIIIIAAAggggAACCCBQY4G8C1bH3XSHnnx8vl7998tm5xqURMx9Wfdukz6c9BusOlepBglWP/nS2CN2m9mmYSNGmitVrZc9WP3o6yo1iuzQ8cf/WuVj71KvHoerfbsmapRhD1ZjSavb/qpW/VZ46jT4fNPW+JYBfoPV08fMr/Gk8VPBoN5H+ClGGQQQQAABBBBAAAEEEEAAAQQQQAABBApSIO+C1dfe/UiNGzeOY27e/K16/KSLunZokxY4SLBqD1ODBKtG8GmUv+GGGzRu3LikttiD1RnzXlT/3x6nxru36qLLrtZb76zRP56cp30yBMNWsOp2y799v9UwglUeXlWQ71MajQACCCCAQD0RWKyhkT6aGe/NEC2qnqHe8a+9jtsZ1mhKz1KVVzpohixS9YxEjfUELsRu+DNeM6WnSi1cTD38wzRlXmc/2TONA67ZuYZpyhhkNwbGWT4+Y9ZMUc/ScsX/SiybrNXLRqhL9hflTAQQ8CmQ98Hqnx6coemTJ2S8nT5TsJpplWqYwar18K3+Z1+g1nu11503jdFRZT9T/8FX6eKB/dR5/z3SD0lsxSrBqs9ZSzEEEEAAAQQQKEAB5w+GsS7Ef/jzOu7sMj+kB58Efo0d5QhWM1CHbcq8Dj6v3YIn5+cLrsFdveZ2UNOg5YO3uH6e4TUORu46VJE+iV9ZRh2cv7isnzr0CoF8EMjrYPX9tWs04LcnaJ9WETVu1CCtl1ewmm6VapjB6l1TZ2rsqEvVtdN+mvbY8yo7olRHdOuoKQ8/rV9176ZDDmxLsJoPM542IIAAAggggEAdCRg/HC5QX2uFavwHQeuHP6/j6YJVfnj0P6D+jBcPjcj4GX3IkCGaOdP4H1YBpzcO29QKn5jX/ue1Faxm+nzBNZhnbZgyBsHHIMg4SGWTV2vZCNaoZufMWQhkL1AnwepRv+qlDR9+ICM4NV577tlWvU7oo79WPCJjK4BIRPr73+bp7tsmqFH192rbumnGHjqDVb+rVMMMVm+9c6omjrlSpbZg9ceHdIiHrIf6CFYvKR9l9vPSEaN035Tbzf//4+Tb4vuoshVA9hOdMxFAAAEEEEAgvwTit5qnuV3R67jktvqJMCrIKLsaW4G3Eab2XRBdBUWw6pu15qbMa9/YGQqmjgOuNXWtuSljUNMxMM5PGQdrCwBu/Q+DlzoQyEqgToLVA/ZppUYNS9Qktgq1ale1Nm/driat91OLli312aefqOr7b7Rnq6Zq2jj9SlWrx27Bqp9VqmEGqy2bNTLb2y/LrQC2fl+lLdt36gvbA6mMINX+gCqC1azmOCchgAACCCCAQL4IOG9XdP4g6HU8qR9pbivl9sfMo53R2LGizB6ysm9tetdQTZnXWX9c+RoHZ+38Miajd6imzO1amdvWGJWVqayyMrHHKr8Qy5qbExEIKlAnwWq3ju63xW/fuUvVu6WGDUvUsEHEd1+MYDWbVaphBqvdOrUz22t/eNXgS67S26vX+np4ldVZ4yFZxl6rxkOrjIdiGW20viZY9T0lKIgAAggggAAC+Sjgtg+cPVz1Op6pT7YHdwxZVC1ywDRYGYwVe2BV/HZSglV/76LaNGVe+xsDo1SQzw9c/bnWpilj4G8MvOa26/6q0arZGsA/MSURqIlAXgWr2XbEClaDrlINEqx+8uUWfb15m9nEy668RpdcfnW8uUYAagWrH31dpUaRHerVq5euHDdFx5X9WPu3baxGDUrSd8+WIWcKVt0qsIewGf0i0rbtVZq+cGW2zL7Pe/aVVRrU+wjf5SmIAAIIIIAAAsUokHggh3sQ6nXcaZZYDUWw6nc+JRv3XRDdW9X1xW2mPlHDNmVe+4R3FPP6/MA1uGvYpoxB8DEwznCMg2IPrnL7JSWrVrMj5iwEAgoQrErmytBuHaMrTs1XhsWyVbt264tN3+vsi0bEw1V7sGpVMWbSA7r79lv0/rtvaN89m2ceFp/BqhGi2l/GqtbwgtUNqhg5WDPX265w9HgtGd4j+o2NFRpa/qCiu+JKJ4x6Rtd0d+8WwWrAdyHFEUAAAQQQKAYBY1XNgr6qji8ldfnhMNPx3g4kY7XT7V21zKovvvqpTJNXLxPP73CZVB5jQLCaxRsxbFPmdRaDEFutmunzo5TPi8CwXp/ZQU2Z24GHwDzBzziUlqvStg1OfB9WgtXszDkLgYAC9SpYDdj3pOJ+g1XjJGe46haslrTcXx99sFr7tW2RKaeNtsFnsOrWv7CD1XUD3ALT5bqt33itPWuWZpzWQVoxScdNel9DJk/TgPaprSJYrclM5FwEEEAAAQTqqUDa2xVjexx6HY+v0okFp5qinuYPk44XP0imn0Cexo5T2QrA+81YY1PrFwzMa2/sDCW8xsF223lSLXxeZP954WnK3K7RnLZO9prbrg9yNE7ml4yh+FMJAj4E6k2w6qOv/ov42N7VHq4++sAUM0BN9/Kszkewmqnx1n6sGTvouRVAdMWqa7BqBqnSxPmjFF2/mqGsJIJV/1ONkggggAACCBSVgNfDqTIed/yQ3iV1T0X2k/Mxm7zGwF4FwaoPUJe9PTNtm5Biyrz2h+yjlNfcdhzn86K2TZnbPoT9FfGa2ynhKqGqP1hKIRCOQM6C1U++MvYo3a49WzXJGEJm0y1jj9VQXz6rM8LVTZu3qU2rpmqYYQ9Vz+ocwarVF2Ml7LpPvtHWbTszdq9500bqtN8emQl8BquJrQA6x1ekbnh8mAYuO0Zz7higDrZgdWnP2ApWx5UJVkOdjVSGAAIIIIAAAggggAACCCCAAAIIIJCHAjkLVmuz73UVrPrtU5Bg1aqzNvoU5OFVZpg69yBzleoBKcGqtHzqiXqoA8Gq3zlAOQQQQAABBBBAAAEEEEAAAQQQQACB+iVAsOo2np5JaLBJ4FmdS4G6Dlal6L6qGvWMzt7AitVgI05pBBBAAAEEEEAAAQQQQAABBBBAAIH6LkCwSrDqPsc3Vmho+QvqZTyg6iP2WK3vHwT0DwEEEEAAAQQQQAABBBBAAAEEEEAgmADBKsGqKbB86jB9cPo0DWgfBTFu9R+z/oLYvqqJ1avXdJeU8jCrZET2WA32JqQ0AggggAACCCCAAAIIIIAAAggggEDhCRCsEqxGBcywdElCo6MVqsa+Za5gfVBrzC8TD7Zy4yNYLbwPAlqMAAIIIIAAAggggAACCCCAAAIIIBBMgGCVYDXYjPFRmmDVBxJFEEAAAQQQQAABBBBAAAEEEEAAAQQKWoBglWA19AlMsBo6KRUigAACCCCAAAIIIIAAAggggAACCOSZAMEqwWroU5JgNXRSKkQAAQQQQAABBBBAAAEEEEAAAQQQyDMBglWC1dCnJMFq6KRUiAACCCCAAAIIIIAAAggggAACCCCQZwIEq0UWrJ4+Zn5OpuCg3kfk5DpcBAEEEEAAAQQQQAABBBBAAAEEEEAAgboQIFgtsmB1+sKVtT7PWLFa68RcAAEEEEAAAQQQQAABBBBAAAEEEECgjgUIVglWQ5+CBKuhk1IhAggggAACCCCAAAIIIIAAAggggECeCRCsEqyGPiUJVkMnpUIEEEAAAQQQQAABBBBAAAEEEEAAgTwTIFglWA19ShKshk5KhQgggAACCCCAAAIIIIAAAggggAACeSZAsEqwGvqUJFgNnZQKEUAAAQQQQAABBBBAAAEEEEAAAQTyTIBglWA19ClJsBo6KRUigAACCCCAAAIIIIAAAggggAACCOSZQFEEq+07dtat0+areYuWcf55D92rl5Y+ZX7/4w3rNGrI7+LHjPIT7nlEs6ZM1LLnF5nf73lsH1127S1q3KSp+fUnH32gay/up83fbvIc0ohXCZcCEXme5VVr8vGItG17laYvXBnsvCxKE6xmgcYpCCCAAAIIIIAAAggggAACCCCAAAIFJVA0wWo8KF0aDUqNlxWgqlp65u9/VsXsqUnft4JVI1QdeuUNmnHXuHjQev3tD2rW1Ina+MFazwH3jEjzIljdoIqRgzVzva07R4/XkuE94t/Y8PgwDZy7Vl3OmqUZp3VI22+CVc8pQQEEEEAAAQQQQAABBBBAAAEEEEAAgQIXIFi95xEtf+EZ/c9Pumvs5edo8zeb4oGrEay+/mqlbp0+Xy8+u1AVD0WD16CvQgpW1w14Rtd0d/ZwuW7rN15rzxqvXsvGa2lPgtWgc4DyCCCAAAIIIIAAAggggAACCCCAAAL1S4BgNXbL/2/PGKxPP96gO8eNSApWjeEePGKMGbr6WZ3qNj0KP1i1ehVd1UqwWr8+BOgNAggggAACCCCAAAIIIIAAAggggEBwgaIJVu17rG7d8p2uHdbP1LK2CFj33tuu/2+U6Tfwkuhq1m836arxU1R2zEnasX2b7r11dHxrgEz0hRSsJrYC6Kwhk6dpQHt7zwhWg7/FOAMBBBBAAAEEEEAAAQQQQAABBBBAoD4KFE2wmmmPVXMv1aWLNGDQcB3Z4xhNuenqeMhqDLpzxWr7A1MfblX4wWpyD6L7qR6kifNHybbLKitW6+OnAH1CAAEEEEAAAQQQQAABBBBAAAEEEAgsQLAa2wrACFZb7dHG3E/1v6+8pB7HnCgjcLWvZF32fPTBV8UQrErRfVU1yr7nKitWA7/DOAEBBBBAAAEEEEAAAQQQQAABBBBAoF4KEKzaglVjhHv26qPLrr3FHGzrVn/j9v8jfvZLXXNxP3Of1aIIVjdWaGj5C+qVtB0AwWq9/BSgUwgggAACCCCAAAIIIIAAAggggAACgQWKJli177FqKFW+8LQee3BK/JZ/Y8Wq9brqhin6aY9jkvZQHXD+cPU//7J4GeP8O8eP8AVeCHusLp86TB+cnthTdfnUEzVm/QWac8cAdYj3kmDV14BTCAEEEEAAAQQQQAABBBBAAAEEEECg3gsURbAaeBQ9k9BgNXpW51IgIs+zAjdi2/YqTV+40v28FZN03KQliWMd7aFqdFuAZx1ndjlrlmaclohdrcPPvrJKg3ofEax9lEYAAQQQQAABBBBAAAEEEEAAAQQQQKCABAhW3QYr/Ewz85TIh2A1xElLsBoiJlUhgAACCCCAAAIIIIAAAggggAACCOSlAMEqwWroE5NgNXRSKkQAAQQQQAABBBBAAAEEEEAAAQQQyDMBglWC1dCnJMFq6KRUiAACCCCAAAIIIIAAAggggAACCCCQZwIEqwSroU9JgtXQSakQAQQQQAABBBBAAAEEEEAAAQQQQCDPBAhWiyxYPX3M/JxMQR5elRNmLoIAAggggAACCCCAAAIIIIAAAgggUEcCBKtFFqxOX7iy1qcaK1ZrnZgLIIAAAggggAACCCCAAAIIIIAAAgjUsQDBKsFq6FOQYDV0UipEAAEEEEAAAQQQQAABBBBAAAEEEMgzAYJVgtXQpyTBauikVIgAAggggAACCCCAAAIIIIAAAgggkGcCBKsEq6FPSYLV0EmpEAEEEEAAAQQQQAABBBBAAAEEEEAgzwQIVglWQ5+SBKuhk1IhAggggAACCCCAAAIIIIAAAggggECeCRCsEqyGPiUJVkMnpUIEEEAAAQQQQAABBBBAAAEEEEAAgTwTIFglWA19ShKshk5KhQgggAACCCCAAAIIIIAAAggggAACeSZAsEqwGhPYoIqRgzVzvQ3k6PFaMryH+Y0Njw/TwLlr4wdPGPWMrunuPpsJVvPsXU5zEEAAAQQQQAABBBBAAAEEEEAAAQRCFyBYJVhNClbXDXAJTDdWaOjd0tg7BqhDPGQ9SBPnj1I0dk1+EayG/j6lQgQQQAABBBBAAAEEEEAAAQQQQACBPBMgWCVY9Q5WnUZG0Fr+gnpNnqYB7QlW8+w9TXMQQAABBBBAAAEEEEAAAQQQQAABBHIgQLBKsJoUrCa2AuisIWmCU62YpOMmiRWrOXiDcgkEEEAAAQQQQAABBBBAAAEEEEAAgfwUIFglWHWdmdE9Vd1u94/uxbq05yzNOM3YGCD1xVYA+flmp1UIIIAAAggggAACCCCAAAIIIIAAAuEJFEWwOmDQcJ3S73xdO6yfNq5PPIDJYLzqhinq3PWHuvbiftr8zaaobCQBPOD84fpN//N1zcX9tPGDtbpq/BSVHXNS0gh8v/U7ndPnyLSjYqvOvYxLgYi9EWGMd0Tatr1K0xeu9Fnbct3Wb7zkeEjV8qknasz6CzQntt8qwapPToohgAACCCCAAAIIIIAAAggggAACCNQrgXodrLbao41unT5fVTt3qlnzFrrhqkFJwWr7jp1167T5+vabr1KC1VatXc79IDmUNWbCyPFTzAlxx/gR9StYddlH1U+oaiCwYrVefUbQGQQQQAABBBBAAAEEEEAAAQQQQAABF4F6Haxa/TUC1HF3zk4JVo3Vqo0aNdZ+7Q/Q2MvPcV2x2v5A27mOYNU6duNVg7TBJXS1rl8IK1aXTx2mD05PPIwqOUSN3v4/U5lXqlr9JVjlswYBBBBAAAEEEEAAAQQQQAABBBBAoL4LFG2w2rNXH53U9yw9vWCu+g28xAxW+5x+ro4+4dTo6tVvo9sCZApWjW0CDujUJeNqVaOOQghWow+kWpKY7x1tIarzmFXq6PFaMrxHynuEYLW+f2zQPwQQQAABBBBAAAEEEEAAAQQQQACBogxWjS0CJtzziObPuc+cAdkEq8ZWAUYdf3n4Pr20dFHGmVQQwWqI7wWC1RAxqQoBBBBAAAEEEEAAAQQQQAABBBBAIC8FijJYNbYAMF53jhshY+WqFay6Pbwq3YrVnsdGV7yOHXGO58ASrHoSUQABBBBAAAEEEEAAAQQQQAABBBBAAIGCEii6YNUYHeOBVc1btEwaqE8++iDxACtbEpouWL1q/BRtWLdGFQ9N9RxwglVPIgoggAACCCCAAAIIIIAAAggggAACCCBQUALOYHXVv5Z7tr9bjx6KVFdr1+4qRfoeVVqd6YyIZ6roeT3PAhGPXUzTPbzKqNi+YtXvHqvWNgDGVgLLns+8DYBxDU8ClwJeffJEcRaISNu2V2n6wpWBTw16AlsBBBWjPAIIIIAAAggggAACCCCAAAIIIIBAoQm4rVh9p/L5tN34ybEnqKQkUtzBaqYHWrnJ5VOwevqY+TmZo4N6H5GT63ARBBBAAAEEEEAAAQQQQAABBBBAAAEE6kIg3VYArz3395Tm/Kz36SopKSm8YDUwrGcSGqxGz+pYsRoMlNIIIIAAAggggAACCCCAAAIIIIAAAgjUsUCmPVaX//3heOuO/t35ikQiBKvZjBfBajZqnIMAAggggAACCCCAAAIIIIAAAggggED+Cng9vGrp3Ht1/NnDo6tUCVazG0iC1ezcOAsBBBBAAAEEEEAAAQQQQAABBBBAAIF8FfAKVo0w1cgFCVZrMIIEqzXA41QEEEAAAQQQQAABBBBAAAEEEEAAAQTyUIBg1W1QPJPQYCPpWR17rAYDpTQCCCCAAAIIIIAAAggggAACCCCAAAJ1LECwSrAa+hR89pVVGtT7iNDrpUIEEEAAAQQQQAABBBBAAAEEEEAAAQTyRYBglWA19LlIsBo6KRUigAACCCCAAAIIIIAAAggggAACCOSZAMEqwWpMYIMqRg7WzPU2kKPHa8nwHuY3Njw+TAPnro0dPE4T549S9Ejqi2A1z97lNAcBBBBAAAEEEEAAAQQQQAABBBBAIHSBehmstu/YWbdOm6/mLVrGwSpfeFp3jhuRBNizVx8NvfIGzbhrnJYtXZQ4FpHaH9hZE+55RLOmTNSy523HshiCfNpj9YRLH8miB/XjlOFn/aJ+dCTkXkyd+6+Qa6Q6BFIFunTZHxYEEEAAAQQQyFKgqsneWZ7JaQgggAACCCBQE4GG2z/PePo/V35Vk+oV6XtUaXWmGiKeqWKNrm+eHFHyRYxgNR6K2gNTv5eqx8Hqn5e861ehXpWb/bdXRLCaOqRGqDro9J/Vq7HO1BljHtDf3A63Yf5lVfPcXpSrIYAAAgggUGACn35u3Rnm3vAWjVsUWI9oLgL5K7Bl0yZ99/XX2r51S/42kpYhEBNo0qSpWrRrp5Z77olJHQls2ZH5s2LPPTvVqGUEqz74PLNllwLOsNjHZTIXiUjbtlfpjr+8VeOqCrGCZ5//PzNQa9GkpBCbH2qbq3ZXa/vOahmB1wm9jgy17nysrHnjiPZsXlKU/f1lz/+XMiS77j9IDS56v1aHqnWzEu3bOmr+XSRx50CtXpTKEUAAAQQQKGCBDz5ao2lX9XXtwbA7F6hV09YF3DuajkB+CXz49pv6w/BTdcB+e6tBgwbGSi1eCOSdgDEtjYWKn335na6/Y772K+2ad20slgZt3vZtxr+jiypYtVayfvX5p9p3/wN1141XaPjoW6O3+y9dJGNrgMuuvUWNmzTVayuWqVPpofGtACbN+KsOPuRH5rx5752VmnD1YN06fb5efHahKh6aan5/wPnDdfQJp+rSs36dNL88P6dzGKzeXqTB6j9iwWqzxjUMVjf8S70HvaT/HvxLLZv+C3UusE+SXburtaMqFqoe6zNU/fgVXTRVuv7mn+mAAutv8ya2ULXI+tv950ckjVbD2Z2lH54tvfWo9jtqsD755yxVDcq8Oiab4W7TokQd2jQwQ9UdjfkhMBtDzkEAAQQQKD6BNevfNX9oe/vjbSmdnzL3ae3RgpVKxTcr6HFtCax97T+6c+xZKmnQUE2bNFIJyWptUVNvTQRKStSgJKIGDUo06Mpp6vzj5J/valI15wYT+GbL1xn/jq63wapzj9V5D92rl5Y+Ze69+t8VL5n7rdq3DFj33tvmsSfnP2QGpVeNn6Kf9jhG9946OmmPVfveqx06HqwjexyjUUN/Z46KEb6+uvyFeNBqDVU+BauT5ruvWP3Vuffof/90edLscvuen+kX5LwgZe3XDtre516Irlht0shzNCR9penDZmvCe/YrHqo5z56s4z98WX0Gv6TXDv6lXpr2cx3kB8Rnmeduu1MDl0hnjL9Kd5Y5T7LatJfGzhqoi7NIOHdVS1WxUPXXbiHjx69oyNXL9bZ16QN76FEjTDW+P1UaG2qw+pUqrlskDT9HA35gXXCNbj3nKSV2NO6qWx/prRQKn55GqNo2tlK1MPrbTpfebvfw2dFYMXt/f3xk6l+6TVeMUcnbc/XTq2/Uv2+/3gxX//bl6ebZVVVV2rFzu7Zv36bt27aZfxpf9xsQ/Wzz+2rXskQd20VD1Qg/APploxwCCCCAAAJ6c82qjD+0tWnZzlPplSfm6Ge/GehZjgIIFLvAe/99Vbdd20/VkYiaNWuhhg39/IxYeGr1s1eFNw7ZtrgkUqKSkhI1atTADFYP/onPhVHZXrDIznvv1RU6+Mjuvnq96bsvizNYddtj1bn3qv1rQ7PfwEs09vJztPnbTSkPrzJWo/Y//zITfcf2bWbgaoSx4+6crRuvGmR+v3zsnbrhqkHm+faX5wdaDles3pYmWD3m3Hv0gi1YNb42Xvbv+ZlxQc8LWt5qg9t5zj7Y27skFqw28vxLc7VGnrhQFdpLY2YN1NAOkja8rFMGv6RDx12lOw6M/v9rnX+pF0MOVpdMulPnL5EGGNexpYnW96P9sbXLz4DEyuyulnbtiq5UPf6Y1NvDpTW67dxFUvnluib2eb18+tPSxSepx8crNORe6fqbusvgCOf1lSr+sFi67OxEsPrxCt3274N1zW/ampfY8MSjOvtfXfVoFtc1tnxo2yJ6K3pB9XdeO936p5PUIyCyvb/dfvLjlLPbzNQkR/YAACAASURBVO1ifs8IVXe3GqSSzbPNcNV4lV7zvnbu2q2dVbtVVRX989stOzT1wb/pzIHn+m7J3q0a6OC9G5rmTdt4//Dnu2IKIoAAAgggUAQC/7fqzfgPbcYKVfu2AMZWAF7B6psvLNSWzV8TrBbBXKGLNRcwgtVbr/m9+fNR42bN1ahhw5pXWsQ1NG3S0Nx2MN2fRUxTo643bBBRowZGsNpIF4wkWK0RpsvJRrD6/dZv9aOjjvOs2h6suv0dXW9XrIYZrBrKg0eMMUPXbzd9ZT4Ya/6c+8yVrCPHT0kahDvGj0gZlEILVq3Q0uhIkGA1m/OyOcdol9t5foLVBg08RmP5U+p4w9tS51/qhftsK1I3vKz7P/y5LjrgZZ16oRGsHqr+elvzYndS//iCQVrYPxoIGkGsWcaaCb1O1fpRpRmPvT9vjo558AvH3DlUDz59sqJv8690/yWzNXHtXhrzwEBdFCDhrK6Wdu+OhqrHuYaqkj5eoaGjvtT5bqGecexeqdcByzVtmdGWdho2yRaIyghJH9G0D/wes5ePdfnAHnrEGaBmalOGjz4jZGwXC1WLrb+df3R4Wpl2r41Rw3cq4itW9/3lBWrVc6x27tqlqp3V0XB1527tqKrSt1t26t5Z83XGoAs8/5IxCuy3RwMdsm8jc47tsfc+vs6hEAIIIIAAAggkBJa//nrWweq6V/9phqoEq8woBPwJGMHqzaN+p6pdu9W4SXM1bESw6k8utdRfKip07nnn6E8PP+L65/fbd2ZbddGf16hBAzVuFFHjRo00eOR0VqyGPCOsYHXb1m/10xNPy1g7werSxI3FmVasZtoKwLjl39g79dqL++nwI8s09MobNOOucWaw+stefXTGBeXmIDz24GS9ZLueNTL5FKwOve911wlzwZX36cG7LpHxp/1lfM/PKx/Os/rg1t7333zd3AqgpMRjNP71lDoZwar16nWq1l0dC0WN7xmh6UUv6XXtpT/cbwScqzWq90LN06GatfhkHWcdj523zghMZ3+hwwcN0sKy1dFz3Y71b6slt9+pwUul/uOu0qRfOHvxle6/dLZuWmtd18+oSNWSqmOhapfD0odu0lo9UP60PjzlTN1wvGMPr8/+rXE3v6IDBl+iCw+T9MY/NHDxnrpt1E+1n6T/PnKfHt8vdp7vY19r8aRnpPPPUO80Odwnzz2ma/6vS/w6fnq8b+sG6hoL+Aqtv0mOfjoryd7fgzOEqkZ1+8wr1YftTtUBXy7UPj0H6bNls3XgVWviq1SNlao7d+5KrFi9/1ENvPhSz5bsawtVW++1t2d5CiCAAAIIIIBAqsC/3ngjq2D183fe0JbvNhGsMqkQCCBgBKs3XX26tu/cpSZNmqtBw0YBzqaoXeBvf6nQueeeoz/96RHXP7d8T7Ca7Yxp1LBETRuXqEnjxrrwaoLVbB3TnWcPVr/f8o2OOv38tJcgWPUZrBoPrxowKHG7v/3hVa+/Wmk+qGq//Q/UF59+rJ07d+jPsybH91419lY1XtZeq87RyKdg9bIZ7sHquSPu05+mRENU4/+tl/U9P5M4m/OyOSddG+19cLb33dejwaqf19I77tKFzztL7qXrZpynC/Wy+g5dptc799TSqT9XJ32lB4Y/pJvXRo93fix6br+xV+o2Ixz911PqPOEd6dhT9YAWpj22dmQXWdeNn5vUhOTrXBhgxaqxivCHLreHp1h8+m9dN/FlWc+LP+aiSzXUyGKN78+WLr82GqQmf71WM4avUfepJyi6wYDx9ctqP+ZMnbJvpmNf68lbn5YGGeXcRsU4d7FktcHHwBm3oneO3YpeSP395B9/1hULvzJuytfVcUfvDtv72/Xw1Nv/3Wp45/V3VPbWyTp4lHH7fzRErTJXqRpbABhf7zL/f/N3OzV15kO6uPyqjA3Zp3UDle4Tvf2/FaGq96BRAgEEEEAAgTQCL2cRrG79aEM0UCVYZV4hEEjACFZHDDpem7ZsV8uWrdS4aZNA51M4IfCPpxbojLPO0mNz57r++eU3W+HKUqBpo0Zq3qKR2rZqpktHP8CK1Swd053mDFaNlau/Pif5uUPWuUUZrNbY2zMJTb5CuodWWaU8q8vhHqtXPPCGK88Zl/1Rj92bWJ1mfG287N/z4xr0vKDlrTa4nefsg729b/7nNTNYNfYa9f3a+LJON0JU64RjT9WaM76Mfu+gnvrHVGOrgK80a/hDuuX9vTQ6FqxelBLKSjqop0Z3WqZb0hwz6lp3510yzv39mCt1q8uKVft1BrfP3ItIROazLY3A6yc//YnvLscLvvasfjf9Cw0cd5ZO1QpdM0sa8Yfu2t8o8Inta+P/b3hZa5Ku0DZxXrpj+32thTctlgafpVPNtNb+ek9/HLZYH/z2bN12kr8n4LY1HprUNhrwFV5/Y303Lb9W/2knyGtbcnt/fYXIsUu89uqbOveU/4nf9m+uUo2tVDXDVTNk3aXNW3fq9rsn6/qJt6SdO/Zgt2U7VqoGf5NxBgIIIIAAAgmBV1ayYpX5gECuBIxg9bJBx+rzb7arVctW5h6WvLITeP6ZJzTgjDNV8difXf/87OvvsquYs9SsWRO1at5Ye7dpocuuI1gNe0qwYtUhGjEjpBBfAaoztgL4/XmXauzlZ6c8tMpqkWd1OQxWR812D1Z/N+yP+uu05Nt+3b7nRznIeUHK2q8dtL3//Xc0WN1elbkH6/76lJ7/xckaZAsu1/31YfV++AszHF18tTTqkmV6w/j/ydEVq7PLH9Kk9/fSqPvO00Hz7tKwF6TTr7tSN/08+Vov3J3+mFEy8/Hk69jb5+xRgxKpYUk0VP3ZL7IIVc0Kv9bjNz6qD069TCP2W6ErZ0ojr08Eq4mv39OUi95T2f0nKPV5epmOGfUvloacpdOSglXjnMXSpZdphM+mt2leovZtoqFq4fXXPnpG31/WgROcJskjbO/v4Uf6W6lq1fBK5X919smHm2Hqjl3WatXoytUd5jYA0f83g9W7btctd9zt+oZp17KBOrWLmhOq+vlUpAwCCCCAAAKZBbINVo1a2WOV2YVAMAEjWB028Ff6/OttatGilRo1aRysAkrHBV78x5PqN+AMza94zPXPT78iWM12urRo2kh7tGiqvdq20uV/IFjN1jHdeeyx6pCpi2C1Ves25vYAbdvtoz/eNtp1b9V8DFb/8PDKsOdjQdS34uX/msHqZ5t3Z2zvh3//k/r9+UudMrJcY35qFP1Kj17zsKauV/R7+7+iQVdWalXHMs2/7Wc6IH68nYbfda7OlvO4pI9e0aDH22r2aV85zrUdu7SLrGt3O/M8zf5t7EFY8dZa7Yhdx1w6mvpq2iii1k0jZuBl9Hf1pz73tPnPMxr+0c809eTYCtFPVmj4dav1q5vP0u+1QsOnSdfc0F3mDgTGMdvXL98/VY/sf0783Jfvf0a66EQZubLXsZd+OlxXHWH14z3decEiabj9e5mnV+tmJeY+o4XY3w1PzVXF/mcl+v+fZ3TiVOnGB6N2bi9nf//74fZA779/vrBCZ578k9gq1d3mdgA7du7W9IcXaseObdqxfZt27NiuTz/ZqJ1VO3T31HtT6m/booEOjK0ObtF2r0DXpzACCCCAAAIIuAuseHNlVnusWrW9+cJCHl7F5ELAp4ARrA4552h9/MVWNW/ZUk2aNPV5JsWcApVLn9Lv+5+hv8x7zPXPj77YDFqWAs2bNtKeLZtr371bqXwMwWqWjGlPs4LVHx0VfVx4phdbAXgJuR33XGIarFLP6nK4YnX8o28Ga3w9KV1Z+R8zaPzkm1365vtM4erX+uv4R/TAh/aOt9OFN52l3xkrKz9Zocv/8C+tPuAXemB8d7WXVd6ljL2KHn20+MKDE+e7HYvXZR3sqvGzTpQemKrxy50DET1mD+D2aFZiPp3dCBmNl9HfL7bs1nfbMofJ0ZrXaNJ5i/R0/DLtdPFtZ6v/DyR9vELD/ij9YWIsWHV+ra80b8wjmv5B7OSefbR0aJfYFxmOGfVcs1zvGCUP7KGHT/tS5015N2XGnTTico1yuTe+ZdMS7dWipHD7e6l0k9V/s9dddfPDJyllF4iYiFt/N2yq0qYtfsY3wfrkk8/rzFN+Ht9PdcbDC7VX29bq2vWH2rZjt5566q+6ftx1ru/8Ni1K1CG2Org5oWo9+XSkGwgggAAC+SDwb1uweugPkkOeYXcuUJuW7Tyb+coTc/Sz3wz0LEcBBIpdwAhWLzzzKH3w2bdq2rSFmjRhK4Bs58SKfz6r7kedoHR/Zlsv50mNGzdRu9bNdMAP2urqG2azx2rIk8IIVg8+MvW+W7fL2INVt7+j99yzU41aF+l7VGnGXSuNvR5r+1UXK1aD9MmTIIfB6k2PFWew+r//jAarxmvt51X6fPOuIEOY92Xt+10233Mvbf36i3h/N23dra07goVv+d7h5o1LZNwSb4TIxd7fj76p0jdbg43v3Ef/ru07tmv79u26+OJzdcftU82VqsbXN9z4B9fh36N5ifbfI3r7v2HOCwEEEEAAAQTCE/j3W4kVq85ap8x92lewGl5rqAmB+i1gBKsXDDhK7374uZo0baqGDRvWyw5HchHG1Eu5/OhUSUljtWzRTD8+ZD/94aZHCFbrcFjswarb39EEq26D45mEBhtRz+pyGKz+eUnqisBgvSnM0vZVnIXZA+9WG31sFgu8vv/6C/MEK0z2PrvwStDf3I+v3bzwZgwtRgABBBBAIH8FXvUIVvfec5/8bTwtQ6DABP7v+ac14PReatGiqRo0aKASlRRYD/w1t8QziPBXD6XqRsAI/Bs3babt23bqsSf+pQO7daubhnBVff71Z/HteghW/U6IkD+APKvLYbB6wqWP+FWoV+WattlL2zZFw8b6+jL6aH/R3/o10vkwvs421C9heoMAAggggEDdCfzfqszPQeiwj7E/Ey8EEAhDYNmieWrSrJ0aN2keRnXUgUCtCrRo1Vpt991Xe+7DXYO1Cp2h8g2ffZzx0qxYdePxTEKDDadndTkMVpsfd2ewxlMaAQQQQAABBBBAAAEEEEAAAQQQQAABBEIXyMkeq7fP/JsOPuRHZuMrX3had4y7XCNvuEdlx5yU1KGtW77TtcP6aeP6tSkdHTBouPqff1m8jjvHjVCrPdro1unztd/+B5rfn/fQvaqYPVVKk4ROmvHXpHbcOX6Eed6A8xN1LzfaF/u+vbzxfau8cc5tsbqMp3D/8bbRWvb8oqQ218a+sdu2V+mJZWtCnwRUiAACCCCAAAIIIIAAAggggAACtSswZcEq/f6Yrlr/ZVXtXojaEUAgZwK1Hqz+stfJarf3fvp7xSx1OPBgTZj6iGZNmaiXlj4V76QRQl51wxTzayMwdb7ad+yscXfO1g1XDTIPTbgnWse6995Wt8N/queemKeevfpo8IgxGnv5Odr4QWow2/PYPmq3z35aWPGg2h/YOV7H+vfe1vV3ztaNsbpvvOcRPXjPRPM6bfeOlu/QsbNunBL9/rKli8xQ9bOPNySC1hyuWL39L2/lbHKEeaFPv/pOnfZrre/r2UOYwjDCJgxF6kAAAQQQQAABBBBAAAEE8legbYsGmrnwNZ1/8uF6//PkYHX1+xv16edf6c21n+ZvB7JsWZcD9tKhnTuo/Q8K+1b4Fo0jatbYfRXf9zuqtWVHxufCZ6nHabUtEMa41nqwakdotceemnjPI5o/576kYLVDx4PjwWm61apH9jhGo4b8zqzOLYS1h69uwWpSO1q3MYNVox3Gtc26h0brHjk+GvBaq1aN/2+9RxvdOOVR/eXhP5phbvmYu3TjyPO1+ZtN0WpzGKzeMm9Vbc+rWqn/w0++1v90aqtvt/Fh4wTGplamHJUigAACCCCAAAIIIIAAAnkjsFfLEt1V8You/V13rf50Z1K7Xqx8VR32baOOOytr1N7GTZqpuv2vtfeeLWpUT8MGEX38xXeB6tn8/S7Xa76ycp22bNmmn3f/cY3aVFcnN24gtWleotfeXq/XVq3TO2s/0oeffGU254D92uqQzvvrx9066ceHdtSmrbu1w52hrpof6Lr7tPL/ILjPNu8OVHe+FQ5zXHMarBorVsfdNVs3XDlIGz54L+56xqDL1aFTF9fVqkYhZ5BqbAtgD1qNMknf89gU1Vixaq2APfOC6ApZK0g1tgWwB63GMWPF6vV3zNaNIwfJWIHb45jearf3vmrWvKU++egDjR7WX5u//TppntTWVgATH3s73+ajr/as+fAz/fzQ/fTllsJ+8/nqbMBC2AQEozgCCCCAAAIIIIAAAgggUGACRrB6y5wXdeVZPbXq4+Rg9Yln/6mbftNIu3ZsrVGvGjRurv/9sov226t1jepp0qhE6z/eVON6rEbMXfSKevf6ZY3aVBcnt2xSom1bv9Vzy17X/654Sxf/vkyHl/5AB+3f1mzO+x99pddXf6zpf6nUr7r/UMf3PFxNm7fWd9sLM/f4wR4lGjN5nvvqQdsATCzvp4+/Kcw+Gt0Ie1xzGqwae61++vEGc49V62VfxWrcZu/2yhSsGseMvVrfe2dlfEVruj1WrbqNvVONdhh7pjpXqLoFq0Z569Z/I8D97RkXRvdVtW8LcEPyFga1FayOn1uYweqqtR/p2CM66JMCfvPV1gc5NrUlS70IIIAAAggggAACCCCAQH4I7NWqRBMfeE6jBh6rlRt3JDXq8aee1z1nttSubZtr1NgGTVvpmY2d1CkW/D03b6qqq6N3je7evTvpv127dsn4z/i+8afxMv48e/hENWtcolXrvojXYxzLti7j3Onz/qlTex9To77l+uQmDSXt3KKnlqzQTw/dV6cc/SM1a9ZIqpZ2x27ELYlIDUoi2rJtp5544Q39++1PdfJx3aVGLbS9ALfRbd+mgcZNmacFd56blvu0kY9q/OW/18ZNhbk0N9O4xt4qigQc15wEq0Z4etv0+Vr77ltJoaoxUsYK0JP6nmXujWq8jL1SL7v2FjVu0lTWw6zOiK0qtfZfTbdite+ZF+reW0eb9Vh1fL/1O11zcT9z39VWraMPuzLaYT2IKlOwapV/31beuPb/+8Uxuia2dUD864ujWwlYr9oKVkfPeTPXnyehXO/NNRvU5+cdtf7LwnzzhYKQphJsalOXuhFAAAEEEEAAAQQQQACBuhcwbrO+6cHnNPqCX2vlhuQVq48/tUTTzm2hqu+/NBs644n3zEDUCD2Nlz0UdQtDjeNjB/dQw2bttGDtgTqk0z7mec/8eYqO+fUp8c7v3LnTDE+N/6qqqpL+NOp4/tknNPjq29WyaQO9+vbH8XqsusaMGaOvN32rjz/7UlPvnqRp06bFv37ogWnqXnZs/FpLnv67WZfx+uOfX9SpvXvV/SAEaEH7NiV68rl/qUv71jr2Z4dqpxGmRhqqQUSKGMlb7GWMU4MSKVJdpWcr39LajzbrN7/uoY2bCm9Fp9HncffMU8Wt52iry56xzRtHdMboRzV+eL+C7J8xZOnGdZ/WDZJmx5ebd/ke11oPVtPtq2q1eOQN92jDujWqmD017RR3BqnpHnQ1aeZf9eryF1TxUGpdRkhq7au67PnEyljnClUraJ1x1zhNuCe6r6p9JW1dB6t/eDhTsPpf3XH8DNnX/faZOE0jfxHg0yNtUaPup9Rxzh/Ur/3/b+88oKK6tj7+H2AoihUQaWIDsURjbLE8jRjFFnv/jKJGfSrBFkVQQWCEEDUCEon6FBI19ooYsWHsiBpFAdGAKNLsRkEQBt469zLjDDLDBeU582WftVzOnLvPPvv8zvWu5X/23afi/v5MvIdh3Zu8U6T7XU9VuYaKx135EcJ5CWdT+WhoJBEgAkSACBABIkAEiAARIAJEgAh8PAIsY9Vv0wm4OX+J62nK6YwHfz+ODRMNIX2VzgUYEpGJRYsWoagkNVIi8YXbIndIpUUolErhJ/HB/IV8UllhoRQBfj6QTG0LXWMr7EiyRWs7S+7a4a2r5cLq8d/3ywXa0tmqXXr04eyZGDrNbRVqGunibFya3I/Ml6KwGrjSH+vXr1cSVtt3fpuVejLqIOeLtaCtpzDAqZcw+JlR8JmdgSE7J6G1bMSVMDgHxHLfRD2mI2xWSb3WMvqzD/rBbcsDiGCNMUEecLJgo7IQtWgTMFv2XX0otY1EuHf/Hk5fuIw5E/vijVQEka4YYrEedETKAhyKiyEtkkIHRSjIf43QbcfQtVM72DawxfPX2nXGjHUdHXiv2YHVC0Yi/Skv/mdnZ6GprSVe5hXBqq4YLv47IJk7Fg+eaZ9wrGpf9cV6aGAihsu8JSiGCD+tkiDtGf/Dg5B9rXJhldVPZTVLF0wb9s6dK6QMABvEslinzF4iz2plAunGIAmMqhsjMe4y2IFX7PAqWb+icCqbtKxX/Nm1bo79Mdl1CTxLMmZ9grdgU7AEVg3eHmqlWLKVzeMTxNvEXTkP/9BdOHPs4DtiblVlrE5fG6fmCRCHn4dEwnqtOway52hsOEYvB9z2O+MzYY8w4b4r6C/xTirG9rLHtfvKrzy866Yq11DBoN/LvNQ61PgSzua9AqLBRIAIEAEiQASIABEgAkSACBABIvCRCLSwFGP5ppOYOepfOHsrRymK2NgYJWE1+EA63N3dIS3JWJX48sJqoUxY9fV+K6xKixCw3Bv+/27/jrB6aPMqODoN4uY6GrkXnl5eyM9/g9zXefyf3DyEhqxGt559ORuZGFqWsMp8eXp6yoXUVQESbNy4UbCw+lm7juWQf4Sz/itxGBawTjOH49qxcOBGxGPPzGMw95qDbua8TfaAAAxvXVb/BCAyGz3cHWGafRJro8wxc0JLPD4WiD/M52C4XKlVH4pdfX0cOHoe3dpYw8q8LnLe6EJsaMAJq0zrYRqR7LVxVhuAZfu+KShADXEhkpLTcTExA8P6dsedrPL0j490M6qYlq17xYZ98J09Arcz8zmrlITLGO7UFX+m5cPewgCeQbvx3dShWrc2tpay9lXfyAB6enpwsDDEt/OXcIfTh6yS4FZ6nuB9rXJhlWWkshqoiu38qSNcSQD5YVbzJ3HiqLrGMkVHObtwJjvDQ7gMV8WyAYr9ZdVYnb+Mr8VaOg5WEoCJrkq+w9dwtVc7l7K/cOoIV0KAzTvLjS9XwGq7upUqA8DmqCphdWaoemF17eBI2IS64yvuB6o4rB18FZ0OOKMdt3D2fT1OsPgcp2H3bPZUyUbEPF+El5wlZue8FN8PNS/BpGjfHo4nM2ETOhlY6Yu0sSGY2YEXb0dss8SaH/uA+yFIRUu4k4oxjvaISyvvwcLmrOgaVK1NIX5YYSLHhV9v2fGXxYePB47AyXvtStZZll3pGGS8ZHvxIdho1kOXoiECRIAIEAEiQASIABEgAkSACBABYQQcLMTwC4vG9BFdcSZRuZbq5cuxCHMWQ/r8L87Zqojn8uxS9l3x9f+ySgGwvlXTW0C3dlNsuNYArZryGavRuwLRq+9g7nPUoT3wWrYM58+dkwdsVt8GPwWvQo8vB3B9LKv1/2b/ALNaYkRfuSf3I/O1bNkywcKqzBcbu3HvWbT9rL0wUIjHXpd4tAwZhWZsxI2dWHKtJSRft+TGPzkejJ0Yixnm0WX0t4b5FaCH2xcwyT6F0KNmmNHnEf93yXghQTABMXjjPsyd8AXAMlR1DdCmSR1O6dERiRREVdZVjCKmshYVISH1GXJevcTaHafhOuWtOClkTk2wYeteuWE/ls8diTtZvLB6+fRhuE0dgRNJubCrb4DFgbvx3TeD5cKrJsQtNIbS+9qqkRl0xSwDmd/XmfOXsO3khNWK7GuVC6tCFlgVIqSQeYXaKGasljmmDIOqWFNefiFc16kXVkO+ioTNOncMtgQy9/hjxpl2CA3kRc/LgS642CUELh2zcWDOJmAhb/e2xSHkq6v4PMIZ7JHH7LfbLMXK4ebApXAM8c3EpHXu6HjBHzPSBmD/nNbcHKswmbdR024k8RmrNx+UL6xWZg0sVgmmcTHJ2jvx/2bJsQDjUhK/ok3ZfBiT9Uh1LuGghqMqXsqM34UknI3QO5bsiAARIAJEgAgQASJABIgAESACRECTCNjXF2N52ClMHdYZfyT8rRTa1StXsG7QNeTd3c/1h8YPhruHB/fqP2u+Pt5YuMiDKwPA+vx8l2HeQg/uGvsesHwZfHvHwrDREATdGgS7hnzaU/yREPTuP5T7fPjATnj7+CAvTyFj9XUeQgJXyLNamfjaZ4o/GpsbISomRe5H5svHx0curLI5f/nlF5UZqzJfbGzE8Uv4tK3Q92gTsN81Hi2CR8KeCaknQrAHozGtlxnP7OYueF1rCVeLkyr7gw5kQYT6cFo6Ggg7BdOFvC+hrZmFIRavCMNP7iORX1gMA0NDNLOpjW8XeHKviotkJ1jpcJ+406zWrPDBrfvPUCzNh3vgfni4TsDpWO06I6d1E1OEbo9G4OIJSMnmhVVWGpMJq2eTc9HY3ABuK3dh8tDPEZf8WChOjbHr3qGlfF/fFInQvKEpXBd6cQeQVWRfkzLzlNZEwqqALdYkYXXuf9QLq2v6r0dUyZpEX05DxDyZ0BgHxWvMxMkrBN92AhATjoHel7lRIlhhygZ3DLFi9pGw4T6zKwrfcRTzA4D5wW1wyXUT4CazUQ3zeiIvrCZklC+sVnwNpWMtFa+g+FXxKYvDW8ZvOarhVU5NWuFsBNysZEIEiAARIAJEgAgQASJABIgAESACGkegqTkrBfAHpgzuiFPxz5Xiu3btOjYM/wuvU3Zx/SF/9oG7x2JOSGXN13sZFrov5uqp8sKqF+a5LeauccKqxAv+A+Nh1Hgkgm46ollj/j+hf0YEwmkgf9B2xN5t8JUsx8UL5+Vz161nxR1C9WW/IVwfE1+/mrESTeob4fD5v+R+ZL4kEolcSPXzWYotW7aoFFZlvtjYfVEX0bq1wPfwcQsH58bDYfVwUwGb6QAAC7ZJREFUTgx9ejIUezASUx1N+bhv7oF3XEt8Wz+6zH6vcXwBAdbY2LP1ZqDbw1AER2RDBHP0cZ+BzvzZXipbM0sjLF31K8Y4tYdUVx+16tRC3/a2mLvIi51cxWU1cuUASjxwGcPfe3HMpHm5iIi+igUzx6G1hY76iTTsajUjMVwC9mKpyyg8eVWA3PwiHDl8CAu+GY7kJwUwMRbD1X87dkhGIPe18gFsGraUMsOJyyyS72uxWB+Duzvgu8Xe0NXRq9C+JmW8VvJPwqqA3dckYXXBphtqIr6OwL6RaLDRA8OssrHXxQf3x/+EOdzhVYrXFFxcDEe/LRbYGOIESyWb0valfW8ExrfD6S3AQm6s+vZnQirG9LJHUmZ5wmol1lDm2ioavwo+7/h+X7t3OQlnI+BmJRMiQASIABEgAkSACBABIkAEiAAR0DgCjc1YxuofcP6qPaJvPFWKL+7GTWwYcRtv0vk0qR/PduJKATDBjrXSpQBk3xWvrRyVBn0rJ4QmOsGhRFg9t/sH9B88ivNxYPdWSJb74XVevry+6uu8PASt+l4uvh7atx2jZgfBxkQfx2Lvyv2w8cyXLB5VcNt93kN+KXL/Ds4Xa9sjz6FVS/5V/vJbEiK+S4DDyqGwY8bx++B7owWWjuEKA+Bp9HrswzBMqXem7P6eJQLso7PYeMIMU8YAEasfoevcbqgr7+N9qWoOVtWw9tcItGthBdO6dVCtVk30aW8LPV1dLruRKars7X/2kdXBLSwqQkFBAY7HpCAr+wlib6Tg3xOH4FZ6bvnL1SALtu7VYYfQs4Mdxg/sgBc5Uly+nohunzWHgaEuthyKRXTsHcydNFDr1sYwl97XAd0cIDYQy/fVZf5SbjcmjxuOTz9tLXhfSVgVcBNrkrDqHq5eWP2xTyQabPLACGsAD6LgMjkTXx91RidkY/csH5zq4YmQUQqv7V8MR+8zbXFsQRuAffbMwHRufCl7pWtA+k4/7LhniRTbfsr+VPC8woTVnva4k12+sFrhNahYW8yKWdhsW7JeFv9mC4T/5AT22x27dg4dFOJXwQfXoRSPKo6l+0vxUnebCWcj4GYlEyJABIgAESACRIAIEAEiQASIABHQOAINTcWQhJ3GhAFtceK68mvU8Ym3sHF0Cgoe8fVPA47YYZHHErmQ6evthQXuSyAtlHJZrP5cxiovAjEBNkDiiaDJORCbdcWmO/1g37A+d+3YZgkGDh3Dfd63czP8/L/HpZiLcja1TCwQuNIP/QaN5PpYVutEt7WoX1uM09fS5H4UfTFxVfansJA/OV32N4tF1mS+2Pdf9p1Gcwf1YubbDUtCpFsSmgUMQlPW+eg8wlc+Rjfu+xPEBO8Hxk5BJ6jo5yoGMLtzMHFlY5IQGfwEnV27oC7zFW0C51HqY2lubYzD0bEw1i9GCztLGBnXQu06NWBczRD6enpITrzBlQMoKgakxcUoKChEXl4+iqSFSMnKx+O/8zByYE8kPnilcfehuoDYulkLDI+EU+dm+GZoJ+S+KUI1fR38Z18Moi4kYY4zX49X29bGYi5rX+vUrYGH95NhVkOM8N/2cJnIE8cNx6OXBdy+1jCxgjT/NS5d/0vlvpKwKuA21yRhdelm9cLqil6RaPiLB0YyYRVA+g4/jI9uhy0/O8HqQRRmTDyIRO6V/w7wP+GMz3EdK3qtRyTrc+qA/lEZb8cr2pe+diEcPZdkYKbCXOpQxt5Mxeie9kh5VL6wWvE1sJkV1zEN0QvbKPfBSjnWsuJXyUeZKROs3+XIC9ny/tK81MARzkbAzUomRIAIEAEiQASIABEgAkSACBABIqBxBBqYiOG76QzG922D49ceKsWXePsOwsY/gPT5Na7fZ1cduC9e+rYUwDJPLHBfyouYTFj18cR8d0/OlhNWfT0R6moI3dqfYmtyH9jb8sLq/g1eGDR8HPd597ZwuSAqy4aVZb4OGDKas2FZrTO9NsDEWBcX4tPlfhR9CRVWZb7Y2J93RKOZHSeTCmi3cdjjNpr5DUQTmXXiIfhvTuC+WfT9Bs7d6/JXVPQn7/4BSS0Xon9z3uzZ6TD8fOQRRDCD49xJ6FhSrlVVMOa1DfD0yWPs+f0MZo37AqamdVCjhjGqVzOEga4Ol7UqKi5GYTHwprAQr17nI/dlLl48f4E1W0+iW6c2aNK4EbKf83VKtam1sKnBhRv062GwjE6XUV0QsvM8Lt9IxpjBvblrCWnKh69py/pU7SsTzBuZGmHWvMWcsPr12OEwb9gMLwXuKwmrAu4ATRJWvbeqE1YFLOYDmTzY7oex0e2wbZ0TSjRctZ4vxqVijKM9Uh+XJ6x+oAC1yA2x0aLNolCJABEgAkSACBABIkAEiAARIAKVIGBVl2WsnsWY3q1w7GqWkofbyXeVhFWv7TXfKQWgWA6ACaOy7FDZ53VzqqkVVtmE5YmiVSmsNm3csBLUPt6Qlg1q4lD0JVibGqP/F61Qo0Z1VDc0gL6eDneCvA6Kwc4Wyy+UcuUVcnJycfBkHFIynqNP93a491j7apDKaLO1sxa8+QgG92iOA38kwvXrvlxf/H3lg9c+3g5VbmZV+1qvpj5ExSKcj73KlXpo4tBC8L6SsCpgLzRJWJVsuykg4qo0ycL2qT4Ivm0N1y0eGGMjbK4L11Mx2tEO959o78NF2EorbkVsKs6MRhABIkAEiAARIAJEgAgQASJABLSJgGVtPfiGn8UoxxY4eiVDKfTk1DSET3qIopw777Uknep22HO3N5o24E9n2hrsrlSntXStVpkoqyjSfucfjppGOrialCX38z6+2NjAzcfR2FZIStZ7Lf+DDjY21EMtI+Dk+Th0+MQagxw/gUnN6hDr6UAXIq6+amFRMXeg2JMXOdh7PA4xN9PQ5bNmkOpUw6u8wg8az//aWUvbWtyUa7Ycxbfj+3Cf4++9+F+H8cHnq4p9JWFVwDZpkrDqv+NjC6sCgJVhEnPjHoZ1b4r0ZySslsZDbCp3T9EoIkAEiAARIAJEgAgQASJABIiAthAwr6UHSdg5jOjpgCOxD5TCTk3LwK/T/0ZxXtp7LUdkaIPIVEc0si45wKmS3qobiHAz+dF7+5FNH7ApCrbWFpWM5uMNM6tlCLGoEFcTUpBwNxPThnVCW3tLNLaqy70ynvzgCa7eSsfaXefQqok12jjYokjHAE9faa/uIVIQwFo1rCOHfzP1mfwzO7hLm9uH3lcSVgXcDZokrAbs1E5hlT1s+nW0Rfbf2v2rjYDbpcImxKbCyGgAESACRIAIEAEiQASIABEgAkRAqwiY1dTD8vDzGNbDDr/H3FeK/X7GI2yemQMUKNderfACxfVw/IEjGliU1CCtsAN+gKFYhNv3n7y3H9n0kvW/w8ainMKmlYy1qocZG+mhYf2aSHnwEKnpj3A//TGyHz/npjWrUwMNrEzRyLoeGlmb4V7WK+TkS6s6JPL/AQh8yH0lYVXAhmiSsLpil3YKqwkpD9H1Ews8y6GHTOlbjtgI+EdIJkSACBABIkAEiAARIAJEgAgQAS0mYGKsB79fz2PIv5rg8MV7Sit5+SoHnVvbYvwnx99vhXp1cCrLCZZm/GvclW36ekBq5ov39sPmP3wmHqnpj2FoaFjZcDRinIVJNZjVNuJjUczYFAGPX+Qj4/ErjYiTgqgYgQ+xrySsCmCuScKq92/aKazez3qGNk1MSVgt434jNgL+EZIJESACRIAIEAEiQASIABEgAkRAiwmY19TDqt8uYFCXRoi8cFdpJQWFhdxJ89lP31+cY5pfuRqGAI4fyo9JrWow1NdHkba/Py6AGZn8MwmQsCpg38t9KJVhIPogjzKF4ERAXn4hXNdrp7D67MUrNLaoiWe5RQKI/7NMiM0/a79ptUSACBABIkAEiAARIAJEgAj88wjY1NXF+r0x+Lq3PS7cTP/nAaAVE4H/pwRIWBWwsZokrEac+0tAxGRCBIgAESACRIAIEAEiQASIABEgAkSACBABIkAEiEBVEvgvubomio/mQksAAAAASUVORK5CYII="/>
          <p:cNvSpPr>
            <a:spLocks noChangeAspect="1" noChangeArrowheads="1"/>
          </p:cNvSpPr>
          <p:nvPr/>
        </p:nvSpPr>
        <p:spPr bwMode="auto">
          <a:xfrm>
            <a:off x="130175" y="-2651125"/>
            <a:ext cx="10839450" cy="60102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493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49"/>
            <a:ext cx="5000660" cy="4041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14282" y="5786454"/>
            <a:ext cx="6215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/>
              <a:t>Figure 2: Top </a:t>
            </a:r>
            <a:r>
              <a:rPr lang="en-US" sz="2400" b="1" i="1" dirty="0" err="1" smtClean="0"/>
              <a:t>Hashtags</a:t>
            </a:r>
            <a:r>
              <a:rPr lang="en-US" sz="2400" b="1" i="1" dirty="0" smtClean="0"/>
              <a:t> Based on Average Engagement </a:t>
            </a:r>
            <a:endParaRPr lang="en-US" sz="2400" b="1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1" y="1768614"/>
            <a:ext cx="4714908" cy="3808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42910" y="2357430"/>
            <a:ext cx="314327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Users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ranked by Engagement</a:t>
            </a:r>
          </a:p>
          <a:p>
            <a:pPr>
              <a:buFont typeface="Wingdings" pitchFamily="2" charset="2"/>
              <a:buChar char="§"/>
            </a:pPr>
            <a:endParaRPr lang="en-US" sz="22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  Few users dominate interaction</a:t>
            </a:r>
          </a:p>
          <a:p>
            <a:pPr>
              <a:buFont typeface="Wingdings" pitchFamily="2" charset="2"/>
              <a:buChar char="§"/>
            </a:pPr>
            <a:endParaRPr lang="en-US" sz="22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  Potential influencers identified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2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2976" y="785794"/>
            <a:ext cx="66437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Top User by Engagement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1802" y="5786454"/>
            <a:ext cx="5715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/>
              <a:t>Figure 3: Top Users Based on Engagement</a:t>
            </a:r>
            <a:endParaRPr lang="en-US" sz="2800" b="1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7224" y="642918"/>
            <a:ext cx="7500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Influencer Identification</a:t>
            </a:r>
            <a:endParaRPr lang="en-US" sz="4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71612"/>
            <a:ext cx="5367620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28596" y="5786454"/>
            <a:ext cx="592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/>
              <a:t>Figure 4: Top Influencers Based on Engagement Rate</a:t>
            </a:r>
            <a:endParaRPr lang="en-US" sz="24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000760" y="2500306"/>
            <a:ext cx="27860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High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followers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+ high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engagement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Ideal for brand collaborations</a:t>
            </a:r>
          </a:p>
          <a:p>
            <a:pPr>
              <a:buFont typeface="Wingdings" pitchFamily="2" charset="2"/>
              <a:buChar char="§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Boost Marketing Performance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500306"/>
            <a:ext cx="8858312" cy="372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000100" y="6215082"/>
            <a:ext cx="70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/>
              <a:t>Figure 5: Engagement Rate Comparison</a:t>
            </a:r>
            <a:endParaRPr lang="en-US" sz="2800" b="1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071538" y="642918"/>
            <a:ext cx="7358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008E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Engagement Rate Analysis</a:t>
            </a:r>
            <a:endParaRPr lang="en-US" sz="4800" b="1" dirty="0">
              <a:solidFill>
                <a:srgbClr val="008E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1643050"/>
            <a:ext cx="7643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Engagement = (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Likes + Comments)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per post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M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easures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content performance 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Higher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=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better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user interaction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4348" y="928670"/>
            <a:ext cx="7643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User </a:t>
            </a:r>
            <a:r>
              <a:rPr lang="en-US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Segmentation </a:t>
            </a:r>
            <a:r>
              <a:rPr lang="en-US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Analysis</a:t>
            </a:r>
            <a:endParaRPr lang="en-US" sz="4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2357430"/>
            <a:ext cx="4929222" cy="3118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143240" y="5643578"/>
            <a:ext cx="5715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/>
              <a:t>Figure 6: User Segmentation Based on Activity Levels</a:t>
            </a:r>
            <a:endParaRPr lang="en-US" sz="2400" b="1" i="1" dirty="0"/>
          </a:p>
        </p:txBody>
      </p:sp>
      <p:sp>
        <p:nvSpPr>
          <p:cNvPr id="7" name="TextBox 6"/>
          <p:cNvSpPr txBox="1"/>
          <p:nvPr/>
        </p:nvSpPr>
        <p:spPr>
          <a:xfrm>
            <a:off x="571472" y="2786058"/>
            <a:ext cx="30003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Users divided into segments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 High-value users drive engagement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Majority are moderately active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8" y="928670"/>
            <a:ext cx="84296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Target High Engagement User</a:t>
            </a:r>
            <a:endParaRPr lang="en-US" sz="4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0232" y="2000240"/>
            <a:ext cx="47149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 smtClean="0"/>
              <a:t>  Focus </a:t>
            </a:r>
            <a:r>
              <a:rPr lang="en-US" sz="2000" dirty="0" smtClean="0"/>
              <a:t>on high engagement users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Useful </a:t>
            </a:r>
            <a:r>
              <a:rPr lang="en-US" sz="2000" dirty="0" smtClean="0"/>
              <a:t>for marketing campaigns </a:t>
            </a:r>
            <a:br>
              <a:rPr lang="en-US" sz="2000" dirty="0" smtClean="0"/>
            </a:b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Influences </a:t>
            </a:r>
            <a:r>
              <a:rPr lang="en-US" sz="2000" dirty="0" smtClean="0"/>
              <a:t>audience behavior 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5572140"/>
            <a:ext cx="7715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/>
              <a:t>Figure 7: High Engagement Users For Targeted Marketing</a:t>
            </a:r>
            <a:endParaRPr lang="en-US" sz="2400" b="1" i="1" dirty="0"/>
          </a:p>
        </p:txBody>
      </p:sp>
      <p:pic>
        <p:nvPicPr>
          <p:cNvPr id="29698" name="Picture 2" descr="IconExperience » G-Collection » Users 5 Ic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4000504"/>
            <a:ext cx="1143008" cy="1143009"/>
          </a:xfrm>
          <a:prstGeom prst="rect">
            <a:avLst/>
          </a:prstGeom>
          <a:noFill/>
        </p:spPr>
      </p:pic>
      <p:pic>
        <p:nvPicPr>
          <p:cNvPr id="29700" name="Picture 4" descr="Growth - Free business and finance icon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4071942"/>
            <a:ext cx="1571636" cy="1071570"/>
          </a:xfrm>
          <a:prstGeom prst="rect">
            <a:avLst/>
          </a:prstGeom>
          <a:noFill/>
        </p:spPr>
      </p:pic>
      <p:pic>
        <p:nvPicPr>
          <p:cNvPr id="29702" name="Picture 6" descr="Collaboration - Free business and finance icon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15074" y="3857628"/>
            <a:ext cx="1428760" cy="12926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428999"/>
            <a:ext cx="7500990" cy="2500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00034" y="785794"/>
            <a:ext cx="81439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err="1" smtClean="0">
                <a:solidFill>
                  <a:srgbClr val="008E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Hashtag</a:t>
            </a:r>
            <a:r>
              <a:rPr lang="en-US" sz="4400" b="1" dirty="0" smtClean="0">
                <a:solidFill>
                  <a:srgbClr val="008E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Strategy Optimization</a:t>
            </a:r>
            <a:endParaRPr lang="en-US" sz="4400" b="1" dirty="0">
              <a:solidFill>
                <a:srgbClr val="008E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5984" y="1428736"/>
            <a:ext cx="4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5786" y="5929330"/>
            <a:ext cx="7572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/>
              <a:t>Figure 8: High-Performing </a:t>
            </a:r>
            <a:r>
              <a:rPr lang="en-US" sz="2400" b="1" i="1" dirty="0" err="1" smtClean="0"/>
              <a:t>Hashtags</a:t>
            </a:r>
            <a:r>
              <a:rPr lang="en-US" sz="2400" b="1" i="1" dirty="0" smtClean="0"/>
              <a:t> For Content Strategy</a:t>
            </a:r>
            <a:endParaRPr lang="en-US" sz="2400" b="1" i="1" dirty="0"/>
          </a:p>
        </p:txBody>
      </p:sp>
      <p:sp>
        <p:nvSpPr>
          <p:cNvPr id="7" name="TextBox 6"/>
          <p:cNvSpPr txBox="1"/>
          <p:nvPr/>
        </p:nvSpPr>
        <p:spPr>
          <a:xfrm>
            <a:off x="2357422" y="1785926"/>
            <a:ext cx="41434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  Use </a:t>
            </a:r>
            <a:r>
              <a:rPr lang="en-US" dirty="0" smtClean="0"/>
              <a:t>high-performing </a:t>
            </a:r>
            <a:r>
              <a:rPr lang="en-US" dirty="0" err="1" smtClean="0"/>
              <a:t>hashtags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 Improve </a:t>
            </a:r>
            <a:r>
              <a:rPr lang="en-US" dirty="0" smtClean="0"/>
              <a:t>visibility </a:t>
            </a:r>
            <a:br>
              <a:rPr lang="en-US" dirty="0" smtClean="0"/>
            </a:b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 Increase </a:t>
            </a:r>
            <a:r>
              <a:rPr lang="en-US" dirty="0" smtClean="0"/>
              <a:t>engagement 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7224" y="1857364"/>
            <a:ext cx="742955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 smtClean="0"/>
          </a:p>
          <a:p>
            <a:r>
              <a:rPr lang="en-US" sz="2800" dirty="0" smtClean="0"/>
              <a:t>• Majority </a:t>
            </a:r>
            <a:r>
              <a:rPr lang="en-US" sz="2800" dirty="0" smtClean="0"/>
              <a:t>users are moderately active </a:t>
            </a:r>
            <a:br>
              <a:rPr lang="en-US" sz="2800" dirty="0" smtClean="0"/>
            </a:br>
            <a:r>
              <a:rPr lang="en-US" sz="2800" dirty="0" smtClean="0"/>
              <a:t>• Few users drive high engagement </a:t>
            </a:r>
            <a:br>
              <a:rPr lang="en-US" sz="2800" dirty="0" smtClean="0"/>
            </a:br>
            <a:r>
              <a:rPr lang="en-US" sz="2800" dirty="0" smtClean="0"/>
              <a:t>• High engagement users are key for marketing </a:t>
            </a:r>
            <a:br>
              <a:rPr lang="en-US" sz="2800" dirty="0" smtClean="0"/>
            </a:br>
            <a:r>
              <a:rPr lang="en-US" sz="2800" dirty="0" smtClean="0"/>
              <a:t>• </a:t>
            </a:r>
            <a:r>
              <a:rPr lang="en-US" sz="2800" dirty="0" err="1" smtClean="0"/>
              <a:t>Hashtags</a:t>
            </a:r>
            <a:r>
              <a:rPr lang="en-US" sz="2800" dirty="0" smtClean="0"/>
              <a:t> improve visibility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3600" b="1" dirty="0" smtClean="0"/>
              <a:t>💡 Final Impact: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• Improves engagement &amp; growth </a:t>
            </a:r>
            <a:br>
              <a:rPr lang="en-US" sz="2800" dirty="0" smtClean="0"/>
            </a:br>
            <a:r>
              <a:rPr lang="en-US" sz="2800" dirty="0" smtClean="0"/>
              <a:t>• Supports data-driven decisions 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785786" y="714356"/>
            <a:ext cx="70723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66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C541889-B613-D859-C025-4CC66A67AF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72330" y="500042"/>
            <a:ext cx="1805701" cy="18057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8794" y="2928934"/>
            <a:ext cx="39290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THANKYOU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3D handshake png clipart, business | Premium PNG - rawpixel">
            <a:extLst>
              <a:ext uri="{FF2B5EF4-FFF2-40B4-BE49-F238E27FC236}">
                <a16:creationId xmlns:a16="http://schemas.microsoft.com/office/drawing/2014/main" xmlns="" id="{7701A241-9FE9-EA64-FF65-B74FC1FC9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29256" y="2071678"/>
            <a:ext cx="2799348" cy="2799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530</TotalTime>
  <Words>415</Words>
  <Application>Microsoft Office PowerPoint</Application>
  <PresentationFormat>On-screen Show (4:3)</PresentationFormat>
  <Paragraphs>115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Flow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53</cp:revision>
  <dcterms:created xsi:type="dcterms:W3CDTF">2026-03-28T06:36:43Z</dcterms:created>
  <dcterms:modified xsi:type="dcterms:W3CDTF">2026-04-08T10:50:09Z</dcterms:modified>
</cp:coreProperties>
</file>